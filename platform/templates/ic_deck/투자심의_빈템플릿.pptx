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12" r:id="rId1"/>
    <p:sldMasterId id="2147483756" r:id="rId2"/>
    <p:sldMasterId id="2147483769" r:id="rId3"/>
  </p:sldMasterIdLst>
  <p:notesMasterIdLst>
    <p:notesMasterId r:id="rId48"/>
  </p:notesMasterIdLst>
  <p:handoutMasterIdLst>
    <p:handoutMasterId r:id="rId49"/>
  </p:handoutMasterIdLst>
  <p:sldIdLst/>
  <p:sldSz cx="10691813" cy="7559675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F664334-81FB-4AF7-A59E-6AD854F49133}">
          <p14:sldIdLst>
            <p14:sldId id="1174"/>
            <p14:sldId id="1175"/>
            <p14:sldId id="1176"/>
            <p14:sldId id="1657"/>
            <p14:sldId id="1658"/>
            <p14:sldId id="1812"/>
            <p14:sldId id="1813"/>
            <p14:sldId id="1183"/>
            <p14:sldId id="1814"/>
            <p14:sldId id="1656"/>
          </p14:sldIdLst>
        </p14:section>
        <p14:section name="제목 없는 구역" id="{173DE95B-9F57-4D39-B3FD-CED6B2100408}">
          <p14:sldIdLst>
            <p14:sldId id="1686"/>
            <p14:sldId id="1798"/>
            <p14:sldId id="1739"/>
            <p14:sldId id="1740"/>
            <p14:sldId id="1743"/>
            <p14:sldId id="1799"/>
            <p14:sldId id="1768"/>
            <p14:sldId id="1806"/>
            <p14:sldId id="1805"/>
            <p14:sldId id="1807"/>
            <p14:sldId id="1786"/>
            <p14:sldId id="1785"/>
            <p14:sldId id="1777"/>
            <p14:sldId id="1781"/>
            <p14:sldId id="1782"/>
            <p14:sldId id="1809"/>
            <p14:sldId id="1748"/>
            <p14:sldId id="1789"/>
            <p14:sldId id="1795"/>
            <p14:sldId id="1752"/>
            <p14:sldId id="1754"/>
            <p14:sldId id="1771"/>
            <p14:sldId id="1772"/>
            <p14:sldId id="1773"/>
            <p14:sldId id="1815"/>
            <p14:sldId id="1787"/>
            <p14:sldId id="1791"/>
            <p14:sldId id="1810"/>
            <p14:sldId id="1796"/>
            <p14:sldId id="1817"/>
            <p14:sldId id="1818"/>
            <p14:sldId id="1816"/>
            <p14:sldId id="1819"/>
            <p14:sldId id="1779"/>
          </p14:sldIdLst>
        </p14:section>
        <p14:section name="이전자료" id="{B501CF5B-16A0-46C0-95DB-100F682887D5}">
          <p14:sldIdLst/>
        </p14:section>
      </p14:sectionLst>
    </p:ext>
    <p:ext uri="{EFAFB233-063F-42B5-8137-9DF3F51BA10A}">
      <p15:sldGuideLst xmlns:p15="http://schemas.microsoft.com/office/powerpoint/2012/main">
        <p15:guide id="2" orient="horz" pos="4195" userDrawn="1">
          <p15:clr>
            <a:srgbClr val="A4A3A4"/>
          </p15:clr>
        </p15:guide>
        <p15:guide id="13" orient="horz" pos="680" userDrawn="1">
          <p15:clr>
            <a:srgbClr val="A4A3A4"/>
          </p15:clr>
        </p15:guide>
        <p15:guide id="14" orient="horz" pos="1111" userDrawn="1">
          <p15:clr>
            <a:srgbClr val="A4A3A4"/>
          </p15:clr>
        </p15:guide>
        <p15:guide id="16" orient="horz" pos="3606" userDrawn="1">
          <p15:clr>
            <a:srgbClr val="A4A3A4"/>
          </p15:clr>
        </p15:guide>
        <p15:guide id="20" orient="horz" pos="1496" userDrawn="1">
          <p15:clr>
            <a:srgbClr val="A4A3A4"/>
          </p15:clr>
        </p15:guide>
        <p15:guide id="23" orient="horz" pos="4105" userDrawn="1">
          <p15:clr>
            <a:srgbClr val="A4A3A4"/>
          </p15:clr>
        </p15:guide>
        <p15:guide id="24" pos="601" userDrawn="1">
          <p15:clr>
            <a:srgbClr val="A4A3A4"/>
          </p15:clr>
        </p15:guide>
        <p15:guide id="26" pos="1780" userDrawn="1">
          <p15:clr>
            <a:srgbClr val="A4A3A4"/>
          </p15:clr>
        </p15:guide>
        <p15:guide id="27" pos="396" userDrawn="1">
          <p15:clr>
            <a:srgbClr val="A4A3A4"/>
          </p15:clr>
        </p15:guide>
        <p15:guide id="28" pos="1689" userDrawn="1">
          <p15:clr>
            <a:srgbClr val="A4A3A4"/>
          </p15:clr>
        </p15:guide>
        <p15:guide id="29" pos="4842" userDrawn="1">
          <p15:clr>
            <a:srgbClr val="A4A3A4"/>
          </p15:clr>
        </p15:guide>
        <p15:guide id="30" orient="horz" pos="2993" userDrawn="1">
          <p15:clr>
            <a:srgbClr val="A4A3A4"/>
          </p15:clr>
        </p15:guide>
        <p15:guide id="31" pos="4910" userDrawn="1">
          <p15:clr>
            <a:srgbClr val="A4A3A4"/>
          </p15:clr>
        </p15:guide>
        <p15:guide id="32" orient="horz" pos="907" userDrawn="1">
          <p15:clr>
            <a:srgbClr val="A4A3A4"/>
          </p15:clr>
        </p15:guide>
        <p15:guide id="33" pos="283" userDrawn="1">
          <p15:clr>
            <a:srgbClr val="9FCC3B"/>
          </p15:clr>
        </p15:guide>
        <p15:guide id="34" orient="horz" pos="1406" userDrawn="1">
          <p15:clr>
            <a:srgbClr val="9FCC3B"/>
          </p15:clr>
        </p15:guide>
        <p15:guide id="35" orient="horz" pos="1633" userDrawn="1">
          <p15:clr>
            <a:srgbClr val="9FCC3B"/>
          </p15:clr>
        </p15:guide>
        <p15:guide id="36" pos="3367" userDrawn="1">
          <p15:clr>
            <a:srgbClr val="A4A3A4"/>
          </p15:clr>
        </p15:guide>
        <p15:guide id="37" pos="3299" userDrawn="1">
          <p15:clr>
            <a:srgbClr val="9FCC3B"/>
          </p15:clr>
        </p15:guide>
        <p15:guide id="38" pos="6565" userDrawn="1">
          <p15:clr>
            <a:srgbClr val="9FCC3B"/>
          </p15:clr>
        </p15:guide>
        <p15:guide id="39" pos="3436" userDrawn="1">
          <p15:clr>
            <a:srgbClr val="9FCC3B"/>
          </p15:clr>
        </p15:guide>
        <p15:guide id="40" pos="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9D9D9"/>
    <a:srgbClr val="843C0C"/>
    <a:srgbClr val="6DA7F2"/>
    <a:srgbClr val="F4B183"/>
    <a:srgbClr val="FBE5D6"/>
    <a:srgbClr val="C55A11"/>
    <a:srgbClr val="345B86"/>
    <a:srgbClr val="F2F2F2"/>
    <a:srgbClr val="8888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9" autoAdjust="0"/>
    <p:restoredTop sz="96242" autoAdjust="0"/>
  </p:normalViewPr>
  <p:slideViewPr>
    <p:cSldViewPr showGuides="1">
      <p:cViewPr varScale="1">
        <p:scale>
          <a:sx n="97" d="100"/>
          <a:sy n="97" d="100"/>
        </p:scale>
        <p:origin x="978" y="90"/>
      </p:cViewPr>
      <p:guideLst>
        <p:guide orient="horz" pos="4195"/>
        <p:guide orient="horz" pos="680"/>
        <p:guide orient="horz" pos="1111"/>
        <p:guide orient="horz" pos="3606"/>
        <p:guide orient="horz" pos="1496"/>
        <p:guide orient="horz" pos="4105"/>
        <p:guide pos="601"/>
        <p:guide pos="1780"/>
        <p:guide pos="396"/>
        <p:guide pos="1689"/>
        <p:guide pos="4842"/>
        <p:guide orient="horz" pos="2993"/>
        <p:guide pos="4910"/>
        <p:guide orient="horz" pos="907"/>
        <p:guide pos="283"/>
        <p:guide orient="horz" pos="1406"/>
        <p:guide orient="horz" pos="1633"/>
        <p:guide pos="3367"/>
        <p:guide pos="3299"/>
        <p:guide pos="6565"/>
        <p:guide pos="3436"/>
        <p:guide pos="3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78" d="100"/>
          <a:sy n="78" d="100"/>
        </p:scale>
        <p:origin x="2910" y="108"/>
      </p:cViewPr>
      <p:guideLst/>
    </p:cSldViewPr>
  </p:notesViewPr>
  <p:gridSpacing cx="36004" cy="36004"/>
</p:viewPr>
</file>

<file path=ppt/_rels/presentation.xml.rels><?xml version="1.0" encoding="UTF-8" standalone="yes"?>
<Relationships xmlns="http://schemas.openxmlformats.org/package/2006/relationships"><Relationship Id="rId50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53" Type="http://schemas.openxmlformats.org/officeDocument/2006/relationships/tableStyles" Target="tableStyles.xml"/><Relationship Id="rId52" Type="http://schemas.openxmlformats.org/officeDocument/2006/relationships/theme" Target="theme/theme1.xml"/><Relationship Id="rId48" Type="http://schemas.openxmlformats.org/officeDocument/2006/relationships/notesMaster" Target="notesMasters/notesMaster1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" Type="http://schemas.openxmlformats.org/officeDocument/2006/relationships/slideMaster" Target="slideMasters/slideMaster1.xml"/><Relationship Id="rId49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Pt>
            <c:idx val="7"/>
            <c:invertIfNegative val="0"/>
            <c:bubble3D val="0"/>
            <c:spPr>
              <a:pattFill prst="wdUpDiag">
                <a:fgClr>
                  <a:srgbClr val="6DA7F2"/>
                </a:fgClr>
                <a:bgClr>
                  <a:schemeClr val="bg1"/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345C-482F-8E77-8B9D7C272AEA}"/>
              </c:ext>
            </c:extLst>
          </c:dPt>
          <c:dPt>
            <c:idx val="8"/>
            <c:invertIfNegative val="0"/>
            <c:bubble3D val="0"/>
            <c:spPr>
              <a:pattFill prst="wdUpDiag">
                <a:fgClr>
                  <a:srgbClr val="6DA7F2"/>
                </a:fgClr>
                <a:bgClr>
                  <a:schemeClr val="bg1"/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345C-482F-8E77-8B9D7C272AEA}"/>
              </c:ext>
            </c:extLst>
          </c:dPt>
          <c:dPt>
            <c:idx val="9"/>
            <c:invertIfNegative val="0"/>
            <c:bubble3D val="0"/>
            <c:spPr>
              <a:pattFill prst="wdUpDiag">
                <a:fgClr>
                  <a:srgbClr val="6DA7F2"/>
                </a:fgClr>
                <a:bgClr>
                  <a:schemeClr val="bg1"/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345C-482F-8E77-8B9D7C272AEA}"/>
              </c:ext>
            </c:extLst>
          </c:dPt>
          <c:dLbls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World돋움체 Bold" panose="00000800000000000000" pitchFamily="2" charset="-127"/>
                      <a:ea typeface="KoPubWorld돋움체 Bold" panose="00000800000000000000" pitchFamily="2" charset="-127"/>
                      <a:cs typeface="KoPubWorld돋움체 Bold" panose="00000800000000000000" pitchFamily="2" charset="-127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345C-482F-8E77-8B9D7C272AEA}"/>
                </c:ext>
              </c:extLst>
            </c:dLbl>
            <c:dLbl>
              <c:idx val="8"/>
              <c:layout>
                <c:manualLayout>
                  <c:x val="1.1181866006907121E-2"/>
                  <c:y val="-0.1403461872619127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World돋움체 Bold" panose="00000800000000000000" pitchFamily="2" charset="-127"/>
                      <a:ea typeface="KoPubWorld돋움체 Bold" panose="00000800000000000000" pitchFamily="2" charset="-127"/>
                      <a:cs typeface="KoPubWorld돋움체 Bold" panose="00000800000000000000" pitchFamily="2" charset="-127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45C-482F-8E77-8B9D7C272AEA}"/>
                </c:ext>
              </c:extLst>
            </c:dLbl>
            <c:dLbl>
              <c:idx val="9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8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defRPr>
                    </a:pPr>
                    <a:fld id="{33BBDAF7-A592-420E-8E01-773697116AAB}" type="VALUE">
                      <a:rPr lang="en-US" altLang="ko-KR" sz="900"/>
                      <a:pPr>
                        <a:defRPr sz="80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World돋움체 Bold" panose="00000800000000000000" pitchFamily="2" charset="-127"/>
                      <a:ea typeface="KoPubWorld돋움체 Bold" panose="00000800000000000000" pitchFamily="2" charset="-127"/>
                      <a:cs typeface="KoPubWorld돋움체 Bold" panose="00000800000000000000" pitchFamily="2" charset="-127"/>
                    </a:defRPr>
                  </a:pPr>
                  <a:endParaRPr lang="ko-KR" alt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345C-482F-8E77-8B9D7C272AE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2026(F)</c:v>
                </c:pt>
                <c:pt idx="8">
                  <c:v>2027(F)</c:v>
                </c:pt>
                <c:pt idx="9">
                  <c:v>2028(F)</c:v>
                </c:pt>
              </c:strCache>
            </c:strRef>
          </c:cat>
          <c:val>
            <c:numRef>
              <c:f>Sheet1!$B$2:$B$11</c:f>
              <c:numCache>
                <c:formatCode>#,##0"㎡"</c:formatCode>
                <c:ptCount val="10"/>
                <c:pt idx="0">
                  <c:v>412281</c:v>
                </c:pt>
                <c:pt idx="1">
                  <c:v>249050</c:v>
                </c:pt>
                <c:pt idx="2">
                  <c:v>597660</c:v>
                </c:pt>
                <c:pt idx="3">
                  <c:v>1005298</c:v>
                </c:pt>
                <c:pt idx="4">
                  <c:v>1196317</c:v>
                </c:pt>
                <c:pt idx="5">
                  <c:v>1046620</c:v>
                </c:pt>
                <c:pt idx="6">
                  <c:v>195416</c:v>
                </c:pt>
                <c:pt idx="7">
                  <c:v>100920</c:v>
                </c:pt>
                <c:pt idx="8">
                  <c:v>195980</c:v>
                </c:pt>
                <c:pt idx="9">
                  <c:v>95599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5C-482F-8E77-8B9D7C272A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71828096"/>
        <c:axId val="1477092975"/>
      </c:barChart>
      <c:catAx>
        <c:axId val="71828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defRPr>
            </a:pPr>
            <a:endParaRPr lang="ko-KR"/>
          </a:p>
        </c:txPr>
        <c:crossAx val="1477092975"/>
        <c:crosses val="autoZero"/>
        <c:auto val="1"/>
        <c:lblAlgn val="ctr"/>
        <c:lblOffset val="100"/>
        <c:noMultiLvlLbl val="0"/>
      </c:catAx>
      <c:valAx>
        <c:axId val="1477092975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&quot;㎡&quot;" sourceLinked="1"/>
        <c:majorTickMark val="none"/>
        <c:minorTickMark val="none"/>
        <c:tickLblPos val="nextTo"/>
        <c:crossAx val="718280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KoPubWorld돋움체 Light" panose="00000300000000000000" pitchFamily="2" charset="-127"/>
          <a:ea typeface="KoPubWorld돋움체 Light" panose="00000300000000000000" pitchFamily="2" charset="-127"/>
          <a:cs typeface="KoPubWorld돋움체 Light" panose="00000300000000000000" pitchFamily="2" charset="-127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6033871280844373"/>
          <c:y val="5.8697153169973294E-2"/>
          <c:w val="0.69464753495859077"/>
          <c:h val="0.7090963499572909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FA2-40C1-A80C-46433D114F73}"/>
              </c:ext>
            </c:extLst>
          </c:dPt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FA2-40C1-A80C-46433D114F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FA2-40C1-A80C-46433D114F7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계열 3</c:v>
                </c:pt>
              </c:strCache>
            </c:strRef>
          </c:tx>
          <c:spPr>
            <a:solidFill>
              <a:schemeClr val="accent2">
                <a:lumMod val="50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50000"/>
                </a:schemeClr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3E37-4FEA-AACD-F91C19E1BF30}"/>
              </c:ext>
            </c:extLst>
          </c:dPt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100</c:v>
                </c:pt>
                <c:pt idx="1">
                  <c:v>144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FA2-40C1-A80C-46433D114F7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계열 4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1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FA2-40C1-A80C-46433D114F7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계열 5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1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FA2-40C1-A80C-46433D114F73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계열 6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Sheet1!$G$2:$G$3</c:f>
              <c:numCache>
                <c:formatCode>General</c:formatCode>
                <c:ptCount val="2"/>
                <c:pt idx="1">
                  <c:v>240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AFA2-40C1-A80C-46433D114F73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계열 7</c:v>
                </c:pt>
              </c:strCache>
            </c:strRef>
          </c:tx>
          <c:spPr>
            <a:pattFill prst="wdUpDiag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Sheet1!$H$2:$H$3</c:f>
              <c:numCache>
                <c:formatCode>General</c:formatCode>
                <c:ptCount val="2"/>
                <c:pt idx="1">
                  <c:v>380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FA2-40C1-A80C-46433D114F73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계열 8</c:v>
                </c:pt>
              </c:strCache>
            </c:strRef>
          </c:tx>
          <c:spPr>
            <a:pattFill prst="wdUpDiag">
              <a:fgClr>
                <a:schemeClr val="accent1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Sheet1!$I$2:$I$3</c:f>
              <c:numCache>
                <c:formatCode>General</c:formatCode>
                <c:ptCount val="2"/>
                <c:pt idx="1">
                  <c:v>1600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AFA2-40C1-A80C-46433D114F73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계열 9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Sheet1!$J$2:$J$3</c:f>
              <c:numCache>
                <c:formatCode>General</c:formatCode>
                <c:ptCount val="2"/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FA2-40C1-A80C-46433D114F73}"/>
            </c:ext>
          </c:extLst>
        </c:ser>
        <c:ser>
          <c:idx val="9"/>
          <c:order val="9"/>
          <c:tx>
            <c:strRef>
              <c:f>Sheet1!$K$1</c:f>
              <c:strCache>
                <c:ptCount val="1"/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Sheet1!$K$2:$K$3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B-AFA2-40C1-A80C-46433D114F73}"/>
            </c:ext>
          </c:extLst>
        </c:ser>
        <c:ser>
          <c:idx val="10"/>
          <c:order val="10"/>
          <c:tx>
            <c:strRef>
              <c:f>Sheet1!$L$1</c:f>
              <c:strCache>
                <c:ptCount val="1"/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Sheet1!$L$2:$L$3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C-AFA2-40C1-A80C-46433D114F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100"/>
        <c:axId val="1434926079"/>
        <c:axId val="1709524208"/>
      </c:barChart>
      <c:catAx>
        <c:axId val="143492607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709524208"/>
        <c:crosses val="autoZero"/>
        <c:auto val="1"/>
        <c:lblAlgn val="ctr"/>
        <c:lblOffset val="100"/>
        <c:noMultiLvlLbl val="0"/>
      </c:catAx>
      <c:valAx>
        <c:axId val="1709524208"/>
        <c:scaling>
          <c:orientation val="minMax"/>
          <c:max val="3000"/>
          <c:min val="0"/>
        </c:scaling>
        <c:delete val="1"/>
        <c:axPos val="l"/>
        <c:numFmt formatCode="General" sourceLinked="1"/>
        <c:majorTickMark val="none"/>
        <c:minorTickMark val="none"/>
        <c:tickLblPos val="nextTo"/>
        <c:crossAx val="14349260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6033871280844373"/>
          <c:y val="5.8697153169973294E-2"/>
          <c:w val="0.69464753495859077"/>
          <c:h val="0.7090963499572909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BCA-4A69-A3AD-F1FCC3B3434F}"/>
              </c:ext>
            </c:extLst>
          </c:dPt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BCA-4A69-A3AD-F1FCC3B3434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3-3BCA-4A69-A3AD-F1FCC3B3434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계열 3</c:v>
                </c:pt>
              </c:strCache>
            </c:strRef>
          </c:tx>
          <c:spPr>
            <a:solidFill>
              <a:schemeClr val="accent2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1">
                  <c:v>144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BCA-4A69-A3AD-F1FCC3B3434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계열 4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5-3BCA-4A69-A3AD-F1FCC3B3434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계열 5</c:v>
                </c:pt>
              </c:strCache>
            </c:strRef>
          </c:tx>
          <c:spPr>
            <a:solidFill>
              <a:srgbClr val="843C0C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1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BCA-4A69-A3AD-F1FCC3B3434F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계열 6</c:v>
                </c:pt>
              </c:strCache>
            </c:strRef>
          </c:tx>
          <c:spPr>
            <a:solidFill>
              <a:srgbClr val="843C0C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Sheet1!$G$2:$G$3</c:f>
              <c:numCache>
                <c:formatCode>General</c:formatCode>
                <c:ptCount val="2"/>
                <c:pt idx="1">
                  <c:v>240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BCA-4A69-A3AD-F1FCC3B3434F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계열 7</c:v>
                </c:pt>
              </c:strCache>
            </c:strRef>
          </c:tx>
          <c:spPr>
            <a:pattFill prst="wdUpDiag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Sheet1!$H$2:$H$3</c:f>
              <c:numCache>
                <c:formatCode>General</c:formatCode>
                <c:ptCount val="2"/>
                <c:pt idx="1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BCA-4A69-A3AD-F1FCC3B3434F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계열 8</c:v>
                </c:pt>
              </c:strCache>
            </c:strRef>
          </c:tx>
          <c:spPr>
            <a:pattFill prst="wdUpDiag">
              <a:fgClr>
                <a:schemeClr val="accent1">
                  <a:lumMod val="75000"/>
                </a:schemeClr>
              </a:fgClr>
              <a:bgClr>
                <a:schemeClr val="bg1"/>
              </a:bgClr>
            </a:patt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Sheet1!$I$2:$I$3</c:f>
              <c:numCache>
                <c:formatCode>General</c:formatCode>
                <c:ptCount val="2"/>
                <c:pt idx="1">
                  <c:v>2030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3BCA-4A69-A3AD-F1FCC3B3434F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계열 9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Sheet1!$J$2:$J$3</c:f>
              <c:numCache>
                <c:formatCode>General</c:formatCode>
                <c:ptCount val="2"/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BCA-4A69-A3AD-F1FCC3B343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100"/>
        <c:axId val="1434926079"/>
        <c:axId val="1709524208"/>
      </c:barChart>
      <c:catAx>
        <c:axId val="143492607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709524208"/>
        <c:crosses val="autoZero"/>
        <c:auto val="1"/>
        <c:lblAlgn val="ctr"/>
        <c:lblOffset val="100"/>
        <c:noMultiLvlLbl val="0"/>
      </c:catAx>
      <c:valAx>
        <c:axId val="1709524208"/>
        <c:scaling>
          <c:orientation val="minMax"/>
          <c:max val="3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4349260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6033871280844373"/>
          <c:y val="5.8697153169973294E-2"/>
          <c:w val="0.69464753495859077"/>
          <c:h val="0.7090963499572909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BCA-4A69-A3AD-F1FCC3B3434F}"/>
              </c:ext>
            </c:extLst>
          </c:dPt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BCA-4A69-A3AD-F1FCC3B3434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BCA-4A69-A3AD-F1FCC3B3434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계열 3</c:v>
                </c:pt>
              </c:strCache>
            </c:strRef>
          </c:tx>
          <c:spPr>
            <a:solidFill>
              <a:schemeClr val="accent2">
                <a:lumMod val="50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1">
                  <c:v>144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BCA-4A69-A3AD-F1FCC3B3434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계열 4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1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BCA-4A69-A3AD-F1FCC3B3434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계열 5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1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BCA-4A69-A3AD-F1FCC3B3434F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계열 6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Sheet1!$G$2:$G$3</c:f>
              <c:numCache>
                <c:formatCode>General</c:formatCode>
                <c:ptCount val="2"/>
                <c:pt idx="1">
                  <c:v>240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BCA-4A69-A3AD-F1FCC3B3434F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계열 7</c:v>
                </c:pt>
              </c:strCache>
            </c:strRef>
          </c:tx>
          <c:spPr>
            <a:pattFill prst="wdUpDiag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Sheet1!$H$2:$H$3</c:f>
              <c:numCache>
                <c:formatCode>General</c:formatCode>
                <c:ptCount val="2"/>
                <c:pt idx="1">
                  <c:v>380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BCA-4A69-A3AD-F1FCC3B3434F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계열 8</c:v>
                </c:pt>
              </c:strCache>
            </c:strRef>
          </c:tx>
          <c:spPr>
            <a:pattFill prst="wdUpDiag">
              <a:fgClr>
                <a:schemeClr val="accent1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Sheet1!$I$2:$I$3</c:f>
              <c:numCache>
                <c:formatCode>General</c:formatCode>
                <c:ptCount val="2"/>
                <c:pt idx="1">
                  <c:v>1600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3BCA-4A69-A3AD-F1FCC3B3434F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계열 9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Sheet1!$J$2:$J$3</c:f>
              <c:numCache>
                <c:formatCode>General</c:formatCode>
                <c:ptCount val="2"/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BCA-4A69-A3AD-F1FCC3B3434F}"/>
            </c:ext>
          </c:extLst>
        </c:ser>
        <c:ser>
          <c:idx val="9"/>
          <c:order val="9"/>
          <c:tx>
            <c:strRef>
              <c:f>Sheet1!$K$1</c:f>
              <c:strCache>
                <c:ptCount val="1"/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Sheet1!$K$2:$K$3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B-3BCA-4A69-A3AD-F1FCC3B3434F}"/>
            </c:ext>
          </c:extLst>
        </c:ser>
        <c:ser>
          <c:idx val="10"/>
          <c:order val="10"/>
          <c:tx>
            <c:strRef>
              <c:f>Sheet1!$L$1</c:f>
              <c:strCache>
                <c:ptCount val="1"/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Sheet1!$L$2:$L$3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C-3BCA-4A69-A3AD-F1FCC3B343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100"/>
        <c:axId val="1434926079"/>
        <c:axId val="1709524208"/>
      </c:barChart>
      <c:catAx>
        <c:axId val="143492607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709524208"/>
        <c:crosses val="autoZero"/>
        <c:auto val="1"/>
        <c:lblAlgn val="ctr"/>
        <c:lblOffset val="100"/>
        <c:noMultiLvlLbl val="0"/>
      </c:catAx>
      <c:valAx>
        <c:axId val="1709524208"/>
        <c:scaling>
          <c:orientation val="minMax"/>
          <c:max val="30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4349260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935647946433943"/>
          <c:y val="0.25702605878246976"/>
          <c:w val="0.86522606654650946"/>
          <c:h val="0.4710004349253337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Energy</c:v>
                </c:pt>
              </c:strCache>
            </c:strRef>
          </c:tx>
          <c:spPr>
            <a:solidFill>
              <a:srgbClr val="DAE3F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2026(E)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0.39734527599417258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7B-4738-84C1-37DFDB018D3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Logistics</c:v>
                </c:pt>
              </c:strCache>
            </c:strRef>
          </c:tx>
          <c:spPr>
            <a:solidFill>
              <a:srgbClr val="F4B183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2026(E)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0.19365456213241244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7B-4738-84C1-37DFDB018D3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Retail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/>
                    </a:solidFill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2026(E)</c:v>
                </c:pt>
              </c:strCache>
            </c:strRef>
          </c:cat>
          <c:val>
            <c:numRef>
              <c:f>Sheet1!$D$2</c:f>
              <c:numCache>
                <c:formatCode>0%</c:formatCode>
                <c:ptCount val="1"/>
                <c:pt idx="0">
                  <c:v>3.2536556412885123E-2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A7B-4738-84C1-37DFDB018D3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Hotel</c:v>
                </c:pt>
              </c:strCache>
            </c:strRef>
          </c:tx>
          <c:spPr>
            <a:solidFill>
              <a:srgbClr val="FFDDAD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3017570924929371E-3"/>
                  <c:y val="-4.585110820892073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A7B-4738-84C1-37DFDB018D3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/>
                    </a:solidFill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2026(E)</c:v>
                </c:pt>
              </c:strCache>
            </c:strRef>
          </c:cat>
          <c:val>
            <c:numRef>
              <c:f>Sheet1!$E$2</c:f>
              <c:numCache>
                <c:formatCode>0%</c:formatCode>
                <c:ptCount val="1"/>
                <c:pt idx="0">
                  <c:v>2.4820590298386663E-2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A7B-4738-84C1-37DFDB018D3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Mobility</c:v>
                </c:pt>
              </c:strCache>
            </c:strRef>
          </c:tx>
          <c:spPr>
            <a:solidFill>
              <a:schemeClr val="accent5"/>
            </a:solidFill>
            <a:ln w="19050"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2CAC64C7-DB98-4C55-83E6-8802509A701C}" type="VALUE">
                      <a:rPr lang="en-US" altLang="ko-KR" sz="1200"/>
                      <a:pPr/>
                      <a:t>[값]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CA7B-4738-84C1-37DFDB018D3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rgbClr val="E3EEF8"/>
                    </a:solidFill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2026(E)</c:v>
                </c:pt>
              </c:strCache>
            </c:strRef>
          </c:cat>
          <c:val>
            <c:numRef>
              <c:f>Sheet1!$F$2</c:f>
              <c:numCache>
                <c:formatCode>0%</c:formatCode>
                <c:ptCount val="1"/>
                <c:pt idx="0">
                  <c:v>0.31657044191442291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A7B-4738-84C1-37DFDB018D30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Office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E3EEF8"/>
                    </a:solidFill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2026(E)</c:v>
                </c:pt>
              </c:strCache>
            </c:strRef>
          </c:cat>
          <c:val>
            <c:numRef>
              <c:f>Sheet1!$G$2</c:f>
              <c:numCache>
                <c:formatCode>0%</c:formatCode>
                <c:ptCount val="1"/>
                <c:pt idx="0">
                  <c:v>3.5072573247720285E-2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A7B-4738-84C1-37DFDB018D3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81"/>
        <c:overlap val="100"/>
        <c:axId val="-1227176944"/>
        <c:axId val="-1227179664"/>
      </c:barChart>
      <c:catAx>
        <c:axId val="-12271769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defRPr>
            </a:pPr>
            <a:endParaRPr lang="ko-KR"/>
          </a:p>
        </c:txPr>
        <c:crossAx val="-1227179664"/>
        <c:crosses val="autoZero"/>
        <c:auto val="1"/>
        <c:lblAlgn val="ctr"/>
        <c:lblOffset val="100"/>
        <c:noMultiLvlLbl val="0"/>
      </c:catAx>
      <c:valAx>
        <c:axId val="-1227179664"/>
        <c:scaling>
          <c:orientation val="minMax"/>
          <c:max val="1"/>
          <c:min val="0"/>
        </c:scaling>
        <c:delete val="0"/>
        <c:axPos val="b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defRPr>
            </a:pPr>
            <a:endParaRPr lang="ko-KR"/>
          </a:p>
        </c:txPr>
        <c:crossAx val="-1227176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solidFill>
            <a:srgbClr val="E3EEF8"/>
          </a:solidFill>
          <a:latin typeface="KoPubWorld돋움체 Light" panose="00000300000000000000" pitchFamily="2" charset="-127"/>
          <a:ea typeface="KoPubWorld돋움체 Light" panose="00000300000000000000" pitchFamily="2" charset="-127"/>
          <a:cs typeface="KoPubWorld돋움체 Light" panose="00000300000000000000" pitchFamily="2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2950529" cy="499033"/>
          </a:xfrm>
          <a:prstGeom prst="rect">
            <a:avLst/>
          </a:prstGeom>
        </p:spPr>
        <p:txBody>
          <a:bodyPr vert="horz" lIns="91542" tIns="45770" rIns="91542" bIns="45770" rtlCol="0"/>
          <a:lstStyle>
            <a:lvl1pPr algn="l">
              <a:defRPr sz="1200"/>
            </a:lvl1pPr>
          </a:lstStyle>
          <a:p>
            <a:endParaRPr lang="ko-KR" altLang="en-US">
              <a:latin typeface="KoPubWorld돋움체 Bold" panose="00000800000000000000" pitchFamily="2" charset="-127"/>
              <a:ea typeface="KoPubWorld돋움체 Bold" panose="00000800000000000000" pitchFamily="2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083" y="3"/>
            <a:ext cx="2950529" cy="499033"/>
          </a:xfrm>
          <a:prstGeom prst="rect">
            <a:avLst/>
          </a:prstGeom>
        </p:spPr>
        <p:txBody>
          <a:bodyPr vert="horz" lIns="91542" tIns="45770" rIns="91542" bIns="45770" rtlCol="0"/>
          <a:lstStyle>
            <a:lvl1pPr algn="r">
              <a:defRPr sz="1200"/>
            </a:lvl1pPr>
          </a:lstStyle>
          <a:p>
            <a:fld id="{B3B3F390-6613-4BAA-9D69-173A9EE88975}" type="datetimeFigureOut">
              <a:rPr lang="ko-KR" altLang="en-US" smtClean="0"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2026-08-24</a:t>
            </a:fld>
            <a:endParaRPr lang="ko-KR" altLang="en-US">
              <a:latin typeface="KoPubWorld돋움체 Bold" panose="00000800000000000000" pitchFamily="2" charset="-127"/>
              <a:ea typeface="KoPubWorld돋움체 Bold" panose="00000800000000000000" pitchFamily="2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309"/>
            <a:ext cx="2950529" cy="499033"/>
          </a:xfrm>
          <a:prstGeom prst="rect">
            <a:avLst/>
          </a:prstGeom>
        </p:spPr>
        <p:txBody>
          <a:bodyPr vert="horz" lIns="91542" tIns="45770" rIns="91542" bIns="45770" rtlCol="0" anchor="b"/>
          <a:lstStyle>
            <a:lvl1pPr algn="l">
              <a:defRPr sz="1200"/>
            </a:lvl1pPr>
          </a:lstStyle>
          <a:p>
            <a:endParaRPr lang="ko-KR" altLang="en-US">
              <a:latin typeface="KoPubWorld돋움체 Bold" panose="00000800000000000000" pitchFamily="2" charset="-127"/>
              <a:ea typeface="KoPubWorld돋움체 Bold" panose="00000800000000000000" pitchFamily="2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083" y="9440309"/>
            <a:ext cx="2950529" cy="499033"/>
          </a:xfrm>
          <a:prstGeom prst="rect">
            <a:avLst/>
          </a:prstGeom>
        </p:spPr>
        <p:txBody>
          <a:bodyPr vert="horz" lIns="91542" tIns="45770" rIns="91542" bIns="45770" rtlCol="0" anchor="b"/>
          <a:lstStyle>
            <a:lvl1pPr algn="r">
              <a:defRPr sz="1200"/>
            </a:lvl1pPr>
          </a:lstStyle>
          <a:p>
            <a:fld id="{8EAD6D3B-F975-4577-9BE7-7EA334E8F2CF}" type="slidenum">
              <a:rPr lang="ko-KR" altLang="en-US" smtClean="0"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‹#›</a:t>
            </a:fld>
            <a:endParaRPr lang="ko-KR" altLang="en-US">
              <a:latin typeface="KoPubWorld돋움체 Bold" panose="00000800000000000000" pitchFamily="2" charset="-127"/>
              <a:ea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87102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7" y="4"/>
            <a:ext cx="2949786" cy="496967"/>
          </a:xfrm>
          <a:prstGeom prst="rect">
            <a:avLst/>
          </a:prstGeom>
        </p:spPr>
        <p:txBody>
          <a:bodyPr vert="horz" lIns="91524" tIns="45761" rIns="91524" bIns="45761" rtlCol="0"/>
          <a:lstStyle>
            <a:lvl1pPr algn="l">
              <a:defRPr sz="1200">
                <a:latin typeface="KoPubWorld돋움체 Bold" panose="00000800000000000000" pitchFamily="2" charset="-127"/>
                <a:ea typeface="KoPubWorld돋움체 Bold" panose="000008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46" y="4"/>
            <a:ext cx="2949786" cy="496967"/>
          </a:xfrm>
          <a:prstGeom prst="rect">
            <a:avLst/>
          </a:prstGeom>
        </p:spPr>
        <p:txBody>
          <a:bodyPr vert="horz" lIns="91524" tIns="45761" rIns="91524" bIns="45761" rtlCol="0"/>
          <a:lstStyle>
            <a:lvl1pPr algn="r">
              <a:defRPr sz="1200">
                <a:latin typeface="KoPubWorld돋움체 Bold" panose="00000800000000000000" pitchFamily="2" charset="-127"/>
                <a:ea typeface="KoPubWorld돋움체 Bold" panose="00000800000000000000" pitchFamily="2" charset="-127"/>
              </a:defRPr>
            </a:lvl1pPr>
          </a:lstStyle>
          <a:p>
            <a:fld id="{5C657A66-7FD2-4757-A30E-DD765D01DE0F}" type="datetimeFigureOut">
              <a:rPr lang="ko-KR" altLang="en-US" smtClean="0"/>
              <a:pPr/>
              <a:t>2026-08-24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68350" y="746125"/>
            <a:ext cx="5270500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4" tIns="45761" rIns="91524" bIns="45761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1" y="4721191"/>
            <a:ext cx="5445760" cy="4472702"/>
          </a:xfrm>
          <a:prstGeom prst="rect">
            <a:avLst/>
          </a:prstGeom>
        </p:spPr>
        <p:txBody>
          <a:bodyPr vert="horz" lIns="91524" tIns="45761" rIns="91524" bIns="45761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7" y="9440650"/>
            <a:ext cx="2949786" cy="496967"/>
          </a:xfrm>
          <a:prstGeom prst="rect">
            <a:avLst/>
          </a:prstGeom>
        </p:spPr>
        <p:txBody>
          <a:bodyPr vert="horz" lIns="91524" tIns="45761" rIns="91524" bIns="45761" rtlCol="0" anchor="b"/>
          <a:lstStyle>
            <a:lvl1pPr algn="l">
              <a:defRPr sz="1200">
                <a:latin typeface="KoPubWorld돋움체 Bold" panose="00000800000000000000" pitchFamily="2" charset="-127"/>
                <a:ea typeface="KoPubWorld돋움체 Bold" panose="000008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46" y="9440650"/>
            <a:ext cx="2949786" cy="496967"/>
          </a:xfrm>
          <a:prstGeom prst="rect">
            <a:avLst/>
          </a:prstGeom>
        </p:spPr>
        <p:txBody>
          <a:bodyPr vert="horz" lIns="91524" tIns="45761" rIns="91524" bIns="45761" rtlCol="0" anchor="b"/>
          <a:lstStyle>
            <a:lvl1pPr algn="r">
              <a:defRPr sz="1200">
                <a:latin typeface="KoPubWorld돋움체 Bold" panose="00000800000000000000" pitchFamily="2" charset="-127"/>
                <a:ea typeface="KoPubWorld돋움체 Bold" panose="00000800000000000000" pitchFamily="2" charset="-127"/>
              </a:defRPr>
            </a:lvl1pPr>
          </a:lstStyle>
          <a:p>
            <a:fld id="{2B8DFE68-44DA-46E6-B8A3-9F09BDCA52A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351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94986" rtl="0" eaLnBrk="1" latinLnBrk="1" hangingPunct="1">
      <a:defRPr sz="1305" kern="1200">
        <a:solidFill>
          <a:schemeClr val="tx1"/>
        </a:solidFill>
        <a:latin typeface="KoPubWorld돋움체 Bold" panose="00000800000000000000" pitchFamily="2" charset="-127"/>
        <a:ea typeface="KoPubWorld돋움체 Bold" panose="00000800000000000000" pitchFamily="2" charset="-127"/>
        <a:cs typeface="+mn-cs"/>
      </a:defRPr>
    </a:lvl1pPr>
    <a:lvl2pPr marL="497495" algn="l" defTabSz="994986" rtl="0" eaLnBrk="1" latinLnBrk="1" hangingPunct="1">
      <a:defRPr sz="1305" kern="1200">
        <a:solidFill>
          <a:schemeClr val="tx1"/>
        </a:solidFill>
        <a:latin typeface="KoPubWorld돋움체 Bold" panose="00000800000000000000" pitchFamily="2" charset="-127"/>
        <a:ea typeface="KoPubWorld돋움체 Bold" panose="00000800000000000000" pitchFamily="2" charset="-127"/>
        <a:cs typeface="+mn-cs"/>
      </a:defRPr>
    </a:lvl2pPr>
    <a:lvl3pPr marL="994986" algn="l" defTabSz="994986" rtl="0" eaLnBrk="1" latinLnBrk="1" hangingPunct="1">
      <a:defRPr sz="1305" kern="1200">
        <a:solidFill>
          <a:schemeClr val="tx1"/>
        </a:solidFill>
        <a:latin typeface="KoPubWorld돋움체 Bold" panose="00000800000000000000" pitchFamily="2" charset="-127"/>
        <a:ea typeface="KoPubWorld돋움체 Bold" panose="00000800000000000000" pitchFamily="2" charset="-127"/>
        <a:cs typeface="+mn-cs"/>
      </a:defRPr>
    </a:lvl3pPr>
    <a:lvl4pPr marL="1492478" algn="l" defTabSz="994986" rtl="0" eaLnBrk="1" latinLnBrk="1" hangingPunct="1">
      <a:defRPr sz="1305" kern="1200">
        <a:solidFill>
          <a:schemeClr val="tx1"/>
        </a:solidFill>
        <a:latin typeface="KoPubWorld돋움체 Bold" panose="00000800000000000000" pitchFamily="2" charset="-127"/>
        <a:ea typeface="KoPubWorld돋움체 Bold" panose="00000800000000000000" pitchFamily="2" charset="-127"/>
        <a:cs typeface="+mn-cs"/>
      </a:defRPr>
    </a:lvl4pPr>
    <a:lvl5pPr marL="1989973" algn="l" defTabSz="994986" rtl="0" eaLnBrk="1" latinLnBrk="1" hangingPunct="1">
      <a:defRPr sz="1305" kern="1200">
        <a:solidFill>
          <a:schemeClr val="tx1"/>
        </a:solidFill>
        <a:latin typeface="KoPubWorld돋움체 Bold" panose="00000800000000000000" pitchFamily="2" charset="-127"/>
        <a:ea typeface="KoPubWorld돋움체 Bold" panose="00000800000000000000" pitchFamily="2" charset="-127"/>
        <a:cs typeface="+mn-cs"/>
      </a:defRPr>
    </a:lvl5pPr>
    <a:lvl6pPr marL="2487464" algn="l" defTabSz="994986" rtl="0" eaLnBrk="1" latinLnBrk="1" hangingPunct="1">
      <a:defRPr sz="1305" kern="1200">
        <a:solidFill>
          <a:schemeClr val="tx1"/>
        </a:solidFill>
        <a:latin typeface="+mn-lt"/>
        <a:ea typeface="+mn-ea"/>
        <a:cs typeface="+mn-cs"/>
      </a:defRPr>
    </a:lvl6pPr>
    <a:lvl7pPr marL="2984958" algn="l" defTabSz="994986" rtl="0" eaLnBrk="1" latinLnBrk="1" hangingPunct="1">
      <a:defRPr sz="1305" kern="1200">
        <a:solidFill>
          <a:schemeClr val="tx1"/>
        </a:solidFill>
        <a:latin typeface="+mn-lt"/>
        <a:ea typeface="+mn-ea"/>
        <a:cs typeface="+mn-cs"/>
      </a:defRPr>
    </a:lvl7pPr>
    <a:lvl8pPr marL="3482451" algn="l" defTabSz="994986" rtl="0" eaLnBrk="1" latinLnBrk="1" hangingPunct="1">
      <a:defRPr sz="1305" kern="1200">
        <a:solidFill>
          <a:schemeClr val="tx1"/>
        </a:solidFill>
        <a:latin typeface="+mn-lt"/>
        <a:ea typeface="+mn-ea"/>
        <a:cs typeface="+mn-cs"/>
      </a:defRPr>
    </a:lvl8pPr>
    <a:lvl9pPr marL="3979944" algn="l" defTabSz="994986" rtl="0" eaLnBrk="1" latinLnBrk="1" hangingPunct="1">
      <a:defRPr sz="130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FE68-44DA-46E6-B8A3-9F09BDCA52AB}" type="slidenum">
              <a:rPr lang="ko-KR" altLang="en-US" smtClean="0"/>
              <a:pPr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430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일정 </a:t>
            </a:r>
            <a:r>
              <a:rPr lang="en-US" altLang="ko-KR" dirty="0"/>
              <a:t>/ </a:t>
            </a:r>
            <a:r>
              <a:rPr lang="ko-KR" altLang="en-US" dirty="0"/>
              <a:t>추가 작성 및 수정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홍보관련 일정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(1</a:t>
            </a:r>
            <a:r>
              <a:rPr lang="ko-KR" altLang="en-US" dirty="0"/>
              <a:t>월 이후</a:t>
            </a:r>
            <a:r>
              <a:rPr lang="en-US" altLang="ko-KR" dirty="0"/>
              <a:t>, </a:t>
            </a:r>
            <a:r>
              <a:rPr lang="ko-KR" altLang="en-US" dirty="0"/>
              <a:t>물리실사 이후 홍보내용 </a:t>
            </a:r>
            <a:r>
              <a:rPr lang="ko-KR" altLang="en-US" dirty="0" err="1"/>
              <a:t>베포</a:t>
            </a:r>
            <a:r>
              <a:rPr lang="en-US" altLang="ko-KR" dirty="0"/>
              <a:t>) </a:t>
            </a:r>
          </a:p>
          <a:p>
            <a:r>
              <a:rPr lang="en-US" altLang="ko-KR" dirty="0"/>
              <a:t>12/15 : </a:t>
            </a:r>
            <a:r>
              <a:rPr lang="ko-KR" altLang="en-US" dirty="0"/>
              <a:t>비밀유지 양해 부탁 </a:t>
            </a:r>
            <a:r>
              <a:rPr lang="en-US" altLang="ko-KR" dirty="0"/>
              <a:t>/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57755">
              <a:defRPr/>
            </a:pPr>
            <a:fld id="{2B8DFE68-44DA-46E6-B8A3-9F09BDCA52AB}" type="slidenum">
              <a:rPr lang="ko-KR" altLang="en-US">
                <a:solidFill>
                  <a:prstClr val="black"/>
                </a:solidFill>
              </a:rPr>
              <a:pPr defTabSz="457755">
                <a:defRPr/>
              </a:pPr>
              <a:t>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98355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CADD8-3CD6-6D43-22CE-B387A38B6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D868F8-9FA0-2A62-27A2-55EFDD83AA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AF22E2-1393-68BD-D6BA-562222EF4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3D5670-6FCC-E3C1-176E-824D21A931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41687">
              <a:defRPr/>
            </a:pPr>
            <a:fld id="{2B8DFE68-44DA-46E6-B8A3-9F09BDCA52AB}" type="slidenum">
              <a:rPr lang="ko-KR" altLang="en-US">
                <a:solidFill>
                  <a:prstClr val="black"/>
                </a:solidFill>
              </a:rPr>
              <a:pPr defTabSz="441687">
                <a:defRPr/>
              </a:pPr>
              <a:t>5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370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신갈</a:t>
            </a:r>
            <a:r>
              <a:rPr lang="ko-KR" altLang="en-US" dirty="0"/>
              <a:t> 또는 부산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자리츠</a:t>
            </a:r>
            <a:r>
              <a:rPr lang="ko-KR" altLang="en-US" dirty="0"/>
              <a:t> 등 투자 시 유상증자에 대한 내용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FE68-44DA-46E6-B8A3-9F09BDCA52AB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78059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AE0D8-1321-460A-0E64-3EE156F56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65280A-2655-98E5-8643-168ECE824C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040F80-F548-59E9-38A8-ECDE30B82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신갈</a:t>
            </a:r>
            <a:r>
              <a:rPr lang="ko-KR" altLang="en-US" dirty="0"/>
              <a:t> 또는 부산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자리츠</a:t>
            </a:r>
            <a:r>
              <a:rPr lang="ko-KR" altLang="en-US" dirty="0"/>
              <a:t> 등 투자 시 유상증자에 대한 내용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5B94C4-441D-0D42-9F0C-4EB3C2D789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FE68-44DA-46E6-B8A3-9F09BDCA52AB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78488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FE68-44DA-46E6-B8A3-9F09BDCA52AB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430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ED7BC-9ADE-92BF-4D0F-CCF662269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FEA9B1-FF2F-681A-2624-A30D7BFD6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6846AF-4733-2F83-D13A-E41A9ADEC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일정 </a:t>
            </a:r>
            <a:r>
              <a:rPr lang="en-US" altLang="ko-KR" dirty="0"/>
              <a:t>/ </a:t>
            </a:r>
            <a:r>
              <a:rPr lang="ko-KR" altLang="en-US" dirty="0"/>
              <a:t>추가 작성 및 수정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홍보관련 일정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(1</a:t>
            </a:r>
            <a:r>
              <a:rPr lang="ko-KR" altLang="en-US" dirty="0"/>
              <a:t>월 이후</a:t>
            </a:r>
            <a:r>
              <a:rPr lang="en-US" altLang="ko-KR" dirty="0"/>
              <a:t>, </a:t>
            </a:r>
            <a:r>
              <a:rPr lang="ko-KR" altLang="en-US" dirty="0"/>
              <a:t>물리실사 이후 홍보내용 </a:t>
            </a:r>
            <a:r>
              <a:rPr lang="ko-KR" altLang="en-US" dirty="0" err="1"/>
              <a:t>베포</a:t>
            </a:r>
            <a:r>
              <a:rPr lang="en-US" altLang="ko-KR" dirty="0"/>
              <a:t>) </a:t>
            </a:r>
          </a:p>
          <a:p>
            <a:r>
              <a:rPr lang="en-US" altLang="ko-KR" dirty="0"/>
              <a:t>12/15 : </a:t>
            </a:r>
            <a:r>
              <a:rPr lang="ko-KR" altLang="en-US" dirty="0"/>
              <a:t>비밀유지 양해 부탁 </a:t>
            </a:r>
            <a:r>
              <a:rPr lang="en-US" altLang="ko-KR" dirty="0"/>
              <a:t>/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ED13F8-E013-FA6D-7825-C30D3FC70C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57194">
              <a:defRPr/>
            </a:pPr>
            <a:fld id="{2B8DFE68-44DA-46E6-B8A3-9F09BDCA52AB}" type="slidenum">
              <a:rPr lang="ko-KR" altLang="en-US">
                <a:solidFill>
                  <a:prstClr val="black"/>
                </a:solidFill>
              </a:rPr>
              <a:pPr defTabSz="457194">
                <a:defRPr/>
              </a:pPr>
              <a:t>12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352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ED7BC-9ADE-92BF-4D0F-CCF662269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FEA9B1-FF2F-681A-2624-A30D7BFD6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6846AF-4733-2F83-D13A-E41A9ADEC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일정 </a:t>
            </a:r>
            <a:r>
              <a:rPr lang="en-US" altLang="ko-KR" dirty="0"/>
              <a:t>/ </a:t>
            </a:r>
            <a:r>
              <a:rPr lang="ko-KR" altLang="en-US" dirty="0"/>
              <a:t>추가 작성 및 수정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홍보관련 일정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(1</a:t>
            </a:r>
            <a:r>
              <a:rPr lang="ko-KR" altLang="en-US" dirty="0"/>
              <a:t>월 이후</a:t>
            </a:r>
            <a:r>
              <a:rPr lang="en-US" altLang="ko-KR" dirty="0"/>
              <a:t>, </a:t>
            </a:r>
            <a:r>
              <a:rPr lang="ko-KR" altLang="en-US" dirty="0"/>
              <a:t>물리실사 이후 홍보내용 </a:t>
            </a:r>
            <a:r>
              <a:rPr lang="ko-KR" altLang="en-US" dirty="0" err="1"/>
              <a:t>베포</a:t>
            </a:r>
            <a:r>
              <a:rPr lang="en-US" altLang="ko-KR" dirty="0"/>
              <a:t>) </a:t>
            </a:r>
          </a:p>
          <a:p>
            <a:r>
              <a:rPr lang="en-US" altLang="ko-KR" dirty="0"/>
              <a:t>12/15 : </a:t>
            </a:r>
            <a:r>
              <a:rPr lang="ko-KR" altLang="en-US" dirty="0"/>
              <a:t>비밀유지 양해 부탁 </a:t>
            </a:r>
            <a:r>
              <a:rPr lang="en-US" altLang="ko-KR" dirty="0"/>
              <a:t>/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ED13F8-E013-FA6D-7825-C30D3FC70C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57194">
              <a:defRPr/>
            </a:pPr>
            <a:fld id="{2B8DFE68-44DA-46E6-B8A3-9F09BDCA52AB}" type="slidenum">
              <a:rPr lang="ko-KR" altLang="en-US">
                <a:solidFill>
                  <a:prstClr val="black"/>
                </a:solidFill>
              </a:rPr>
              <a:pPr defTabSz="457194">
                <a:defRPr/>
              </a:pPr>
              <a:t>13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352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ED7BC-9ADE-92BF-4D0F-CCF662269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FEA9B1-FF2F-681A-2624-A30D7BFD6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6846AF-4733-2F83-D13A-E41A9ADEC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일정 </a:t>
            </a:r>
            <a:r>
              <a:rPr lang="en-US" altLang="ko-KR" dirty="0"/>
              <a:t>/ </a:t>
            </a:r>
            <a:r>
              <a:rPr lang="ko-KR" altLang="en-US" dirty="0"/>
              <a:t>추가 작성 및 수정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홍보관련 일정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(1</a:t>
            </a:r>
            <a:r>
              <a:rPr lang="ko-KR" altLang="en-US" dirty="0"/>
              <a:t>월 이후</a:t>
            </a:r>
            <a:r>
              <a:rPr lang="en-US" altLang="ko-KR" dirty="0"/>
              <a:t>, </a:t>
            </a:r>
            <a:r>
              <a:rPr lang="ko-KR" altLang="en-US" dirty="0"/>
              <a:t>물리실사 이후 홍보내용 </a:t>
            </a:r>
            <a:r>
              <a:rPr lang="ko-KR" altLang="en-US" dirty="0" err="1"/>
              <a:t>베포</a:t>
            </a:r>
            <a:r>
              <a:rPr lang="en-US" altLang="ko-KR" dirty="0"/>
              <a:t>) </a:t>
            </a:r>
          </a:p>
          <a:p>
            <a:r>
              <a:rPr lang="en-US" altLang="ko-KR" dirty="0"/>
              <a:t>12/15 : </a:t>
            </a:r>
            <a:r>
              <a:rPr lang="ko-KR" altLang="en-US" dirty="0"/>
              <a:t>비밀유지 양해 부탁 </a:t>
            </a:r>
            <a:r>
              <a:rPr lang="en-US" altLang="ko-KR" dirty="0"/>
              <a:t>/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ED13F8-E013-FA6D-7825-C30D3FC70C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57194">
              <a:defRPr/>
            </a:pPr>
            <a:fld id="{2B8DFE68-44DA-46E6-B8A3-9F09BDCA52AB}" type="slidenum">
              <a:rPr lang="ko-KR" altLang="en-US">
                <a:solidFill>
                  <a:prstClr val="black"/>
                </a:solidFill>
              </a:rPr>
              <a:pPr defTabSz="457194">
                <a:defRPr/>
              </a:pPr>
              <a:t>14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352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9BA2C-114C-9B13-0EBB-B16169C79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CF32DC5-DE0E-C73B-8E8B-9F88C40650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8073E3-6BB3-3FFF-09D2-851E9B463E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일정 </a:t>
            </a:r>
            <a:r>
              <a:rPr lang="en-US" altLang="ko-KR" dirty="0"/>
              <a:t>/ </a:t>
            </a:r>
            <a:r>
              <a:rPr lang="ko-KR" altLang="en-US" dirty="0"/>
              <a:t>추가 작성 및 수정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홍보관련 일정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(1</a:t>
            </a:r>
            <a:r>
              <a:rPr lang="ko-KR" altLang="en-US" dirty="0"/>
              <a:t>월 이후</a:t>
            </a:r>
            <a:r>
              <a:rPr lang="en-US" altLang="ko-KR" dirty="0"/>
              <a:t>, </a:t>
            </a:r>
            <a:r>
              <a:rPr lang="ko-KR" altLang="en-US" dirty="0"/>
              <a:t>물리실사 이후 홍보내용 </a:t>
            </a:r>
            <a:r>
              <a:rPr lang="ko-KR" altLang="en-US" dirty="0" err="1"/>
              <a:t>베포</a:t>
            </a:r>
            <a:r>
              <a:rPr lang="en-US" altLang="ko-KR" dirty="0"/>
              <a:t>) </a:t>
            </a:r>
          </a:p>
          <a:p>
            <a:r>
              <a:rPr lang="en-US" altLang="ko-KR" dirty="0"/>
              <a:t>12/15 : </a:t>
            </a:r>
            <a:r>
              <a:rPr lang="ko-KR" altLang="en-US" dirty="0"/>
              <a:t>비밀유지 양해 부탁 </a:t>
            </a:r>
            <a:r>
              <a:rPr lang="en-US" altLang="ko-KR" dirty="0"/>
              <a:t>/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13C3E5-ED48-2E93-E456-5415B2F1B3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57194">
              <a:defRPr/>
            </a:pPr>
            <a:fld id="{2B8DFE68-44DA-46E6-B8A3-9F09BDCA52AB}" type="slidenum">
              <a:rPr lang="ko-KR" altLang="en-US">
                <a:solidFill>
                  <a:prstClr val="black"/>
                </a:solidFill>
              </a:rPr>
              <a:pPr defTabSz="457194">
                <a:defRPr/>
              </a:pPr>
              <a:t>16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6598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ED7BC-9ADE-92BF-4D0F-CCF662269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FEA9B1-FF2F-681A-2624-A30D7BFD6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6846AF-4733-2F83-D13A-E41A9ADEC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일정 </a:t>
            </a:r>
            <a:r>
              <a:rPr lang="en-US" altLang="ko-KR" dirty="0"/>
              <a:t>/ </a:t>
            </a:r>
            <a:r>
              <a:rPr lang="ko-KR" altLang="en-US" dirty="0"/>
              <a:t>추가 작성 및 수정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홍보관련 일정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(1</a:t>
            </a:r>
            <a:r>
              <a:rPr lang="ko-KR" altLang="en-US" dirty="0"/>
              <a:t>월 이후</a:t>
            </a:r>
            <a:r>
              <a:rPr lang="en-US" altLang="ko-KR" dirty="0"/>
              <a:t>, </a:t>
            </a:r>
            <a:r>
              <a:rPr lang="ko-KR" altLang="en-US" dirty="0"/>
              <a:t>물리실사 이후 홍보내용 </a:t>
            </a:r>
            <a:r>
              <a:rPr lang="ko-KR" altLang="en-US" dirty="0" err="1"/>
              <a:t>베포</a:t>
            </a:r>
            <a:r>
              <a:rPr lang="en-US" altLang="ko-KR" dirty="0"/>
              <a:t>) </a:t>
            </a:r>
          </a:p>
          <a:p>
            <a:r>
              <a:rPr lang="en-US" altLang="ko-KR" dirty="0"/>
              <a:t>12/15 : </a:t>
            </a:r>
            <a:r>
              <a:rPr lang="ko-KR" altLang="en-US" dirty="0"/>
              <a:t>비밀유지 양해 부탁 </a:t>
            </a:r>
            <a:r>
              <a:rPr lang="en-US" altLang="ko-KR" dirty="0"/>
              <a:t>/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ED13F8-E013-FA6D-7825-C30D3FC70C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73196">
              <a:defRPr/>
            </a:pPr>
            <a:fld id="{2B8DFE68-44DA-46E6-B8A3-9F09BDCA52AB}" type="slidenum">
              <a:rPr lang="ko-KR" altLang="en-US">
                <a:solidFill>
                  <a:prstClr val="black"/>
                </a:solidFill>
              </a:rPr>
              <a:pPr defTabSz="473196">
                <a:defRPr/>
              </a:pPr>
              <a:t>20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48509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ED7BC-9ADE-92BF-4D0F-CCF662269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FEA9B1-FF2F-681A-2624-A30D7BFD6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6846AF-4733-2F83-D13A-E41A9ADEC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일정 </a:t>
            </a:r>
            <a:r>
              <a:rPr lang="en-US" altLang="ko-KR" dirty="0"/>
              <a:t>/ </a:t>
            </a:r>
            <a:r>
              <a:rPr lang="ko-KR" altLang="en-US" dirty="0"/>
              <a:t>추가 작성 및 수정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홍보관련 일정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(1</a:t>
            </a:r>
            <a:r>
              <a:rPr lang="ko-KR" altLang="en-US" dirty="0"/>
              <a:t>월 이후</a:t>
            </a:r>
            <a:r>
              <a:rPr lang="en-US" altLang="ko-KR" dirty="0"/>
              <a:t>, </a:t>
            </a:r>
            <a:r>
              <a:rPr lang="ko-KR" altLang="en-US" dirty="0"/>
              <a:t>물리실사 이후 홍보내용 </a:t>
            </a:r>
            <a:r>
              <a:rPr lang="ko-KR" altLang="en-US" dirty="0" err="1"/>
              <a:t>베포</a:t>
            </a:r>
            <a:r>
              <a:rPr lang="en-US" altLang="ko-KR" dirty="0"/>
              <a:t>) </a:t>
            </a:r>
          </a:p>
          <a:p>
            <a:r>
              <a:rPr lang="en-US" altLang="ko-KR" dirty="0"/>
              <a:t>12/15 : </a:t>
            </a:r>
            <a:r>
              <a:rPr lang="ko-KR" altLang="en-US" dirty="0"/>
              <a:t>비밀유지 양해 부탁 </a:t>
            </a:r>
            <a:r>
              <a:rPr lang="en-US" altLang="ko-KR" dirty="0"/>
              <a:t>/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ED13F8-E013-FA6D-7825-C30D3FC70C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73196">
              <a:defRPr/>
            </a:pPr>
            <a:fld id="{2B8DFE68-44DA-46E6-B8A3-9F09BDCA52AB}" type="slidenum">
              <a:rPr lang="ko-KR" altLang="en-US">
                <a:solidFill>
                  <a:prstClr val="black"/>
                </a:solidFill>
              </a:rPr>
              <a:pPr defTabSz="473196">
                <a:defRPr/>
              </a:pPr>
              <a:t>21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7503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3058-06E1-18A5-E76E-D38E3BB65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3D5638-473E-93C1-A616-DFF4534A8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A8CFAF1-35C8-BF5B-5A9A-05620BC3E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273E23-B973-0165-EE34-7AE4673219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8DFE68-44DA-46E6-B8A3-9F09BDCA52AB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2840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ED7BC-9ADE-92BF-4D0F-CCF662269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FEA9B1-FF2F-681A-2624-A30D7BFD6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6846AF-4733-2F83-D13A-E41A9ADEC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일정 </a:t>
            </a:r>
            <a:r>
              <a:rPr lang="en-US" altLang="ko-KR" dirty="0"/>
              <a:t>/ </a:t>
            </a:r>
            <a:r>
              <a:rPr lang="ko-KR" altLang="en-US" dirty="0"/>
              <a:t>추가 작성 및 수정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홍보관련 일정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(1</a:t>
            </a:r>
            <a:r>
              <a:rPr lang="ko-KR" altLang="en-US" dirty="0"/>
              <a:t>월 이후</a:t>
            </a:r>
            <a:r>
              <a:rPr lang="en-US" altLang="ko-KR" dirty="0"/>
              <a:t>, </a:t>
            </a:r>
            <a:r>
              <a:rPr lang="ko-KR" altLang="en-US" dirty="0"/>
              <a:t>물리실사 이후 홍보내용 </a:t>
            </a:r>
            <a:r>
              <a:rPr lang="ko-KR" altLang="en-US" dirty="0" err="1"/>
              <a:t>베포</a:t>
            </a:r>
            <a:r>
              <a:rPr lang="en-US" altLang="ko-KR" dirty="0"/>
              <a:t>) </a:t>
            </a:r>
          </a:p>
          <a:p>
            <a:r>
              <a:rPr lang="en-US" altLang="ko-KR" dirty="0"/>
              <a:t>12/15 : </a:t>
            </a:r>
            <a:r>
              <a:rPr lang="ko-KR" altLang="en-US" dirty="0"/>
              <a:t>비밀유지 양해 부탁 </a:t>
            </a:r>
            <a:r>
              <a:rPr lang="en-US" altLang="ko-KR" dirty="0"/>
              <a:t>/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ED13F8-E013-FA6D-7825-C30D3FC70C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57194">
              <a:defRPr/>
            </a:pPr>
            <a:fld id="{2B8DFE68-44DA-46E6-B8A3-9F09BDCA52AB}" type="slidenum">
              <a:rPr lang="ko-KR" altLang="en-US">
                <a:solidFill>
                  <a:prstClr val="black"/>
                </a:solidFill>
              </a:rPr>
              <a:pPr defTabSz="457194">
                <a:defRPr/>
              </a:pPr>
              <a:t>26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352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C1BC8-5EE0-E69D-399E-B2293C1D7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A68858-8ECC-2BAF-AA56-6A3FC12707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5ACDC3-B25E-41BB-3421-D1E002578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일정 </a:t>
            </a:r>
            <a:r>
              <a:rPr lang="en-US" altLang="ko-KR" dirty="0"/>
              <a:t>/ </a:t>
            </a:r>
            <a:r>
              <a:rPr lang="ko-KR" altLang="en-US" dirty="0"/>
              <a:t>추가 작성 및 수정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홍보관련 일정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(1</a:t>
            </a:r>
            <a:r>
              <a:rPr lang="ko-KR" altLang="en-US" dirty="0"/>
              <a:t>월 이후</a:t>
            </a:r>
            <a:r>
              <a:rPr lang="en-US" altLang="ko-KR" dirty="0"/>
              <a:t>, </a:t>
            </a:r>
            <a:r>
              <a:rPr lang="ko-KR" altLang="en-US" dirty="0"/>
              <a:t>물리실사 이후 홍보내용 </a:t>
            </a:r>
            <a:r>
              <a:rPr lang="ko-KR" altLang="en-US" dirty="0" err="1"/>
              <a:t>베포</a:t>
            </a:r>
            <a:r>
              <a:rPr lang="en-US" altLang="ko-KR" dirty="0"/>
              <a:t>) </a:t>
            </a:r>
          </a:p>
          <a:p>
            <a:r>
              <a:rPr lang="en-US" altLang="ko-KR" dirty="0"/>
              <a:t>12/15 : </a:t>
            </a:r>
            <a:r>
              <a:rPr lang="ko-KR" altLang="en-US" dirty="0"/>
              <a:t>비밀유지 양해 부탁 </a:t>
            </a:r>
            <a:r>
              <a:rPr lang="en-US" altLang="ko-KR" dirty="0"/>
              <a:t>/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2BAC4B-94D0-9636-33EE-8D860CC7A4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57194">
              <a:defRPr/>
            </a:pPr>
            <a:fld id="{2B8DFE68-44DA-46E6-B8A3-9F09BDCA52AB}" type="slidenum">
              <a:rPr lang="ko-KR" altLang="en-US">
                <a:solidFill>
                  <a:prstClr val="black"/>
                </a:solidFill>
              </a:rPr>
              <a:pPr defTabSz="457194">
                <a:defRPr/>
              </a:pPr>
              <a:t>27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3106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0ECA4-4D05-F978-E763-083EE2A04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B22C0B-6FA6-0F72-CCDC-CBA9FE6B48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6EAD13-D9A9-EB9A-59C0-9C31D8350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일정 </a:t>
            </a:r>
            <a:r>
              <a:rPr lang="en-US" altLang="ko-KR" dirty="0"/>
              <a:t>/ </a:t>
            </a:r>
            <a:r>
              <a:rPr lang="ko-KR" altLang="en-US" dirty="0"/>
              <a:t>추가 작성 및 수정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홍보관련 일정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(1</a:t>
            </a:r>
            <a:r>
              <a:rPr lang="ko-KR" altLang="en-US" dirty="0"/>
              <a:t>월 이후</a:t>
            </a:r>
            <a:r>
              <a:rPr lang="en-US" altLang="ko-KR" dirty="0"/>
              <a:t>, </a:t>
            </a:r>
            <a:r>
              <a:rPr lang="ko-KR" altLang="en-US" dirty="0"/>
              <a:t>물리실사 이후 홍보내용 </a:t>
            </a:r>
            <a:r>
              <a:rPr lang="ko-KR" altLang="en-US" dirty="0" err="1"/>
              <a:t>베포</a:t>
            </a:r>
            <a:r>
              <a:rPr lang="en-US" altLang="ko-KR" dirty="0"/>
              <a:t>) </a:t>
            </a:r>
          </a:p>
          <a:p>
            <a:r>
              <a:rPr lang="en-US" altLang="ko-KR" dirty="0"/>
              <a:t>12/15 : </a:t>
            </a:r>
            <a:r>
              <a:rPr lang="ko-KR" altLang="en-US" dirty="0"/>
              <a:t>비밀유지 양해 부탁 </a:t>
            </a:r>
            <a:r>
              <a:rPr lang="en-US" altLang="ko-KR" dirty="0"/>
              <a:t>/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5AF98C-89F2-0F0D-43D5-F07A0F43AC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57194">
              <a:defRPr/>
            </a:pPr>
            <a:fld id="{2B8DFE68-44DA-46E6-B8A3-9F09BDCA52AB}" type="slidenum">
              <a:rPr lang="ko-KR" altLang="en-US">
                <a:solidFill>
                  <a:prstClr val="black"/>
                </a:solidFill>
              </a:rPr>
              <a:pPr defTabSz="457194">
                <a:defRPr/>
              </a:pPr>
              <a:t>28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34222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1F4FA-D0CC-9DDE-DA6C-E6171122A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0960AB-C532-4BAC-5859-A254B3AE4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DF924F-4F1B-D6DC-D94A-1E48BC003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일정 </a:t>
            </a:r>
            <a:r>
              <a:rPr lang="en-US" altLang="ko-KR" dirty="0"/>
              <a:t>/ </a:t>
            </a:r>
            <a:r>
              <a:rPr lang="ko-KR" altLang="en-US" dirty="0"/>
              <a:t>추가 작성 및 수정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홍보관련 일정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(1</a:t>
            </a:r>
            <a:r>
              <a:rPr lang="ko-KR" altLang="en-US" dirty="0"/>
              <a:t>월 이후</a:t>
            </a:r>
            <a:r>
              <a:rPr lang="en-US" altLang="ko-KR" dirty="0"/>
              <a:t>, </a:t>
            </a:r>
            <a:r>
              <a:rPr lang="ko-KR" altLang="en-US" dirty="0"/>
              <a:t>물리실사 이후 홍보내용 </a:t>
            </a:r>
            <a:r>
              <a:rPr lang="ko-KR" altLang="en-US" dirty="0" err="1"/>
              <a:t>베포</a:t>
            </a:r>
            <a:r>
              <a:rPr lang="en-US" altLang="ko-KR" dirty="0"/>
              <a:t>) </a:t>
            </a:r>
          </a:p>
          <a:p>
            <a:r>
              <a:rPr lang="en-US" altLang="ko-KR" dirty="0"/>
              <a:t>12/15 : </a:t>
            </a:r>
            <a:r>
              <a:rPr lang="ko-KR" altLang="en-US" dirty="0"/>
              <a:t>비밀유지 양해 부탁 </a:t>
            </a:r>
            <a:r>
              <a:rPr lang="en-US" altLang="ko-KR" dirty="0"/>
              <a:t>/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816C15-A821-8025-C928-1C56DAF53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57194">
              <a:defRPr/>
            </a:pPr>
            <a:fld id="{2B8DFE68-44DA-46E6-B8A3-9F09BDCA52AB}" type="slidenum">
              <a:rPr lang="ko-KR" altLang="en-US">
                <a:solidFill>
                  <a:prstClr val="black"/>
                </a:solidFill>
              </a:rPr>
              <a:pPr defTabSz="457194">
                <a:defRPr/>
              </a:pPr>
              <a:t>29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7252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9C5A5-6206-C698-1F2A-266F137A4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F94628-021E-C2D4-F74B-8309DCE2DC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F79887-404E-3029-6E36-AC4A23958B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일정 </a:t>
            </a:r>
            <a:r>
              <a:rPr lang="en-US" altLang="ko-KR" dirty="0"/>
              <a:t>/ </a:t>
            </a:r>
            <a:r>
              <a:rPr lang="ko-KR" altLang="en-US" dirty="0"/>
              <a:t>추가 작성 및 수정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홍보관련 일정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(1</a:t>
            </a:r>
            <a:r>
              <a:rPr lang="ko-KR" altLang="en-US" dirty="0"/>
              <a:t>월 이후</a:t>
            </a:r>
            <a:r>
              <a:rPr lang="en-US" altLang="ko-KR" dirty="0"/>
              <a:t>, </a:t>
            </a:r>
            <a:r>
              <a:rPr lang="ko-KR" altLang="en-US" dirty="0"/>
              <a:t>물리실사 이후 홍보내용 </a:t>
            </a:r>
            <a:r>
              <a:rPr lang="ko-KR" altLang="en-US" dirty="0" err="1"/>
              <a:t>베포</a:t>
            </a:r>
            <a:r>
              <a:rPr lang="en-US" altLang="ko-KR" dirty="0"/>
              <a:t>) </a:t>
            </a:r>
          </a:p>
          <a:p>
            <a:r>
              <a:rPr lang="en-US" altLang="ko-KR" dirty="0"/>
              <a:t>12/15 : </a:t>
            </a:r>
            <a:r>
              <a:rPr lang="ko-KR" altLang="en-US" dirty="0"/>
              <a:t>비밀유지 양해 부탁 </a:t>
            </a:r>
            <a:r>
              <a:rPr lang="en-US" altLang="ko-KR" dirty="0"/>
              <a:t>/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C82912-8B06-C87F-B861-13E16409B2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57194">
              <a:defRPr/>
            </a:pPr>
            <a:fld id="{2B8DFE68-44DA-46E6-B8A3-9F09BDCA52AB}" type="slidenum">
              <a:rPr lang="ko-KR" altLang="en-US">
                <a:solidFill>
                  <a:prstClr val="black"/>
                </a:solidFill>
              </a:rPr>
              <a:pPr defTabSz="457194">
                <a:defRPr/>
              </a:pPr>
              <a:t>30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7611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18E7A-BE18-122A-00B2-0F3489C93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A45C3A-CB33-9AE2-161A-66E87A09E1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95EA1C-FB1C-4377-1B73-6916FA6EE6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일정 </a:t>
            </a:r>
            <a:r>
              <a:rPr lang="en-US" altLang="ko-KR" dirty="0"/>
              <a:t>/ </a:t>
            </a:r>
            <a:r>
              <a:rPr lang="ko-KR" altLang="en-US" dirty="0"/>
              <a:t>추가 작성 및 수정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홍보관련 일정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(1</a:t>
            </a:r>
            <a:r>
              <a:rPr lang="ko-KR" altLang="en-US" dirty="0"/>
              <a:t>월 이후</a:t>
            </a:r>
            <a:r>
              <a:rPr lang="en-US" altLang="ko-KR" dirty="0"/>
              <a:t>, </a:t>
            </a:r>
            <a:r>
              <a:rPr lang="ko-KR" altLang="en-US" dirty="0"/>
              <a:t>물리실사 이후 홍보내용 </a:t>
            </a:r>
            <a:r>
              <a:rPr lang="ko-KR" altLang="en-US" dirty="0" err="1"/>
              <a:t>베포</a:t>
            </a:r>
            <a:r>
              <a:rPr lang="en-US" altLang="ko-KR" dirty="0"/>
              <a:t>) </a:t>
            </a:r>
          </a:p>
          <a:p>
            <a:r>
              <a:rPr lang="en-US" altLang="ko-KR" dirty="0"/>
              <a:t>12/15 : </a:t>
            </a:r>
            <a:r>
              <a:rPr lang="ko-KR" altLang="en-US" dirty="0"/>
              <a:t>비밀유지 양해 부탁 </a:t>
            </a:r>
            <a:r>
              <a:rPr lang="en-US" altLang="ko-KR" dirty="0"/>
              <a:t>/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30EE0F-828F-BDCF-E795-0C188CCA43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57194">
              <a:defRPr/>
            </a:pPr>
            <a:fld id="{2B8DFE68-44DA-46E6-B8A3-9F09BDCA52AB}" type="slidenum">
              <a:rPr lang="ko-KR" altLang="en-US">
                <a:solidFill>
                  <a:prstClr val="black"/>
                </a:solidFill>
              </a:rPr>
              <a:pPr defTabSz="457194">
                <a:defRPr/>
              </a:pPr>
              <a:t>31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727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126FA-1BE0-0B49-EF1D-C29F48765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65FAE0-6B53-8081-0728-815E34723D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DA5618-196E-9C6C-997F-A4DBD4669E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일정 </a:t>
            </a:r>
            <a:r>
              <a:rPr lang="en-US" altLang="ko-KR" dirty="0"/>
              <a:t>/ </a:t>
            </a:r>
            <a:r>
              <a:rPr lang="ko-KR" altLang="en-US" dirty="0"/>
              <a:t>추가 작성 및 수정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홍보관련 일정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(1</a:t>
            </a:r>
            <a:r>
              <a:rPr lang="ko-KR" altLang="en-US" dirty="0"/>
              <a:t>월 이후</a:t>
            </a:r>
            <a:r>
              <a:rPr lang="en-US" altLang="ko-KR" dirty="0"/>
              <a:t>, </a:t>
            </a:r>
            <a:r>
              <a:rPr lang="ko-KR" altLang="en-US" dirty="0"/>
              <a:t>물리실사 이후 홍보내용 </a:t>
            </a:r>
            <a:r>
              <a:rPr lang="ko-KR" altLang="en-US" dirty="0" err="1"/>
              <a:t>베포</a:t>
            </a:r>
            <a:r>
              <a:rPr lang="en-US" altLang="ko-KR" dirty="0"/>
              <a:t>) </a:t>
            </a:r>
          </a:p>
          <a:p>
            <a:r>
              <a:rPr lang="en-US" altLang="ko-KR" dirty="0"/>
              <a:t>12/15 : </a:t>
            </a:r>
            <a:r>
              <a:rPr lang="ko-KR" altLang="en-US" dirty="0"/>
              <a:t>비밀유지 양해 부탁 </a:t>
            </a:r>
            <a:r>
              <a:rPr lang="en-US" altLang="ko-KR" dirty="0"/>
              <a:t>/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D3F2B7-EB39-D84E-EF8B-8DB8D44B85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57194">
              <a:defRPr/>
            </a:pPr>
            <a:fld id="{2B8DFE68-44DA-46E6-B8A3-9F09BDCA52AB}" type="slidenum">
              <a:rPr lang="ko-KR" altLang="en-US">
                <a:solidFill>
                  <a:prstClr val="black"/>
                </a:solidFill>
              </a:rPr>
              <a:pPr defTabSz="457194">
                <a:defRPr/>
              </a:pPr>
              <a:t>32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8446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35CD9-EFA8-8A27-07E4-6A31FD019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AE8D87-75B3-12E2-8329-02E71159C8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776968-5E55-0617-D6CE-1E4B23E00D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일정 </a:t>
            </a:r>
            <a:r>
              <a:rPr lang="en-US" altLang="ko-KR" dirty="0"/>
              <a:t>/ </a:t>
            </a:r>
            <a:r>
              <a:rPr lang="ko-KR" altLang="en-US" dirty="0"/>
              <a:t>추가 작성 및 수정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홍보관련 일정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(1</a:t>
            </a:r>
            <a:r>
              <a:rPr lang="ko-KR" altLang="en-US" dirty="0"/>
              <a:t>월 이후</a:t>
            </a:r>
            <a:r>
              <a:rPr lang="en-US" altLang="ko-KR" dirty="0"/>
              <a:t>, </a:t>
            </a:r>
            <a:r>
              <a:rPr lang="ko-KR" altLang="en-US" dirty="0"/>
              <a:t>물리실사 이후 홍보내용 </a:t>
            </a:r>
            <a:r>
              <a:rPr lang="ko-KR" altLang="en-US" dirty="0" err="1"/>
              <a:t>베포</a:t>
            </a:r>
            <a:r>
              <a:rPr lang="en-US" altLang="ko-KR" dirty="0"/>
              <a:t>) </a:t>
            </a:r>
          </a:p>
          <a:p>
            <a:r>
              <a:rPr lang="en-US" altLang="ko-KR" dirty="0"/>
              <a:t>12/15 : </a:t>
            </a:r>
            <a:r>
              <a:rPr lang="ko-KR" altLang="en-US" dirty="0"/>
              <a:t>비밀유지 양해 부탁 </a:t>
            </a:r>
            <a:r>
              <a:rPr lang="en-US" altLang="ko-KR" dirty="0"/>
              <a:t>/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0B0016-03D6-0452-1F10-74597AD236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57194">
              <a:defRPr/>
            </a:pPr>
            <a:fld id="{2B8DFE68-44DA-46E6-B8A3-9F09BDCA52AB}" type="slidenum">
              <a:rPr lang="ko-KR" altLang="en-US">
                <a:solidFill>
                  <a:prstClr val="black"/>
                </a:solidFill>
              </a:rPr>
              <a:pPr defTabSz="457194">
                <a:defRPr/>
              </a:pPr>
              <a:t>33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2873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B13DA-4510-27D4-4F4E-2FDEF18F2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9AA2CB-5E19-22C4-9A6B-F8C127B63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62D206-178D-3BCD-C1CB-F7B5AAEEC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일정 </a:t>
            </a:r>
            <a:r>
              <a:rPr lang="en-US" altLang="ko-KR" dirty="0"/>
              <a:t>/ </a:t>
            </a:r>
            <a:r>
              <a:rPr lang="ko-KR" altLang="en-US" dirty="0"/>
              <a:t>추가 작성 및 수정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홍보관련 일정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(1</a:t>
            </a:r>
            <a:r>
              <a:rPr lang="ko-KR" altLang="en-US" dirty="0"/>
              <a:t>월 이후</a:t>
            </a:r>
            <a:r>
              <a:rPr lang="en-US" altLang="ko-KR" dirty="0"/>
              <a:t>, </a:t>
            </a:r>
            <a:r>
              <a:rPr lang="ko-KR" altLang="en-US" dirty="0"/>
              <a:t>물리실사 이후 홍보내용 </a:t>
            </a:r>
            <a:r>
              <a:rPr lang="ko-KR" altLang="en-US" dirty="0" err="1"/>
              <a:t>베포</a:t>
            </a:r>
            <a:r>
              <a:rPr lang="en-US" altLang="ko-KR" dirty="0"/>
              <a:t>) </a:t>
            </a:r>
          </a:p>
          <a:p>
            <a:r>
              <a:rPr lang="en-US" altLang="ko-KR" dirty="0"/>
              <a:t>12/15 : </a:t>
            </a:r>
            <a:r>
              <a:rPr lang="ko-KR" altLang="en-US" dirty="0"/>
              <a:t>비밀유지 양해 부탁 </a:t>
            </a:r>
            <a:r>
              <a:rPr lang="en-US" altLang="ko-KR" dirty="0"/>
              <a:t>/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7E6255-5684-6829-3C12-3B0BF22590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57194">
              <a:defRPr/>
            </a:pPr>
            <a:fld id="{2B8DFE68-44DA-46E6-B8A3-9F09BDCA52AB}" type="slidenum">
              <a:rPr lang="ko-KR" altLang="en-US">
                <a:solidFill>
                  <a:prstClr val="black"/>
                </a:solidFill>
              </a:rPr>
              <a:pPr defTabSz="457194">
                <a:defRPr/>
              </a:pPr>
              <a:t>39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19325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D13FF-87B5-09AD-07F6-F22F8655C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551DCA-2B62-615F-8B38-1ECBBDCA68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410210-E407-9331-E722-4F59C3C65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일정 </a:t>
            </a:r>
            <a:r>
              <a:rPr lang="en-US" altLang="ko-KR" dirty="0"/>
              <a:t>/ </a:t>
            </a:r>
            <a:r>
              <a:rPr lang="ko-KR" altLang="en-US" dirty="0"/>
              <a:t>추가 작성 및 수정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홍보관련 일정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(1</a:t>
            </a:r>
            <a:r>
              <a:rPr lang="ko-KR" altLang="en-US" dirty="0"/>
              <a:t>월 이후</a:t>
            </a:r>
            <a:r>
              <a:rPr lang="en-US" altLang="ko-KR" dirty="0"/>
              <a:t>, </a:t>
            </a:r>
            <a:r>
              <a:rPr lang="ko-KR" altLang="en-US" dirty="0"/>
              <a:t>물리실사 이후 홍보내용 </a:t>
            </a:r>
            <a:r>
              <a:rPr lang="ko-KR" altLang="en-US" dirty="0" err="1"/>
              <a:t>베포</a:t>
            </a:r>
            <a:r>
              <a:rPr lang="en-US" altLang="ko-KR" dirty="0"/>
              <a:t>) </a:t>
            </a:r>
          </a:p>
          <a:p>
            <a:r>
              <a:rPr lang="en-US" altLang="ko-KR" dirty="0"/>
              <a:t>12/15 : </a:t>
            </a:r>
            <a:r>
              <a:rPr lang="ko-KR" altLang="en-US" dirty="0"/>
              <a:t>비밀유지 양해 부탁 </a:t>
            </a:r>
            <a:r>
              <a:rPr lang="en-US" altLang="ko-KR" dirty="0"/>
              <a:t>/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96DA44-67D7-B32B-D460-2A6ABB877D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57194">
              <a:defRPr/>
            </a:pPr>
            <a:fld id="{2B8DFE68-44DA-46E6-B8A3-9F09BDCA52AB}" type="slidenum">
              <a:rPr lang="ko-KR" altLang="en-US">
                <a:solidFill>
                  <a:prstClr val="black"/>
                </a:solidFill>
              </a:rPr>
              <a:pPr defTabSz="457194">
                <a:defRPr/>
              </a:pPr>
              <a:t>40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55915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DE4B2-ED5B-26E9-62B2-F2A354B33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D1455A-3900-F08F-316A-7C105F4EB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11B4FD-AED3-E8A0-3707-823F1722C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일정 </a:t>
            </a:r>
            <a:r>
              <a:rPr lang="en-US" altLang="ko-KR" dirty="0"/>
              <a:t>/ </a:t>
            </a:r>
            <a:r>
              <a:rPr lang="ko-KR" altLang="en-US" dirty="0"/>
              <a:t>추가 작성 및 수정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홍보관련 일정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(1</a:t>
            </a:r>
            <a:r>
              <a:rPr lang="ko-KR" altLang="en-US" dirty="0"/>
              <a:t>월 이후</a:t>
            </a:r>
            <a:r>
              <a:rPr lang="en-US" altLang="ko-KR" dirty="0"/>
              <a:t>, </a:t>
            </a:r>
            <a:r>
              <a:rPr lang="ko-KR" altLang="en-US" dirty="0"/>
              <a:t>물리실사 이후 홍보내용 </a:t>
            </a:r>
            <a:r>
              <a:rPr lang="ko-KR" altLang="en-US" dirty="0" err="1"/>
              <a:t>베포</a:t>
            </a:r>
            <a:r>
              <a:rPr lang="en-US" altLang="ko-KR" dirty="0"/>
              <a:t>) </a:t>
            </a:r>
          </a:p>
          <a:p>
            <a:r>
              <a:rPr lang="en-US" altLang="ko-KR" dirty="0"/>
              <a:t>12/15 : </a:t>
            </a:r>
            <a:r>
              <a:rPr lang="ko-KR" altLang="en-US" dirty="0"/>
              <a:t>비밀유지 양해 부탁 </a:t>
            </a:r>
            <a:r>
              <a:rPr lang="en-US" altLang="ko-KR" dirty="0"/>
              <a:t>/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6C61D3-F6C4-81BF-8426-E914E27FA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57194">
              <a:defRPr/>
            </a:pPr>
            <a:fld id="{2B8DFE68-44DA-46E6-B8A3-9F09BDCA52AB}" type="slidenum">
              <a:rPr lang="ko-KR" altLang="en-US">
                <a:solidFill>
                  <a:prstClr val="black"/>
                </a:solidFill>
              </a:rPr>
              <a:pPr defTabSz="457194">
                <a:defRPr/>
              </a:pPr>
              <a:t>41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37436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09C62-96CD-E5A8-C79C-F24C08629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1ED936-0E7A-F5F4-EFFE-A6F3589650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1BCD25-0F94-F19A-E8F9-1C098AD80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일정 </a:t>
            </a:r>
            <a:r>
              <a:rPr lang="en-US" altLang="ko-KR" dirty="0"/>
              <a:t>/ </a:t>
            </a:r>
            <a:r>
              <a:rPr lang="ko-KR" altLang="en-US" dirty="0"/>
              <a:t>추가 작성 및 수정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홍보관련 일정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(1</a:t>
            </a:r>
            <a:r>
              <a:rPr lang="ko-KR" altLang="en-US" dirty="0"/>
              <a:t>월 이후</a:t>
            </a:r>
            <a:r>
              <a:rPr lang="en-US" altLang="ko-KR" dirty="0"/>
              <a:t>, </a:t>
            </a:r>
            <a:r>
              <a:rPr lang="ko-KR" altLang="en-US" dirty="0"/>
              <a:t>물리실사 이후 홍보내용 </a:t>
            </a:r>
            <a:r>
              <a:rPr lang="ko-KR" altLang="en-US" dirty="0" err="1"/>
              <a:t>베포</a:t>
            </a:r>
            <a:r>
              <a:rPr lang="en-US" altLang="ko-KR" dirty="0"/>
              <a:t>) </a:t>
            </a:r>
          </a:p>
          <a:p>
            <a:r>
              <a:rPr lang="en-US" altLang="ko-KR" dirty="0"/>
              <a:t>12/15 : </a:t>
            </a:r>
            <a:r>
              <a:rPr lang="ko-KR" altLang="en-US" dirty="0"/>
              <a:t>비밀유지 양해 부탁 </a:t>
            </a:r>
            <a:r>
              <a:rPr lang="en-US" altLang="ko-KR" dirty="0"/>
              <a:t>/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DB1246-18C1-C239-F0C0-44950396EC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57194">
              <a:defRPr/>
            </a:pPr>
            <a:fld id="{2B8DFE68-44DA-46E6-B8A3-9F09BDCA52AB}" type="slidenum">
              <a:rPr lang="ko-KR" altLang="en-US">
                <a:solidFill>
                  <a:prstClr val="black"/>
                </a:solidFill>
              </a:rPr>
              <a:pPr defTabSz="457194">
                <a:defRPr/>
              </a:pPr>
              <a:t>42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589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3496F34-2D2E-7200-596D-F5A884BEB510}"/>
              </a:ext>
            </a:extLst>
          </p:cNvPr>
          <p:cNvSpPr/>
          <p:nvPr userDrawn="1"/>
        </p:nvSpPr>
        <p:spPr>
          <a:xfrm>
            <a:off x="6388270" y="7142318"/>
            <a:ext cx="4261488" cy="253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660073" y="7173747"/>
            <a:ext cx="82532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그룹 8"/>
          <p:cNvGrpSpPr/>
          <p:nvPr userDrawn="1"/>
        </p:nvGrpSpPr>
        <p:grpSpPr>
          <a:xfrm>
            <a:off x="9276077" y="6972575"/>
            <a:ext cx="1110305" cy="316737"/>
            <a:chOff x="10506075" y="5289550"/>
            <a:chExt cx="1028701" cy="287338"/>
          </a:xfrm>
          <a:solidFill>
            <a:schemeClr val="bg1">
              <a:lumMod val="75000"/>
            </a:schemeClr>
          </a:solidFill>
        </p:grpSpPr>
        <p:sp>
          <p:nvSpPr>
            <p:cNvPr id="10" name="Freeform 5"/>
            <p:cNvSpPr>
              <a:spLocks noEditPoints="1"/>
            </p:cNvSpPr>
            <p:nvPr/>
          </p:nvSpPr>
          <p:spPr bwMode="auto">
            <a:xfrm>
              <a:off x="10585450" y="5395913"/>
              <a:ext cx="95250" cy="101600"/>
            </a:xfrm>
            <a:custGeom>
              <a:avLst/>
              <a:gdLst>
                <a:gd name="T0" fmla="*/ 13 w 25"/>
                <a:gd name="T1" fmla="*/ 0 h 26"/>
                <a:gd name="T2" fmla="*/ 0 w 25"/>
                <a:gd name="T3" fmla="*/ 13 h 26"/>
                <a:gd name="T4" fmla="*/ 13 w 25"/>
                <a:gd name="T5" fmla="*/ 26 h 26"/>
                <a:gd name="T6" fmla="*/ 25 w 25"/>
                <a:gd name="T7" fmla="*/ 13 h 26"/>
                <a:gd name="T8" fmla="*/ 13 w 25"/>
                <a:gd name="T9" fmla="*/ 0 h 26"/>
                <a:gd name="T10" fmla="*/ 13 w 25"/>
                <a:gd name="T11" fmla="*/ 20 h 26"/>
                <a:gd name="T12" fmla="*/ 6 w 25"/>
                <a:gd name="T13" fmla="*/ 13 h 26"/>
                <a:gd name="T14" fmla="*/ 13 w 25"/>
                <a:gd name="T15" fmla="*/ 7 h 26"/>
                <a:gd name="T16" fmla="*/ 19 w 25"/>
                <a:gd name="T17" fmla="*/ 13 h 26"/>
                <a:gd name="T18" fmla="*/ 13 w 25"/>
                <a:gd name="T19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26">
                  <a:moveTo>
                    <a:pt x="13" y="0"/>
                  </a:moveTo>
                  <a:cubicBezTo>
                    <a:pt x="5" y="0"/>
                    <a:pt x="0" y="6"/>
                    <a:pt x="0" y="13"/>
                  </a:cubicBezTo>
                  <a:cubicBezTo>
                    <a:pt x="0" y="20"/>
                    <a:pt x="5" y="26"/>
                    <a:pt x="13" y="26"/>
                  </a:cubicBezTo>
                  <a:cubicBezTo>
                    <a:pt x="20" y="26"/>
                    <a:pt x="25" y="20"/>
                    <a:pt x="25" y="13"/>
                  </a:cubicBezTo>
                  <a:cubicBezTo>
                    <a:pt x="25" y="6"/>
                    <a:pt x="20" y="0"/>
                    <a:pt x="13" y="0"/>
                  </a:cubicBezTo>
                  <a:close/>
                  <a:moveTo>
                    <a:pt x="13" y="20"/>
                  </a:move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6" y="7"/>
                    <a:pt x="19" y="10"/>
                    <a:pt x="19" y="13"/>
                  </a:cubicBezTo>
                  <a:cubicBezTo>
                    <a:pt x="19" y="17"/>
                    <a:pt x="16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11071225" y="5395913"/>
              <a:ext cx="95250" cy="101600"/>
            </a:xfrm>
            <a:custGeom>
              <a:avLst/>
              <a:gdLst>
                <a:gd name="T0" fmla="*/ 13 w 25"/>
                <a:gd name="T1" fmla="*/ 0 h 26"/>
                <a:gd name="T2" fmla="*/ 0 w 25"/>
                <a:gd name="T3" fmla="*/ 13 h 26"/>
                <a:gd name="T4" fmla="*/ 13 w 25"/>
                <a:gd name="T5" fmla="*/ 26 h 26"/>
                <a:gd name="T6" fmla="*/ 25 w 25"/>
                <a:gd name="T7" fmla="*/ 13 h 26"/>
                <a:gd name="T8" fmla="*/ 13 w 25"/>
                <a:gd name="T9" fmla="*/ 0 h 26"/>
                <a:gd name="T10" fmla="*/ 13 w 25"/>
                <a:gd name="T11" fmla="*/ 20 h 26"/>
                <a:gd name="T12" fmla="*/ 6 w 25"/>
                <a:gd name="T13" fmla="*/ 13 h 26"/>
                <a:gd name="T14" fmla="*/ 13 w 25"/>
                <a:gd name="T15" fmla="*/ 7 h 26"/>
                <a:gd name="T16" fmla="*/ 19 w 25"/>
                <a:gd name="T17" fmla="*/ 13 h 26"/>
                <a:gd name="T18" fmla="*/ 13 w 25"/>
                <a:gd name="T19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20" y="26"/>
                    <a:pt x="25" y="20"/>
                    <a:pt x="25" y="13"/>
                  </a:cubicBezTo>
                  <a:cubicBezTo>
                    <a:pt x="25" y="6"/>
                    <a:pt x="20" y="0"/>
                    <a:pt x="13" y="0"/>
                  </a:cubicBezTo>
                  <a:close/>
                  <a:moveTo>
                    <a:pt x="13" y="20"/>
                  </a:move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6" y="7"/>
                    <a:pt x="19" y="10"/>
                    <a:pt x="19" y="13"/>
                  </a:cubicBezTo>
                  <a:cubicBezTo>
                    <a:pt x="19" y="17"/>
                    <a:pt x="16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10710863" y="5399088"/>
              <a:ext cx="65088" cy="63500"/>
            </a:xfrm>
            <a:custGeom>
              <a:avLst/>
              <a:gdLst>
                <a:gd name="T0" fmla="*/ 7 w 17"/>
                <a:gd name="T1" fmla="*/ 16 h 16"/>
                <a:gd name="T2" fmla="*/ 9 w 17"/>
                <a:gd name="T3" fmla="*/ 16 h 16"/>
                <a:gd name="T4" fmla="*/ 17 w 17"/>
                <a:gd name="T5" fmla="*/ 8 h 16"/>
                <a:gd name="T6" fmla="*/ 9 w 17"/>
                <a:gd name="T7" fmla="*/ 0 h 16"/>
                <a:gd name="T8" fmla="*/ 0 w 17"/>
                <a:gd name="T9" fmla="*/ 0 h 16"/>
                <a:gd name="T10" fmla="*/ 1 w 17"/>
                <a:gd name="T11" fmla="*/ 5 h 16"/>
                <a:gd name="T12" fmla="*/ 8 w 17"/>
                <a:gd name="T13" fmla="*/ 5 h 16"/>
                <a:gd name="T14" fmla="*/ 11 w 17"/>
                <a:gd name="T15" fmla="*/ 8 h 16"/>
                <a:gd name="T16" fmla="*/ 8 w 17"/>
                <a:gd name="T17" fmla="*/ 12 h 16"/>
                <a:gd name="T18" fmla="*/ 4 w 17"/>
                <a:gd name="T19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7" y="16"/>
                  </a:moveTo>
                  <a:cubicBezTo>
                    <a:pt x="9" y="16"/>
                    <a:pt x="9" y="16"/>
                    <a:pt x="9" y="16"/>
                  </a:cubicBezTo>
                  <a:cubicBezTo>
                    <a:pt x="14" y="16"/>
                    <a:pt x="17" y="13"/>
                    <a:pt x="17" y="8"/>
                  </a:cubicBezTo>
                  <a:cubicBezTo>
                    <a:pt x="17" y="4"/>
                    <a:pt x="14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10" y="5"/>
                    <a:pt x="11" y="7"/>
                    <a:pt x="11" y="8"/>
                  </a:cubicBezTo>
                  <a:cubicBezTo>
                    <a:pt x="11" y="10"/>
                    <a:pt x="10" y="12"/>
                    <a:pt x="8" y="12"/>
                  </a:cubicBezTo>
                  <a:cubicBezTo>
                    <a:pt x="4" y="12"/>
                    <a:pt x="4" y="12"/>
                    <a:pt x="4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10506075" y="5399088"/>
              <a:ext cx="23813" cy="98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4" name="Rectangle 9"/>
            <p:cNvSpPr>
              <a:spLocks noChangeArrowheads="1"/>
            </p:cNvSpPr>
            <p:nvPr/>
          </p:nvSpPr>
          <p:spPr bwMode="auto">
            <a:xfrm>
              <a:off x="10696575" y="5399088"/>
              <a:ext cx="22225" cy="98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10877550" y="5399088"/>
              <a:ext cx="31750" cy="98425"/>
            </a:xfrm>
            <a:custGeom>
              <a:avLst/>
              <a:gdLst>
                <a:gd name="T0" fmla="*/ 15 w 20"/>
                <a:gd name="T1" fmla="*/ 62 h 62"/>
                <a:gd name="T2" fmla="*/ 0 w 20"/>
                <a:gd name="T3" fmla="*/ 62 h 62"/>
                <a:gd name="T4" fmla="*/ 5 w 20"/>
                <a:gd name="T5" fmla="*/ 0 h 62"/>
                <a:gd name="T6" fmla="*/ 20 w 20"/>
                <a:gd name="T7" fmla="*/ 0 h 62"/>
                <a:gd name="T8" fmla="*/ 15 w 20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2">
                  <a:moveTo>
                    <a:pt x="15" y="62"/>
                  </a:moveTo>
                  <a:lnTo>
                    <a:pt x="0" y="62"/>
                  </a:lnTo>
                  <a:lnTo>
                    <a:pt x="5" y="0"/>
                  </a:lnTo>
                  <a:lnTo>
                    <a:pt x="20" y="0"/>
                  </a:lnTo>
                  <a:lnTo>
                    <a:pt x="1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6" name="Rectangle 11"/>
            <p:cNvSpPr>
              <a:spLocks noChangeArrowheads="1"/>
            </p:cNvSpPr>
            <p:nvPr/>
          </p:nvSpPr>
          <p:spPr bwMode="auto">
            <a:xfrm>
              <a:off x="10806113" y="5457825"/>
              <a:ext cx="46038" cy="206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7" name="Freeform 12"/>
            <p:cNvSpPr>
              <a:spLocks/>
            </p:cNvSpPr>
            <p:nvPr/>
          </p:nvSpPr>
          <p:spPr bwMode="auto">
            <a:xfrm>
              <a:off x="10779125" y="5399088"/>
              <a:ext cx="61913" cy="98425"/>
            </a:xfrm>
            <a:custGeom>
              <a:avLst/>
              <a:gdLst>
                <a:gd name="T0" fmla="*/ 17 w 39"/>
                <a:gd name="T1" fmla="*/ 62 h 62"/>
                <a:gd name="T2" fmla="*/ 0 w 39"/>
                <a:gd name="T3" fmla="*/ 62 h 62"/>
                <a:gd name="T4" fmla="*/ 24 w 39"/>
                <a:gd name="T5" fmla="*/ 0 h 62"/>
                <a:gd name="T6" fmla="*/ 39 w 39"/>
                <a:gd name="T7" fmla="*/ 0 h 62"/>
                <a:gd name="T8" fmla="*/ 17 w 39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62">
                  <a:moveTo>
                    <a:pt x="17" y="62"/>
                  </a:moveTo>
                  <a:lnTo>
                    <a:pt x="0" y="62"/>
                  </a:lnTo>
                  <a:lnTo>
                    <a:pt x="24" y="0"/>
                  </a:lnTo>
                  <a:lnTo>
                    <a:pt x="39" y="0"/>
                  </a:lnTo>
                  <a:lnTo>
                    <a:pt x="17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10817225" y="5399088"/>
              <a:ext cx="57150" cy="98425"/>
            </a:xfrm>
            <a:custGeom>
              <a:avLst/>
              <a:gdLst>
                <a:gd name="T0" fmla="*/ 22 w 36"/>
                <a:gd name="T1" fmla="*/ 62 h 62"/>
                <a:gd name="T2" fmla="*/ 36 w 36"/>
                <a:gd name="T3" fmla="*/ 62 h 62"/>
                <a:gd name="T4" fmla="*/ 15 w 36"/>
                <a:gd name="T5" fmla="*/ 0 h 62"/>
                <a:gd name="T6" fmla="*/ 0 w 36"/>
                <a:gd name="T7" fmla="*/ 0 h 62"/>
                <a:gd name="T8" fmla="*/ 22 w 36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62">
                  <a:moveTo>
                    <a:pt x="22" y="62"/>
                  </a:moveTo>
                  <a:lnTo>
                    <a:pt x="36" y="62"/>
                  </a:lnTo>
                  <a:lnTo>
                    <a:pt x="15" y="0"/>
                  </a:lnTo>
                  <a:lnTo>
                    <a:pt x="0" y="0"/>
                  </a:lnTo>
                  <a:lnTo>
                    <a:pt x="22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10885488" y="5399088"/>
              <a:ext cx="49213" cy="98425"/>
            </a:xfrm>
            <a:custGeom>
              <a:avLst/>
              <a:gdLst>
                <a:gd name="T0" fmla="*/ 24 w 31"/>
                <a:gd name="T1" fmla="*/ 62 h 62"/>
                <a:gd name="T2" fmla="*/ 29 w 31"/>
                <a:gd name="T3" fmla="*/ 62 h 62"/>
                <a:gd name="T4" fmla="*/ 31 w 31"/>
                <a:gd name="T5" fmla="*/ 40 h 62"/>
                <a:gd name="T6" fmla="*/ 15 w 31"/>
                <a:gd name="T7" fmla="*/ 0 h 62"/>
                <a:gd name="T8" fmla="*/ 0 w 31"/>
                <a:gd name="T9" fmla="*/ 0 h 62"/>
                <a:gd name="T10" fmla="*/ 24 w 31"/>
                <a:gd name="T1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62">
                  <a:moveTo>
                    <a:pt x="24" y="62"/>
                  </a:moveTo>
                  <a:lnTo>
                    <a:pt x="29" y="62"/>
                  </a:lnTo>
                  <a:lnTo>
                    <a:pt x="31" y="40"/>
                  </a:lnTo>
                  <a:lnTo>
                    <a:pt x="15" y="0"/>
                  </a:lnTo>
                  <a:lnTo>
                    <a:pt x="0" y="0"/>
                  </a:lnTo>
                  <a:lnTo>
                    <a:pt x="24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10953750" y="5399088"/>
              <a:ext cx="30163" cy="98425"/>
            </a:xfrm>
            <a:custGeom>
              <a:avLst/>
              <a:gdLst>
                <a:gd name="T0" fmla="*/ 5 w 19"/>
                <a:gd name="T1" fmla="*/ 62 h 62"/>
                <a:gd name="T2" fmla="*/ 19 w 19"/>
                <a:gd name="T3" fmla="*/ 62 h 62"/>
                <a:gd name="T4" fmla="*/ 15 w 19"/>
                <a:gd name="T5" fmla="*/ 0 h 62"/>
                <a:gd name="T6" fmla="*/ 0 w 19"/>
                <a:gd name="T7" fmla="*/ 0 h 62"/>
                <a:gd name="T8" fmla="*/ 5 w 19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62">
                  <a:moveTo>
                    <a:pt x="5" y="62"/>
                  </a:moveTo>
                  <a:lnTo>
                    <a:pt x="19" y="62"/>
                  </a:lnTo>
                  <a:lnTo>
                    <a:pt x="15" y="0"/>
                  </a:lnTo>
                  <a:lnTo>
                    <a:pt x="0" y="0"/>
                  </a:lnTo>
                  <a:lnTo>
                    <a:pt x="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10926763" y="5399088"/>
              <a:ext cx="50800" cy="98425"/>
            </a:xfrm>
            <a:custGeom>
              <a:avLst/>
              <a:gdLst>
                <a:gd name="T0" fmla="*/ 8 w 32"/>
                <a:gd name="T1" fmla="*/ 62 h 62"/>
                <a:gd name="T2" fmla="*/ 3 w 32"/>
                <a:gd name="T3" fmla="*/ 62 h 62"/>
                <a:gd name="T4" fmla="*/ 0 w 32"/>
                <a:gd name="T5" fmla="*/ 40 h 62"/>
                <a:gd name="T6" fmla="*/ 17 w 32"/>
                <a:gd name="T7" fmla="*/ 0 h 62"/>
                <a:gd name="T8" fmla="*/ 32 w 32"/>
                <a:gd name="T9" fmla="*/ 0 h 62"/>
                <a:gd name="T10" fmla="*/ 8 w 32"/>
                <a:gd name="T1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62">
                  <a:moveTo>
                    <a:pt x="8" y="62"/>
                  </a:moveTo>
                  <a:lnTo>
                    <a:pt x="3" y="62"/>
                  </a:lnTo>
                  <a:lnTo>
                    <a:pt x="0" y="40"/>
                  </a:lnTo>
                  <a:lnTo>
                    <a:pt x="17" y="0"/>
                  </a:lnTo>
                  <a:lnTo>
                    <a:pt x="32" y="0"/>
                  </a:lnTo>
                  <a:lnTo>
                    <a:pt x="8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10521950" y="5399088"/>
              <a:ext cx="63500" cy="50800"/>
            </a:xfrm>
            <a:custGeom>
              <a:avLst/>
              <a:gdLst>
                <a:gd name="T0" fmla="*/ 17 w 40"/>
                <a:gd name="T1" fmla="*/ 32 h 32"/>
                <a:gd name="T2" fmla="*/ 0 w 40"/>
                <a:gd name="T3" fmla="*/ 32 h 32"/>
                <a:gd name="T4" fmla="*/ 24 w 40"/>
                <a:gd name="T5" fmla="*/ 0 h 32"/>
                <a:gd name="T6" fmla="*/ 40 w 40"/>
                <a:gd name="T7" fmla="*/ 0 h 32"/>
                <a:gd name="T8" fmla="*/ 17 w 40"/>
                <a:gd name="T9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2">
                  <a:moveTo>
                    <a:pt x="17" y="32"/>
                  </a:moveTo>
                  <a:lnTo>
                    <a:pt x="0" y="32"/>
                  </a:lnTo>
                  <a:lnTo>
                    <a:pt x="24" y="0"/>
                  </a:lnTo>
                  <a:lnTo>
                    <a:pt x="40" y="0"/>
                  </a:lnTo>
                  <a:lnTo>
                    <a:pt x="17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10525125" y="5443538"/>
              <a:ext cx="65088" cy="53975"/>
            </a:xfrm>
            <a:custGeom>
              <a:avLst/>
              <a:gdLst>
                <a:gd name="T0" fmla="*/ 17 w 41"/>
                <a:gd name="T1" fmla="*/ 0 h 34"/>
                <a:gd name="T2" fmla="*/ 0 w 41"/>
                <a:gd name="T3" fmla="*/ 0 h 34"/>
                <a:gd name="T4" fmla="*/ 24 w 41"/>
                <a:gd name="T5" fmla="*/ 34 h 34"/>
                <a:gd name="T6" fmla="*/ 41 w 41"/>
                <a:gd name="T7" fmla="*/ 34 h 34"/>
                <a:gd name="T8" fmla="*/ 17 w 41"/>
                <a:gd name="T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4">
                  <a:moveTo>
                    <a:pt x="17" y="0"/>
                  </a:moveTo>
                  <a:lnTo>
                    <a:pt x="0" y="0"/>
                  </a:lnTo>
                  <a:lnTo>
                    <a:pt x="24" y="34"/>
                  </a:lnTo>
                  <a:lnTo>
                    <a:pt x="41" y="34"/>
                  </a:ln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10726738" y="5446713"/>
              <a:ext cx="49213" cy="50800"/>
            </a:xfrm>
            <a:custGeom>
              <a:avLst/>
              <a:gdLst>
                <a:gd name="T0" fmla="*/ 14 w 31"/>
                <a:gd name="T1" fmla="*/ 0 h 32"/>
                <a:gd name="T2" fmla="*/ 0 w 31"/>
                <a:gd name="T3" fmla="*/ 0 h 32"/>
                <a:gd name="T4" fmla="*/ 14 w 31"/>
                <a:gd name="T5" fmla="*/ 32 h 32"/>
                <a:gd name="T6" fmla="*/ 31 w 31"/>
                <a:gd name="T7" fmla="*/ 32 h 32"/>
                <a:gd name="T8" fmla="*/ 14 w 31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2">
                  <a:moveTo>
                    <a:pt x="14" y="0"/>
                  </a:moveTo>
                  <a:lnTo>
                    <a:pt x="0" y="0"/>
                  </a:lnTo>
                  <a:lnTo>
                    <a:pt x="14" y="32"/>
                  </a:lnTo>
                  <a:lnTo>
                    <a:pt x="31" y="32"/>
                  </a:ln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10991850" y="5395913"/>
              <a:ext cx="79375" cy="101600"/>
            </a:xfrm>
            <a:custGeom>
              <a:avLst/>
              <a:gdLst>
                <a:gd name="T0" fmla="*/ 18 w 21"/>
                <a:gd name="T1" fmla="*/ 18 h 26"/>
                <a:gd name="T2" fmla="*/ 13 w 21"/>
                <a:gd name="T3" fmla="*/ 20 h 26"/>
                <a:gd name="T4" fmla="*/ 6 w 21"/>
                <a:gd name="T5" fmla="*/ 13 h 26"/>
                <a:gd name="T6" fmla="*/ 13 w 21"/>
                <a:gd name="T7" fmla="*/ 7 h 26"/>
                <a:gd name="T8" fmla="*/ 18 w 21"/>
                <a:gd name="T9" fmla="*/ 9 h 26"/>
                <a:gd name="T10" fmla="*/ 21 w 21"/>
                <a:gd name="T11" fmla="*/ 3 h 26"/>
                <a:gd name="T12" fmla="*/ 13 w 21"/>
                <a:gd name="T13" fmla="*/ 0 h 26"/>
                <a:gd name="T14" fmla="*/ 0 w 21"/>
                <a:gd name="T15" fmla="*/ 13 h 26"/>
                <a:gd name="T16" fmla="*/ 13 w 21"/>
                <a:gd name="T17" fmla="*/ 26 h 26"/>
                <a:gd name="T18" fmla="*/ 21 w 21"/>
                <a:gd name="T19" fmla="*/ 23 h 26"/>
                <a:gd name="T20" fmla="*/ 18 w 21"/>
                <a:gd name="T21" fmla="*/ 1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26">
                  <a:moveTo>
                    <a:pt x="18" y="18"/>
                  </a:moveTo>
                  <a:cubicBezTo>
                    <a:pt x="17" y="19"/>
                    <a:pt x="15" y="20"/>
                    <a:pt x="13" y="20"/>
                  </a:cubicBez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5" y="7"/>
                    <a:pt x="17" y="7"/>
                    <a:pt x="18" y="9"/>
                  </a:cubicBezTo>
                  <a:cubicBezTo>
                    <a:pt x="18" y="7"/>
                    <a:pt x="19" y="5"/>
                    <a:pt x="21" y="3"/>
                  </a:cubicBezTo>
                  <a:cubicBezTo>
                    <a:pt x="19" y="1"/>
                    <a:pt x="16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16" y="26"/>
                    <a:pt x="19" y="25"/>
                    <a:pt x="21" y="23"/>
                  </a:cubicBezTo>
                  <a:cubicBezTo>
                    <a:pt x="19" y="22"/>
                    <a:pt x="18" y="20"/>
                    <a:pt x="18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6" name="Freeform 21"/>
            <p:cNvSpPr>
              <a:spLocks noEditPoints="1"/>
            </p:cNvSpPr>
            <p:nvPr/>
          </p:nvSpPr>
          <p:spPr bwMode="auto">
            <a:xfrm>
              <a:off x="10882313" y="5518150"/>
              <a:ext cx="33338" cy="58738"/>
            </a:xfrm>
            <a:custGeom>
              <a:avLst/>
              <a:gdLst>
                <a:gd name="T0" fmla="*/ 7 w 9"/>
                <a:gd name="T1" fmla="*/ 15 h 15"/>
                <a:gd name="T2" fmla="*/ 4 w 9"/>
                <a:gd name="T3" fmla="*/ 9 h 15"/>
                <a:gd name="T4" fmla="*/ 2 w 9"/>
                <a:gd name="T5" fmla="*/ 9 h 15"/>
                <a:gd name="T6" fmla="*/ 2 w 9"/>
                <a:gd name="T7" fmla="*/ 15 h 15"/>
                <a:gd name="T8" fmla="*/ 0 w 9"/>
                <a:gd name="T9" fmla="*/ 15 h 15"/>
                <a:gd name="T10" fmla="*/ 0 w 9"/>
                <a:gd name="T11" fmla="*/ 0 h 15"/>
                <a:gd name="T12" fmla="*/ 5 w 9"/>
                <a:gd name="T13" fmla="*/ 0 h 15"/>
                <a:gd name="T14" fmla="*/ 9 w 9"/>
                <a:gd name="T15" fmla="*/ 4 h 15"/>
                <a:gd name="T16" fmla="*/ 6 w 9"/>
                <a:gd name="T17" fmla="*/ 8 h 15"/>
                <a:gd name="T18" fmla="*/ 9 w 9"/>
                <a:gd name="T19" fmla="*/ 15 h 15"/>
                <a:gd name="T20" fmla="*/ 7 w 9"/>
                <a:gd name="T21" fmla="*/ 15 h 15"/>
                <a:gd name="T22" fmla="*/ 5 w 9"/>
                <a:gd name="T23" fmla="*/ 2 h 15"/>
                <a:gd name="T24" fmla="*/ 2 w 9"/>
                <a:gd name="T25" fmla="*/ 2 h 15"/>
                <a:gd name="T26" fmla="*/ 2 w 9"/>
                <a:gd name="T27" fmla="*/ 7 h 15"/>
                <a:gd name="T28" fmla="*/ 5 w 9"/>
                <a:gd name="T29" fmla="*/ 7 h 15"/>
                <a:gd name="T30" fmla="*/ 7 w 9"/>
                <a:gd name="T31" fmla="*/ 4 h 15"/>
                <a:gd name="T32" fmla="*/ 5 w 9"/>
                <a:gd name="T3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" h="15">
                  <a:moveTo>
                    <a:pt x="7" y="15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6"/>
                    <a:pt x="8" y="8"/>
                    <a:pt x="6" y="8"/>
                  </a:cubicBezTo>
                  <a:cubicBezTo>
                    <a:pt x="9" y="15"/>
                    <a:pt x="9" y="15"/>
                    <a:pt x="9" y="15"/>
                  </a:cubicBezTo>
                  <a:lnTo>
                    <a:pt x="7" y="15"/>
                  </a:lnTo>
                  <a:close/>
                  <a:moveTo>
                    <a:pt x="5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7" y="6"/>
                    <a:pt x="7" y="4"/>
                  </a:cubicBezTo>
                  <a:cubicBezTo>
                    <a:pt x="7" y="3"/>
                    <a:pt x="6" y="2"/>
                    <a:pt x="5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10942638" y="5518150"/>
              <a:ext cx="34925" cy="58738"/>
            </a:xfrm>
            <a:custGeom>
              <a:avLst/>
              <a:gdLst>
                <a:gd name="T0" fmla="*/ 0 w 22"/>
                <a:gd name="T1" fmla="*/ 37 h 37"/>
                <a:gd name="T2" fmla="*/ 0 w 22"/>
                <a:gd name="T3" fmla="*/ 0 h 37"/>
                <a:gd name="T4" fmla="*/ 22 w 22"/>
                <a:gd name="T5" fmla="*/ 0 h 37"/>
                <a:gd name="T6" fmla="*/ 22 w 22"/>
                <a:gd name="T7" fmla="*/ 4 h 37"/>
                <a:gd name="T8" fmla="*/ 5 w 22"/>
                <a:gd name="T9" fmla="*/ 4 h 37"/>
                <a:gd name="T10" fmla="*/ 5 w 22"/>
                <a:gd name="T11" fmla="*/ 14 h 37"/>
                <a:gd name="T12" fmla="*/ 19 w 22"/>
                <a:gd name="T13" fmla="*/ 14 h 37"/>
                <a:gd name="T14" fmla="*/ 19 w 22"/>
                <a:gd name="T15" fmla="*/ 19 h 37"/>
                <a:gd name="T16" fmla="*/ 5 w 22"/>
                <a:gd name="T17" fmla="*/ 19 h 37"/>
                <a:gd name="T18" fmla="*/ 5 w 22"/>
                <a:gd name="T19" fmla="*/ 32 h 37"/>
                <a:gd name="T20" fmla="*/ 22 w 22"/>
                <a:gd name="T21" fmla="*/ 32 h 37"/>
                <a:gd name="T22" fmla="*/ 22 w 22"/>
                <a:gd name="T23" fmla="*/ 37 h 37"/>
                <a:gd name="T24" fmla="*/ 0 w 22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37">
                  <a:moveTo>
                    <a:pt x="0" y="37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5" y="4"/>
                  </a:lnTo>
                  <a:lnTo>
                    <a:pt x="5" y="14"/>
                  </a:lnTo>
                  <a:lnTo>
                    <a:pt x="19" y="14"/>
                  </a:lnTo>
                  <a:lnTo>
                    <a:pt x="19" y="19"/>
                  </a:lnTo>
                  <a:lnTo>
                    <a:pt x="5" y="19"/>
                  </a:lnTo>
                  <a:lnTo>
                    <a:pt x="5" y="32"/>
                  </a:lnTo>
                  <a:lnTo>
                    <a:pt x="22" y="32"/>
                  </a:lnTo>
                  <a:lnTo>
                    <a:pt x="22" y="37"/>
                  </a:lnTo>
                  <a:lnTo>
                    <a:pt x="0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8" name="Rectangle 23"/>
            <p:cNvSpPr>
              <a:spLocks noChangeArrowheads="1"/>
            </p:cNvSpPr>
            <p:nvPr/>
          </p:nvSpPr>
          <p:spPr bwMode="auto">
            <a:xfrm>
              <a:off x="11002963" y="5518150"/>
              <a:ext cx="7938" cy="587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9" name="Freeform 24"/>
            <p:cNvSpPr>
              <a:spLocks/>
            </p:cNvSpPr>
            <p:nvPr/>
          </p:nvSpPr>
          <p:spPr bwMode="auto">
            <a:xfrm>
              <a:off x="11037888" y="5518150"/>
              <a:ext cx="33338" cy="58738"/>
            </a:xfrm>
            <a:custGeom>
              <a:avLst/>
              <a:gdLst>
                <a:gd name="T0" fmla="*/ 14 w 21"/>
                <a:gd name="T1" fmla="*/ 4 h 37"/>
                <a:gd name="T2" fmla="*/ 14 w 21"/>
                <a:gd name="T3" fmla="*/ 37 h 37"/>
                <a:gd name="T4" fmla="*/ 9 w 21"/>
                <a:gd name="T5" fmla="*/ 37 h 37"/>
                <a:gd name="T6" fmla="*/ 9 w 21"/>
                <a:gd name="T7" fmla="*/ 4 h 37"/>
                <a:gd name="T8" fmla="*/ 0 w 21"/>
                <a:gd name="T9" fmla="*/ 4 h 37"/>
                <a:gd name="T10" fmla="*/ 0 w 21"/>
                <a:gd name="T11" fmla="*/ 0 h 37"/>
                <a:gd name="T12" fmla="*/ 21 w 21"/>
                <a:gd name="T13" fmla="*/ 0 h 37"/>
                <a:gd name="T14" fmla="*/ 21 w 21"/>
                <a:gd name="T15" fmla="*/ 4 h 37"/>
                <a:gd name="T16" fmla="*/ 14 w 21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37">
                  <a:moveTo>
                    <a:pt x="14" y="4"/>
                  </a:moveTo>
                  <a:lnTo>
                    <a:pt x="14" y="37"/>
                  </a:lnTo>
                  <a:lnTo>
                    <a:pt x="9" y="37"/>
                  </a:lnTo>
                  <a:lnTo>
                    <a:pt x="9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1" y="0"/>
                  </a:lnTo>
                  <a:lnTo>
                    <a:pt x="21" y="4"/>
                  </a:lnTo>
                  <a:lnTo>
                    <a:pt x="1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0" name="Freeform 25"/>
            <p:cNvSpPr>
              <a:spLocks/>
            </p:cNvSpPr>
            <p:nvPr/>
          </p:nvSpPr>
          <p:spPr bwMode="auto">
            <a:xfrm>
              <a:off x="11095038" y="5518150"/>
              <a:ext cx="33338" cy="58738"/>
            </a:xfrm>
            <a:custGeom>
              <a:avLst/>
              <a:gdLst>
                <a:gd name="T0" fmla="*/ 5 w 9"/>
                <a:gd name="T1" fmla="*/ 15 h 15"/>
                <a:gd name="T2" fmla="*/ 0 w 9"/>
                <a:gd name="T3" fmla="*/ 13 h 15"/>
                <a:gd name="T4" fmla="*/ 1 w 9"/>
                <a:gd name="T5" fmla="*/ 11 h 15"/>
                <a:gd name="T6" fmla="*/ 5 w 9"/>
                <a:gd name="T7" fmla="*/ 13 h 15"/>
                <a:gd name="T8" fmla="*/ 7 w 9"/>
                <a:gd name="T9" fmla="*/ 11 h 15"/>
                <a:gd name="T10" fmla="*/ 7 w 9"/>
                <a:gd name="T11" fmla="*/ 9 h 15"/>
                <a:gd name="T12" fmla="*/ 5 w 9"/>
                <a:gd name="T13" fmla="*/ 8 h 15"/>
                <a:gd name="T14" fmla="*/ 4 w 9"/>
                <a:gd name="T15" fmla="*/ 8 h 15"/>
                <a:gd name="T16" fmla="*/ 1 w 9"/>
                <a:gd name="T17" fmla="*/ 7 h 15"/>
                <a:gd name="T18" fmla="*/ 0 w 9"/>
                <a:gd name="T19" fmla="*/ 4 h 15"/>
                <a:gd name="T20" fmla="*/ 5 w 9"/>
                <a:gd name="T21" fmla="*/ 0 h 15"/>
                <a:gd name="T22" fmla="*/ 9 w 9"/>
                <a:gd name="T23" fmla="*/ 2 h 15"/>
                <a:gd name="T24" fmla="*/ 8 w 9"/>
                <a:gd name="T25" fmla="*/ 3 h 15"/>
                <a:gd name="T26" fmla="*/ 5 w 9"/>
                <a:gd name="T27" fmla="*/ 2 h 15"/>
                <a:gd name="T28" fmla="*/ 2 w 9"/>
                <a:gd name="T29" fmla="*/ 4 h 15"/>
                <a:gd name="T30" fmla="*/ 3 w 9"/>
                <a:gd name="T31" fmla="*/ 5 h 15"/>
                <a:gd name="T32" fmla="*/ 4 w 9"/>
                <a:gd name="T33" fmla="*/ 6 h 15"/>
                <a:gd name="T34" fmla="*/ 6 w 9"/>
                <a:gd name="T35" fmla="*/ 6 h 15"/>
                <a:gd name="T36" fmla="*/ 8 w 9"/>
                <a:gd name="T37" fmla="*/ 8 h 15"/>
                <a:gd name="T38" fmla="*/ 9 w 9"/>
                <a:gd name="T39" fmla="*/ 11 h 15"/>
                <a:gd name="T40" fmla="*/ 5 w 9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" h="15">
                  <a:moveTo>
                    <a:pt x="5" y="15"/>
                  </a:moveTo>
                  <a:cubicBezTo>
                    <a:pt x="3" y="15"/>
                    <a:pt x="1" y="14"/>
                    <a:pt x="0" y="13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3"/>
                    <a:pt x="3" y="13"/>
                    <a:pt x="5" y="13"/>
                  </a:cubicBezTo>
                  <a:cubicBezTo>
                    <a:pt x="6" y="13"/>
                    <a:pt x="7" y="12"/>
                    <a:pt x="7" y="11"/>
                  </a:cubicBezTo>
                  <a:cubicBezTo>
                    <a:pt x="7" y="10"/>
                    <a:pt x="7" y="9"/>
                    <a:pt x="7" y="9"/>
                  </a:cubicBezTo>
                  <a:cubicBezTo>
                    <a:pt x="7" y="9"/>
                    <a:pt x="6" y="9"/>
                    <a:pt x="5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8"/>
                    <a:pt x="2" y="8"/>
                    <a:pt x="1" y="7"/>
                  </a:cubicBezTo>
                  <a:cubicBezTo>
                    <a:pt x="1" y="6"/>
                    <a:pt x="0" y="5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7" y="0"/>
                    <a:pt x="8" y="0"/>
                    <a:pt x="9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2"/>
                    <a:pt x="6" y="2"/>
                    <a:pt x="5" y="2"/>
                  </a:cubicBezTo>
                  <a:cubicBezTo>
                    <a:pt x="3" y="2"/>
                    <a:pt x="2" y="3"/>
                    <a:pt x="2" y="4"/>
                  </a:cubicBezTo>
                  <a:cubicBezTo>
                    <a:pt x="2" y="5"/>
                    <a:pt x="2" y="5"/>
                    <a:pt x="3" y="5"/>
                  </a:cubicBezTo>
                  <a:cubicBezTo>
                    <a:pt x="3" y="6"/>
                    <a:pt x="4" y="6"/>
                    <a:pt x="4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7" y="7"/>
                    <a:pt x="8" y="7"/>
                    <a:pt x="8" y="8"/>
                  </a:cubicBezTo>
                  <a:cubicBezTo>
                    <a:pt x="9" y="8"/>
                    <a:pt x="9" y="9"/>
                    <a:pt x="9" y="11"/>
                  </a:cubicBezTo>
                  <a:cubicBezTo>
                    <a:pt x="9" y="13"/>
                    <a:pt x="7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1" name="Freeform 26"/>
            <p:cNvSpPr>
              <a:spLocks noEditPoints="1"/>
            </p:cNvSpPr>
            <p:nvPr/>
          </p:nvSpPr>
          <p:spPr bwMode="auto">
            <a:xfrm>
              <a:off x="11174413" y="5518150"/>
              <a:ext cx="41275" cy="58738"/>
            </a:xfrm>
            <a:custGeom>
              <a:avLst/>
              <a:gdLst>
                <a:gd name="T0" fmla="*/ 9 w 11"/>
                <a:gd name="T1" fmla="*/ 15 h 15"/>
                <a:gd name="T2" fmla="*/ 8 w 11"/>
                <a:gd name="T3" fmla="*/ 13 h 15"/>
                <a:gd name="T4" fmla="*/ 4 w 11"/>
                <a:gd name="T5" fmla="*/ 15 h 15"/>
                <a:gd name="T6" fmla="*/ 0 w 11"/>
                <a:gd name="T7" fmla="*/ 10 h 15"/>
                <a:gd name="T8" fmla="*/ 2 w 11"/>
                <a:gd name="T9" fmla="*/ 6 h 15"/>
                <a:gd name="T10" fmla="*/ 1 w 11"/>
                <a:gd name="T11" fmla="*/ 3 h 15"/>
                <a:gd name="T12" fmla="*/ 4 w 11"/>
                <a:gd name="T13" fmla="*/ 0 h 15"/>
                <a:gd name="T14" fmla="*/ 7 w 11"/>
                <a:gd name="T15" fmla="*/ 3 h 15"/>
                <a:gd name="T16" fmla="*/ 6 w 11"/>
                <a:gd name="T17" fmla="*/ 6 h 15"/>
                <a:gd name="T18" fmla="*/ 5 w 11"/>
                <a:gd name="T19" fmla="*/ 7 h 15"/>
                <a:gd name="T20" fmla="*/ 8 w 11"/>
                <a:gd name="T21" fmla="*/ 10 h 15"/>
                <a:gd name="T22" fmla="*/ 8 w 11"/>
                <a:gd name="T23" fmla="*/ 7 h 15"/>
                <a:gd name="T24" fmla="*/ 10 w 11"/>
                <a:gd name="T25" fmla="*/ 7 h 15"/>
                <a:gd name="T26" fmla="*/ 9 w 11"/>
                <a:gd name="T27" fmla="*/ 12 h 15"/>
                <a:gd name="T28" fmla="*/ 11 w 11"/>
                <a:gd name="T29" fmla="*/ 15 h 15"/>
                <a:gd name="T30" fmla="*/ 9 w 11"/>
                <a:gd name="T31" fmla="*/ 15 h 15"/>
                <a:gd name="T32" fmla="*/ 3 w 11"/>
                <a:gd name="T33" fmla="*/ 8 h 15"/>
                <a:gd name="T34" fmla="*/ 2 w 11"/>
                <a:gd name="T35" fmla="*/ 10 h 15"/>
                <a:gd name="T36" fmla="*/ 4 w 11"/>
                <a:gd name="T37" fmla="*/ 13 h 15"/>
                <a:gd name="T38" fmla="*/ 6 w 11"/>
                <a:gd name="T39" fmla="*/ 12 h 15"/>
                <a:gd name="T40" fmla="*/ 3 w 11"/>
                <a:gd name="T41" fmla="*/ 8 h 15"/>
                <a:gd name="T42" fmla="*/ 4 w 11"/>
                <a:gd name="T43" fmla="*/ 2 h 15"/>
                <a:gd name="T44" fmla="*/ 3 w 11"/>
                <a:gd name="T45" fmla="*/ 3 h 15"/>
                <a:gd name="T46" fmla="*/ 4 w 11"/>
                <a:gd name="T47" fmla="*/ 5 h 15"/>
                <a:gd name="T48" fmla="*/ 5 w 11"/>
                <a:gd name="T49" fmla="*/ 5 h 15"/>
                <a:gd name="T50" fmla="*/ 5 w 11"/>
                <a:gd name="T51" fmla="*/ 3 h 15"/>
                <a:gd name="T52" fmla="*/ 4 w 11"/>
                <a:gd name="T5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" h="15">
                  <a:moveTo>
                    <a:pt x="9" y="15"/>
                  </a:moveTo>
                  <a:cubicBezTo>
                    <a:pt x="8" y="13"/>
                    <a:pt x="8" y="13"/>
                    <a:pt x="8" y="13"/>
                  </a:cubicBezTo>
                  <a:cubicBezTo>
                    <a:pt x="7" y="14"/>
                    <a:pt x="6" y="15"/>
                    <a:pt x="4" y="15"/>
                  </a:cubicBezTo>
                  <a:cubicBezTo>
                    <a:pt x="1" y="15"/>
                    <a:pt x="0" y="13"/>
                    <a:pt x="0" y="10"/>
                  </a:cubicBezTo>
                  <a:cubicBezTo>
                    <a:pt x="0" y="8"/>
                    <a:pt x="1" y="7"/>
                    <a:pt x="2" y="6"/>
                  </a:cubicBezTo>
                  <a:cubicBezTo>
                    <a:pt x="2" y="6"/>
                    <a:pt x="1" y="5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6" y="0"/>
                    <a:pt x="7" y="1"/>
                    <a:pt x="7" y="3"/>
                  </a:cubicBezTo>
                  <a:cubicBezTo>
                    <a:pt x="7" y="4"/>
                    <a:pt x="7" y="5"/>
                    <a:pt x="6" y="6"/>
                  </a:cubicBezTo>
                  <a:cubicBezTo>
                    <a:pt x="6" y="6"/>
                    <a:pt x="5" y="6"/>
                    <a:pt x="5" y="7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9"/>
                    <a:pt x="8" y="9"/>
                    <a:pt x="8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9"/>
                    <a:pt x="10" y="11"/>
                    <a:pt x="9" y="12"/>
                  </a:cubicBezTo>
                  <a:cubicBezTo>
                    <a:pt x="11" y="15"/>
                    <a:pt x="11" y="15"/>
                    <a:pt x="11" y="15"/>
                  </a:cubicBezTo>
                  <a:lnTo>
                    <a:pt x="9" y="15"/>
                  </a:lnTo>
                  <a:close/>
                  <a:moveTo>
                    <a:pt x="3" y="8"/>
                  </a:moveTo>
                  <a:cubicBezTo>
                    <a:pt x="2" y="8"/>
                    <a:pt x="2" y="9"/>
                    <a:pt x="2" y="10"/>
                  </a:cubicBezTo>
                  <a:cubicBezTo>
                    <a:pt x="2" y="12"/>
                    <a:pt x="3" y="13"/>
                    <a:pt x="4" y="13"/>
                  </a:cubicBezTo>
                  <a:cubicBezTo>
                    <a:pt x="5" y="13"/>
                    <a:pt x="6" y="13"/>
                    <a:pt x="6" y="12"/>
                  </a:cubicBezTo>
                  <a:lnTo>
                    <a:pt x="3" y="8"/>
                  </a:lnTo>
                  <a:close/>
                  <a:moveTo>
                    <a:pt x="4" y="2"/>
                  </a:moveTo>
                  <a:cubicBezTo>
                    <a:pt x="3" y="2"/>
                    <a:pt x="3" y="2"/>
                    <a:pt x="3" y="3"/>
                  </a:cubicBezTo>
                  <a:cubicBezTo>
                    <a:pt x="3" y="4"/>
                    <a:pt x="3" y="4"/>
                    <a:pt x="4" y="5"/>
                  </a:cubicBezTo>
                  <a:cubicBezTo>
                    <a:pt x="4" y="5"/>
                    <a:pt x="5" y="5"/>
                    <a:pt x="5" y="5"/>
                  </a:cubicBezTo>
                  <a:cubicBezTo>
                    <a:pt x="5" y="4"/>
                    <a:pt x="5" y="4"/>
                    <a:pt x="5" y="3"/>
                  </a:cubicBezTo>
                  <a:cubicBezTo>
                    <a:pt x="5" y="2"/>
                    <a:pt x="5" y="2"/>
                    <a:pt x="4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2" name="Freeform 27"/>
            <p:cNvSpPr>
              <a:spLocks/>
            </p:cNvSpPr>
            <p:nvPr/>
          </p:nvSpPr>
          <p:spPr bwMode="auto">
            <a:xfrm>
              <a:off x="11256963" y="5518150"/>
              <a:ext cx="34925" cy="58738"/>
            </a:xfrm>
            <a:custGeom>
              <a:avLst/>
              <a:gdLst>
                <a:gd name="T0" fmla="*/ 12 w 22"/>
                <a:gd name="T1" fmla="*/ 4 h 37"/>
                <a:gd name="T2" fmla="*/ 12 w 22"/>
                <a:gd name="T3" fmla="*/ 37 h 37"/>
                <a:gd name="T4" fmla="*/ 7 w 22"/>
                <a:gd name="T5" fmla="*/ 37 h 37"/>
                <a:gd name="T6" fmla="*/ 7 w 22"/>
                <a:gd name="T7" fmla="*/ 4 h 37"/>
                <a:gd name="T8" fmla="*/ 0 w 22"/>
                <a:gd name="T9" fmla="*/ 4 h 37"/>
                <a:gd name="T10" fmla="*/ 0 w 22"/>
                <a:gd name="T11" fmla="*/ 0 h 37"/>
                <a:gd name="T12" fmla="*/ 22 w 22"/>
                <a:gd name="T13" fmla="*/ 0 h 37"/>
                <a:gd name="T14" fmla="*/ 22 w 22"/>
                <a:gd name="T15" fmla="*/ 4 h 37"/>
                <a:gd name="T16" fmla="*/ 12 w 22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37">
                  <a:moveTo>
                    <a:pt x="12" y="4"/>
                  </a:moveTo>
                  <a:lnTo>
                    <a:pt x="12" y="37"/>
                  </a:lnTo>
                  <a:lnTo>
                    <a:pt x="7" y="37"/>
                  </a:lnTo>
                  <a:lnTo>
                    <a:pt x="7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12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3" name="Freeform 28"/>
            <p:cNvSpPr>
              <a:spLocks noEditPoints="1"/>
            </p:cNvSpPr>
            <p:nvPr/>
          </p:nvSpPr>
          <p:spPr bwMode="auto">
            <a:xfrm>
              <a:off x="11318875" y="5518150"/>
              <a:ext cx="33338" cy="58738"/>
            </a:xfrm>
            <a:custGeom>
              <a:avLst/>
              <a:gdLst>
                <a:gd name="T0" fmla="*/ 7 w 9"/>
                <a:gd name="T1" fmla="*/ 15 h 15"/>
                <a:gd name="T2" fmla="*/ 4 w 9"/>
                <a:gd name="T3" fmla="*/ 9 h 15"/>
                <a:gd name="T4" fmla="*/ 2 w 9"/>
                <a:gd name="T5" fmla="*/ 9 h 15"/>
                <a:gd name="T6" fmla="*/ 2 w 9"/>
                <a:gd name="T7" fmla="*/ 15 h 15"/>
                <a:gd name="T8" fmla="*/ 0 w 9"/>
                <a:gd name="T9" fmla="*/ 15 h 15"/>
                <a:gd name="T10" fmla="*/ 0 w 9"/>
                <a:gd name="T11" fmla="*/ 0 h 15"/>
                <a:gd name="T12" fmla="*/ 5 w 9"/>
                <a:gd name="T13" fmla="*/ 0 h 15"/>
                <a:gd name="T14" fmla="*/ 9 w 9"/>
                <a:gd name="T15" fmla="*/ 4 h 15"/>
                <a:gd name="T16" fmla="*/ 6 w 9"/>
                <a:gd name="T17" fmla="*/ 8 h 15"/>
                <a:gd name="T18" fmla="*/ 9 w 9"/>
                <a:gd name="T19" fmla="*/ 15 h 15"/>
                <a:gd name="T20" fmla="*/ 7 w 9"/>
                <a:gd name="T21" fmla="*/ 15 h 15"/>
                <a:gd name="T22" fmla="*/ 5 w 9"/>
                <a:gd name="T23" fmla="*/ 2 h 15"/>
                <a:gd name="T24" fmla="*/ 2 w 9"/>
                <a:gd name="T25" fmla="*/ 2 h 15"/>
                <a:gd name="T26" fmla="*/ 2 w 9"/>
                <a:gd name="T27" fmla="*/ 7 h 15"/>
                <a:gd name="T28" fmla="*/ 5 w 9"/>
                <a:gd name="T29" fmla="*/ 7 h 15"/>
                <a:gd name="T30" fmla="*/ 7 w 9"/>
                <a:gd name="T31" fmla="*/ 4 h 15"/>
                <a:gd name="T32" fmla="*/ 5 w 9"/>
                <a:gd name="T3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" h="15">
                  <a:moveTo>
                    <a:pt x="7" y="15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6"/>
                    <a:pt x="8" y="8"/>
                    <a:pt x="6" y="8"/>
                  </a:cubicBezTo>
                  <a:cubicBezTo>
                    <a:pt x="9" y="15"/>
                    <a:pt x="9" y="15"/>
                    <a:pt x="9" y="15"/>
                  </a:cubicBezTo>
                  <a:lnTo>
                    <a:pt x="7" y="15"/>
                  </a:lnTo>
                  <a:close/>
                  <a:moveTo>
                    <a:pt x="5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7" y="6"/>
                    <a:pt x="7" y="4"/>
                  </a:cubicBezTo>
                  <a:cubicBezTo>
                    <a:pt x="7" y="3"/>
                    <a:pt x="6" y="2"/>
                    <a:pt x="5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4" name="Freeform 29"/>
            <p:cNvSpPr>
              <a:spLocks/>
            </p:cNvSpPr>
            <p:nvPr/>
          </p:nvSpPr>
          <p:spPr bwMode="auto">
            <a:xfrm>
              <a:off x="11379200" y="5518150"/>
              <a:ext cx="38100" cy="58738"/>
            </a:xfrm>
            <a:custGeom>
              <a:avLst/>
              <a:gdLst>
                <a:gd name="T0" fmla="*/ 5 w 10"/>
                <a:gd name="T1" fmla="*/ 15 h 15"/>
                <a:gd name="T2" fmla="*/ 0 w 10"/>
                <a:gd name="T3" fmla="*/ 10 h 15"/>
                <a:gd name="T4" fmla="*/ 0 w 10"/>
                <a:gd name="T5" fmla="*/ 0 h 15"/>
                <a:gd name="T6" fmla="*/ 2 w 10"/>
                <a:gd name="T7" fmla="*/ 0 h 15"/>
                <a:gd name="T8" fmla="*/ 2 w 10"/>
                <a:gd name="T9" fmla="*/ 10 h 15"/>
                <a:gd name="T10" fmla="*/ 5 w 10"/>
                <a:gd name="T11" fmla="*/ 13 h 15"/>
                <a:gd name="T12" fmla="*/ 8 w 10"/>
                <a:gd name="T13" fmla="*/ 10 h 15"/>
                <a:gd name="T14" fmla="*/ 8 w 10"/>
                <a:gd name="T15" fmla="*/ 0 h 15"/>
                <a:gd name="T16" fmla="*/ 10 w 10"/>
                <a:gd name="T17" fmla="*/ 0 h 15"/>
                <a:gd name="T18" fmla="*/ 10 w 10"/>
                <a:gd name="T19" fmla="*/ 10 h 15"/>
                <a:gd name="T20" fmla="*/ 5 w 10"/>
                <a:gd name="T2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15">
                  <a:moveTo>
                    <a:pt x="5" y="15"/>
                  </a:moveTo>
                  <a:cubicBezTo>
                    <a:pt x="2" y="15"/>
                    <a:pt x="0" y="13"/>
                    <a:pt x="0" y="1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2"/>
                    <a:pt x="3" y="13"/>
                    <a:pt x="5" y="13"/>
                  </a:cubicBezTo>
                  <a:cubicBezTo>
                    <a:pt x="7" y="13"/>
                    <a:pt x="8" y="12"/>
                    <a:pt x="8" y="1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3"/>
                    <a:pt x="8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5" name="Freeform 30"/>
            <p:cNvSpPr>
              <a:spLocks/>
            </p:cNvSpPr>
            <p:nvPr/>
          </p:nvSpPr>
          <p:spPr bwMode="auto">
            <a:xfrm>
              <a:off x="11439525" y="5518150"/>
              <a:ext cx="38100" cy="58738"/>
            </a:xfrm>
            <a:custGeom>
              <a:avLst/>
              <a:gdLst>
                <a:gd name="T0" fmla="*/ 5 w 10"/>
                <a:gd name="T1" fmla="*/ 15 h 15"/>
                <a:gd name="T2" fmla="*/ 0 w 10"/>
                <a:gd name="T3" fmla="*/ 13 h 15"/>
                <a:gd name="T4" fmla="*/ 2 w 10"/>
                <a:gd name="T5" fmla="*/ 11 h 15"/>
                <a:gd name="T6" fmla="*/ 5 w 10"/>
                <a:gd name="T7" fmla="*/ 13 h 15"/>
                <a:gd name="T8" fmla="*/ 8 w 10"/>
                <a:gd name="T9" fmla="*/ 11 h 15"/>
                <a:gd name="T10" fmla="*/ 7 w 10"/>
                <a:gd name="T11" fmla="*/ 9 h 15"/>
                <a:gd name="T12" fmla="*/ 6 w 10"/>
                <a:gd name="T13" fmla="*/ 8 h 15"/>
                <a:gd name="T14" fmla="*/ 4 w 10"/>
                <a:gd name="T15" fmla="*/ 8 h 15"/>
                <a:gd name="T16" fmla="*/ 2 w 10"/>
                <a:gd name="T17" fmla="*/ 7 h 15"/>
                <a:gd name="T18" fmla="*/ 1 w 10"/>
                <a:gd name="T19" fmla="*/ 4 h 15"/>
                <a:gd name="T20" fmla="*/ 5 w 10"/>
                <a:gd name="T21" fmla="*/ 0 h 15"/>
                <a:gd name="T22" fmla="*/ 9 w 10"/>
                <a:gd name="T23" fmla="*/ 2 h 15"/>
                <a:gd name="T24" fmla="*/ 8 w 10"/>
                <a:gd name="T25" fmla="*/ 3 h 15"/>
                <a:gd name="T26" fmla="*/ 5 w 10"/>
                <a:gd name="T27" fmla="*/ 2 h 15"/>
                <a:gd name="T28" fmla="*/ 3 w 10"/>
                <a:gd name="T29" fmla="*/ 4 h 15"/>
                <a:gd name="T30" fmla="*/ 3 w 10"/>
                <a:gd name="T31" fmla="*/ 5 h 15"/>
                <a:gd name="T32" fmla="*/ 5 w 10"/>
                <a:gd name="T33" fmla="*/ 6 h 15"/>
                <a:gd name="T34" fmla="*/ 6 w 10"/>
                <a:gd name="T35" fmla="*/ 6 h 15"/>
                <a:gd name="T36" fmla="*/ 9 w 10"/>
                <a:gd name="T37" fmla="*/ 8 h 15"/>
                <a:gd name="T38" fmla="*/ 10 w 10"/>
                <a:gd name="T39" fmla="*/ 11 h 15"/>
                <a:gd name="T40" fmla="*/ 5 w 10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" h="15">
                  <a:moveTo>
                    <a:pt x="5" y="15"/>
                  </a:moveTo>
                  <a:cubicBezTo>
                    <a:pt x="3" y="15"/>
                    <a:pt x="2" y="14"/>
                    <a:pt x="0" y="13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3" y="13"/>
                    <a:pt x="4" y="13"/>
                    <a:pt x="5" y="13"/>
                  </a:cubicBezTo>
                  <a:cubicBezTo>
                    <a:pt x="7" y="13"/>
                    <a:pt x="8" y="12"/>
                    <a:pt x="8" y="11"/>
                  </a:cubicBezTo>
                  <a:cubicBezTo>
                    <a:pt x="8" y="10"/>
                    <a:pt x="8" y="9"/>
                    <a:pt x="7" y="9"/>
                  </a:cubicBezTo>
                  <a:cubicBezTo>
                    <a:pt x="7" y="9"/>
                    <a:pt x="7" y="9"/>
                    <a:pt x="6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8"/>
                    <a:pt x="2" y="8"/>
                    <a:pt x="2" y="7"/>
                  </a:cubicBezTo>
                  <a:cubicBezTo>
                    <a:pt x="1" y="6"/>
                    <a:pt x="1" y="5"/>
                    <a:pt x="1" y="4"/>
                  </a:cubicBezTo>
                  <a:cubicBezTo>
                    <a:pt x="1" y="2"/>
                    <a:pt x="2" y="0"/>
                    <a:pt x="5" y="0"/>
                  </a:cubicBezTo>
                  <a:cubicBezTo>
                    <a:pt x="7" y="0"/>
                    <a:pt x="8" y="0"/>
                    <a:pt x="9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2"/>
                    <a:pt x="6" y="2"/>
                    <a:pt x="5" y="2"/>
                  </a:cubicBezTo>
                  <a:cubicBezTo>
                    <a:pt x="4" y="2"/>
                    <a:pt x="3" y="3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6"/>
                    <a:pt x="4" y="6"/>
                    <a:pt x="5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8" y="7"/>
                    <a:pt x="8" y="7"/>
                    <a:pt x="9" y="8"/>
                  </a:cubicBezTo>
                  <a:cubicBezTo>
                    <a:pt x="9" y="8"/>
                    <a:pt x="10" y="9"/>
                    <a:pt x="10" y="11"/>
                  </a:cubicBezTo>
                  <a:cubicBezTo>
                    <a:pt x="10" y="13"/>
                    <a:pt x="8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6" name="Freeform 31"/>
            <p:cNvSpPr>
              <a:spLocks/>
            </p:cNvSpPr>
            <p:nvPr/>
          </p:nvSpPr>
          <p:spPr bwMode="auto">
            <a:xfrm>
              <a:off x="11499850" y="5518150"/>
              <a:ext cx="34925" cy="58738"/>
            </a:xfrm>
            <a:custGeom>
              <a:avLst/>
              <a:gdLst>
                <a:gd name="T0" fmla="*/ 15 w 22"/>
                <a:gd name="T1" fmla="*/ 4 h 37"/>
                <a:gd name="T2" fmla="*/ 15 w 22"/>
                <a:gd name="T3" fmla="*/ 37 h 37"/>
                <a:gd name="T4" fmla="*/ 10 w 22"/>
                <a:gd name="T5" fmla="*/ 37 h 37"/>
                <a:gd name="T6" fmla="*/ 10 w 22"/>
                <a:gd name="T7" fmla="*/ 4 h 37"/>
                <a:gd name="T8" fmla="*/ 0 w 22"/>
                <a:gd name="T9" fmla="*/ 4 h 37"/>
                <a:gd name="T10" fmla="*/ 0 w 22"/>
                <a:gd name="T11" fmla="*/ 0 h 37"/>
                <a:gd name="T12" fmla="*/ 22 w 22"/>
                <a:gd name="T13" fmla="*/ 0 h 37"/>
                <a:gd name="T14" fmla="*/ 22 w 22"/>
                <a:gd name="T15" fmla="*/ 4 h 37"/>
                <a:gd name="T16" fmla="*/ 15 w 22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37">
                  <a:moveTo>
                    <a:pt x="15" y="4"/>
                  </a:moveTo>
                  <a:lnTo>
                    <a:pt x="15" y="37"/>
                  </a:lnTo>
                  <a:lnTo>
                    <a:pt x="10" y="37"/>
                  </a:lnTo>
                  <a:lnTo>
                    <a:pt x="1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7" name="Freeform 32"/>
            <p:cNvSpPr>
              <a:spLocks/>
            </p:cNvSpPr>
            <p:nvPr/>
          </p:nvSpPr>
          <p:spPr bwMode="auto">
            <a:xfrm>
              <a:off x="11212513" y="5289550"/>
              <a:ext cx="322263" cy="173038"/>
            </a:xfrm>
            <a:custGeom>
              <a:avLst/>
              <a:gdLst>
                <a:gd name="T0" fmla="*/ 203 w 203"/>
                <a:gd name="T1" fmla="*/ 109 h 109"/>
                <a:gd name="T2" fmla="*/ 203 w 203"/>
                <a:gd name="T3" fmla="*/ 109 h 109"/>
                <a:gd name="T4" fmla="*/ 67 w 203"/>
                <a:gd name="T5" fmla="*/ 0 h 109"/>
                <a:gd name="T6" fmla="*/ 0 w 203"/>
                <a:gd name="T7" fmla="*/ 106 h 109"/>
                <a:gd name="T8" fmla="*/ 0 w 203"/>
                <a:gd name="T9" fmla="*/ 109 h 109"/>
                <a:gd name="T10" fmla="*/ 67 w 203"/>
                <a:gd name="T11" fmla="*/ 35 h 109"/>
                <a:gd name="T12" fmla="*/ 203 w 203"/>
                <a:gd name="T13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109">
                  <a:moveTo>
                    <a:pt x="203" y="109"/>
                  </a:moveTo>
                  <a:lnTo>
                    <a:pt x="203" y="109"/>
                  </a:lnTo>
                  <a:lnTo>
                    <a:pt x="67" y="0"/>
                  </a:lnTo>
                  <a:lnTo>
                    <a:pt x="0" y="106"/>
                  </a:lnTo>
                  <a:lnTo>
                    <a:pt x="0" y="109"/>
                  </a:lnTo>
                  <a:lnTo>
                    <a:pt x="67" y="35"/>
                  </a:lnTo>
                  <a:lnTo>
                    <a:pt x="203" y="1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8" name="Freeform 33"/>
            <p:cNvSpPr>
              <a:spLocks/>
            </p:cNvSpPr>
            <p:nvPr/>
          </p:nvSpPr>
          <p:spPr bwMode="auto">
            <a:xfrm>
              <a:off x="11212513" y="5364163"/>
              <a:ext cx="322263" cy="109538"/>
            </a:xfrm>
            <a:custGeom>
              <a:avLst/>
              <a:gdLst>
                <a:gd name="T0" fmla="*/ 0 w 203"/>
                <a:gd name="T1" fmla="*/ 67 h 69"/>
                <a:gd name="T2" fmla="*/ 0 w 203"/>
                <a:gd name="T3" fmla="*/ 69 h 69"/>
                <a:gd name="T4" fmla="*/ 67 w 203"/>
                <a:gd name="T5" fmla="*/ 25 h 69"/>
                <a:gd name="T6" fmla="*/ 203 w 203"/>
                <a:gd name="T7" fmla="*/ 69 h 69"/>
                <a:gd name="T8" fmla="*/ 203 w 203"/>
                <a:gd name="T9" fmla="*/ 67 h 69"/>
                <a:gd name="T10" fmla="*/ 67 w 203"/>
                <a:gd name="T11" fmla="*/ 0 h 69"/>
                <a:gd name="T12" fmla="*/ 0 w 203"/>
                <a:gd name="T13" fmla="*/ 6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69">
                  <a:moveTo>
                    <a:pt x="0" y="67"/>
                  </a:moveTo>
                  <a:lnTo>
                    <a:pt x="0" y="69"/>
                  </a:lnTo>
                  <a:lnTo>
                    <a:pt x="67" y="25"/>
                  </a:lnTo>
                  <a:lnTo>
                    <a:pt x="203" y="69"/>
                  </a:lnTo>
                  <a:lnTo>
                    <a:pt x="203" y="67"/>
                  </a:lnTo>
                  <a:lnTo>
                    <a:pt x="67" y="0"/>
                  </a:lnTo>
                  <a:lnTo>
                    <a:pt x="0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9" name="Freeform 34"/>
            <p:cNvSpPr>
              <a:spLocks/>
            </p:cNvSpPr>
            <p:nvPr/>
          </p:nvSpPr>
          <p:spPr bwMode="auto">
            <a:xfrm>
              <a:off x="11212513" y="5414963"/>
              <a:ext cx="322263" cy="66675"/>
            </a:xfrm>
            <a:custGeom>
              <a:avLst/>
              <a:gdLst>
                <a:gd name="T0" fmla="*/ 0 w 203"/>
                <a:gd name="T1" fmla="*/ 42 h 42"/>
                <a:gd name="T2" fmla="*/ 0 w 203"/>
                <a:gd name="T3" fmla="*/ 42 h 42"/>
                <a:gd name="T4" fmla="*/ 67 w 203"/>
                <a:gd name="T5" fmla="*/ 25 h 42"/>
                <a:gd name="T6" fmla="*/ 203 w 203"/>
                <a:gd name="T7" fmla="*/ 42 h 42"/>
                <a:gd name="T8" fmla="*/ 203 w 203"/>
                <a:gd name="T9" fmla="*/ 42 h 42"/>
                <a:gd name="T10" fmla="*/ 67 w 203"/>
                <a:gd name="T11" fmla="*/ 0 h 42"/>
                <a:gd name="T12" fmla="*/ 0 w 203"/>
                <a:gd name="T13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42">
                  <a:moveTo>
                    <a:pt x="0" y="42"/>
                  </a:moveTo>
                  <a:lnTo>
                    <a:pt x="0" y="42"/>
                  </a:lnTo>
                  <a:lnTo>
                    <a:pt x="67" y="25"/>
                  </a:lnTo>
                  <a:lnTo>
                    <a:pt x="203" y="42"/>
                  </a:lnTo>
                  <a:lnTo>
                    <a:pt x="203" y="42"/>
                  </a:lnTo>
                  <a:lnTo>
                    <a:pt x="67" y="0"/>
                  </a:lnTo>
                  <a:lnTo>
                    <a:pt x="0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40" name="Freeform 35"/>
            <p:cNvSpPr>
              <a:spLocks/>
            </p:cNvSpPr>
            <p:nvPr/>
          </p:nvSpPr>
          <p:spPr bwMode="auto">
            <a:xfrm>
              <a:off x="11212513" y="5470525"/>
              <a:ext cx="322263" cy="23813"/>
            </a:xfrm>
            <a:custGeom>
              <a:avLst/>
              <a:gdLst>
                <a:gd name="T0" fmla="*/ 0 w 203"/>
                <a:gd name="T1" fmla="*/ 12 h 15"/>
                <a:gd name="T2" fmla="*/ 0 w 203"/>
                <a:gd name="T3" fmla="*/ 15 h 15"/>
                <a:gd name="T4" fmla="*/ 203 w 203"/>
                <a:gd name="T5" fmla="*/ 15 h 15"/>
                <a:gd name="T6" fmla="*/ 203 w 203"/>
                <a:gd name="T7" fmla="*/ 12 h 15"/>
                <a:gd name="T8" fmla="*/ 67 w 203"/>
                <a:gd name="T9" fmla="*/ 0 h 15"/>
                <a:gd name="T10" fmla="*/ 0 w 203"/>
                <a:gd name="T11" fmla="*/ 1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3" h="15">
                  <a:moveTo>
                    <a:pt x="0" y="12"/>
                  </a:moveTo>
                  <a:lnTo>
                    <a:pt x="0" y="15"/>
                  </a:lnTo>
                  <a:lnTo>
                    <a:pt x="203" y="15"/>
                  </a:lnTo>
                  <a:lnTo>
                    <a:pt x="203" y="12"/>
                  </a:lnTo>
                  <a:lnTo>
                    <a:pt x="67" y="0"/>
                  </a:lnTo>
                  <a:lnTo>
                    <a:pt x="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</p:grpSp>
      <p:grpSp>
        <p:nvGrpSpPr>
          <p:cNvPr id="43" name="그룹 42"/>
          <p:cNvGrpSpPr/>
          <p:nvPr userDrawn="1"/>
        </p:nvGrpSpPr>
        <p:grpSpPr>
          <a:xfrm>
            <a:off x="9276077" y="6972575"/>
            <a:ext cx="1110305" cy="316737"/>
            <a:chOff x="10506075" y="5289550"/>
            <a:chExt cx="1028701" cy="287338"/>
          </a:xfrm>
          <a:solidFill>
            <a:schemeClr val="bg1">
              <a:lumMod val="75000"/>
            </a:schemeClr>
          </a:solidFill>
        </p:grpSpPr>
        <p:sp>
          <p:nvSpPr>
            <p:cNvPr id="44" name="Freeform 5"/>
            <p:cNvSpPr>
              <a:spLocks noEditPoints="1"/>
            </p:cNvSpPr>
            <p:nvPr/>
          </p:nvSpPr>
          <p:spPr bwMode="auto">
            <a:xfrm>
              <a:off x="10585450" y="5395913"/>
              <a:ext cx="95250" cy="101600"/>
            </a:xfrm>
            <a:custGeom>
              <a:avLst/>
              <a:gdLst>
                <a:gd name="T0" fmla="*/ 13 w 25"/>
                <a:gd name="T1" fmla="*/ 0 h 26"/>
                <a:gd name="T2" fmla="*/ 0 w 25"/>
                <a:gd name="T3" fmla="*/ 13 h 26"/>
                <a:gd name="T4" fmla="*/ 13 w 25"/>
                <a:gd name="T5" fmla="*/ 26 h 26"/>
                <a:gd name="T6" fmla="*/ 25 w 25"/>
                <a:gd name="T7" fmla="*/ 13 h 26"/>
                <a:gd name="T8" fmla="*/ 13 w 25"/>
                <a:gd name="T9" fmla="*/ 0 h 26"/>
                <a:gd name="T10" fmla="*/ 13 w 25"/>
                <a:gd name="T11" fmla="*/ 20 h 26"/>
                <a:gd name="T12" fmla="*/ 6 w 25"/>
                <a:gd name="T13" fmla="*/ 13 h 26"/>
                <a:gd name="T14" fmla="*/ 13 w 25"/>
                <a:gd name="T15" fmla="*/ 7 h 26"/>
                <a:gd name="T16" fmla="*/ 19 w 25"/>
                <a:gd name="T17" fmla="*/ 13 h 26"/>
                <a:gd name="T18" fmla="*/ 13 w 25"/>
                <a:gd name="T19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26">
                  <a:moveTo>
                    <a:pt x="13" y="0"/>
                  </a:moveTo>
                  <a:cubicBezTo>
                    <a:pt x="5" y="0"/>
                    <a:pt x="0" y="6"/>
                    <a:pt x="0" y="13"/>
                  </a:cubicBezTo>
                  <a:cubicBezTo>
                    <a:pt x="0" y="20"/>
                    <a:pt x="5" y="26"/>
                    <a:pt x="13" y="26"/>
                  </a:cubicBezTo>
                  <a:cubicBezTo>
                    <a:pt x="20" y="26"/>
                    <a:pt x="25" y="20"/>
                    <a:pt x="25" y="13"/>
                  </a:cubicBezTo>
                  <a:cubicBezTo>
                    <a:pt x="25" y="6"/>
                    <a:pt x="20" y="0"/>
                    <a:pt x="13" y="0"/>
                  </a:cubicBezTo>
                  <a:close/>
                  <a:moveTo>
                    <a:pt x="13" y="20"/>
                  </a:move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6" y="7"/>
                    <a:pt x="19" y="10"/>
                    <a:pt x="19" y="13"/>
                  </a:cubicBezTo>
                  <a:cubicBezTo>
                    <a:pt x="19" y="17"/>
                    <a:pt x="16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45" name="Freeform 6"/>
            <p:cNvSpPr>
              <a:spLocks noEditPoints="1"/>
            </p:cNvSpPr>
            <p:nvPr/>
          </p:nvSpPr>
          <p:spPr bwMode="auto">
            <a:xfrm>
              <a:off x="11071225" y="5395913"/>
              <a:ext cx="95250" cy="101600"/>
            </a:xfrm>
            <a:custGeom>
              <a:avLst/>
              <a:gdLst>
                <a:gd name="T0" fmla="*/ 13 w 25"/>
                <a:gd name="T1" fmla="*/ 0 h 26"/>
                <a:gd name="T2" fmla="*/ 0 w 25"/>
                <a:gd name="T3" fmla="*/ 13 h 26"/>
                <a:gd name="T4" fmla="*/ 13 w 25"/>
                <a:gd name="T5" fmla="*/ 26 h 26"/>
                <a:gd name="T6" fmla="*/ 25 w 25"/>
                <a:gd name="T7" fmla="*/ 13 h 26"/>
                <a:gd name="T8" fmla="*/ 13 w 25"/>
                <a:gd name="T9" fmla="*/ 0 h 26"/>
                <a:gd name="T10" fmla="*/ 13 w 25"/>
                <a:gd name="T11" fmla="*/ 20 h 26"/>
                <a:gd name="T12" fmla="*/ 6 w 25"/>
                <a:gd name="T13" fmla="*/ 13 h 26"/>
                <a:gd name="T14" fmla="*/ 13 w 25"/>
                <a:gd name="T15" fmla="*/ 7 h 26"/>
                <a:gd name="T16" fmla="*/ 19 w 25"/>
                <a:gd name="T17" fmla="*/ 13 h 26"/>
                <a:gd name="T18" fmla="*/ 13 w 25"/>
                <a:gd name="T19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20" y="26"/>
                    <a:pt x="25" y="20"/>
                    <a:pt x="25" y="13"/>
                  </a:cubicBezTo>
                  <a:cubicBezTo>
                    <a:pt x="25" y="6"/>
                    <a:pt x="20" y="0"/>
                    <a:pt x="13" y="0"/>
                  </a:cubicBezTo>
                  <a:close/>
                  <a:moveTo>
                    <a:pt x="13" y="20"/>
                  </a:move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6" y="7"/>
                    <a:pt x="19" y="10"/>
                    <a:pt x="19" y="13"/>
                  </a:cubicBezTo>
                  <a:cubicBezTo>
                    <a:pt x="19" y="17"/>
                    <a:pt x="16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46" name="Freeform 7"/>
            <p:cNvSpPr>
              <a:spLocks/>
            </p:cNvSpPr>
            <p:nvPr/>
          </p:nvSpPr>
          <p:spPr bwMode="auto">
            <a:xfrm>
              <a:off x="10710863" y="5399088"/>
              <a:ext cx="65088" cy="63500"/>
            </a:xfrm>
            <a:custGeom>
              <a:avLst/>
              <a:gdLst>
                <a:gd name="T0" fmla="*/ 7 w 17"/>
                <a:gd name="T1" fmla="*/ 16 h 16"/>
                <a:gd name="T2" fmla="*/ 9 w 17"/>
                <a:gd name="T3" fmla="*/ 16 h 16"/>
                <a:gd name="T4" fmla="*/ 17 w 17"/>
                <a:gd name="T5" fmla="*/ 8 h 16"/>
                <a:gd name="T6" fmla="*/ 9 w 17"/>
                <a:gd name="T7" fmla="*/ 0 h 16"/>
                <a:gd name="T8" fmla="*/ 0 w 17"/>
                <a:gd name="T9" fmla="*/ 0 h 16"/>
                <a:gd name="T10" fmla="*/ 1 w 17"/>
                <a:gd name="T11" fmla="*/ 5 h 16"/>
                <a:gd name="T12" fmla="*/ 8 w 17"/>
                <a:gd name="T13" fmla="*/ 5 h 16"/>
                <a:gd name="T14" fmla="*/ 11 w 17"/>
                <a:gd name="T15" fmla="*/ 8 h 16"/>
                <a:gd name="T16" fmla="*/ 8 w 17"/>
                <a:gd name="T17" fmla="*/ 12 h 16"/>
                <a:gd name="T18" fmla="*/ 4 w 17"/>
                <a:gd name="T19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7" y="16"/>
                  </a:moveTo>
                  <a:cubicBezTo>
                    <a:pt x="9" y="16"/>
                    <a:pt x="9" y="16"/>
                    <a:pt x="9" y="16"/>
                  </a:cubicBezTo>
                  <a:cubicBezTo>
                    <a:pt x="14" y="16"/>
                    <a:pt x="17" y="13"/>
                    <a:pt x="17" y="8"/>
                  </a:cubicBezTo>
                  <a:cubicBezTo>
                    <a:pt x="17" y="4"/>
                    <a:pt x="14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10" y="5"/>
                    <a:pt x="11" y="7"/>
                    <a:pt x="11" y="8"/>
                  </a:cubicBezTo>
                  <a:cubicBezTo>
                    <a:pt x="11" y="10"/>
                    <a:pt x="10" y="12"/>
                    <a:pt x="8" y="12"/>
                  </a:cubicBezTo>
                  <a:cubicBezTo>
                    <a:pt x="4" y="12"/>
                    <a:pt x="4" y="12"/>
                    <a:pt x="4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47" name="Rectangle 8"/>
            <p:cNvSpPr>
              <a:spLocks noChangeArrowheads="1"/>
            </p:cNvSpPr>
            <p:nvPr/>
          </p:nvSpPr>
          <p:spPr bwMode="auto">
            <a:xfrm>
              <a:off x="10506075" y="5399088"/>
              <a:ext cx="23813" cy="98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48" name="Rectangle 9"/>
            <p:cNvSpPr>
              <a:spLocks noChangeArrowheads="1"/>
            </p:cNvSpPr>
            <p:nvPr/>
          </p:nvSpPr>
          <p:spPr bwMode="auto">
            <a:xfrm>
              <a:off x="10696575" y="5399088"/>
              <a:ext cx="22225" cy="98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49" name="Freeform 10"/>
            <p:cNvSpPr>
              <a:spLocks/>
            </p:cNvSpPr>
            <p:nvPr/>
          </p:nvSpPr>
          <p:spPr bwMode="auto">
            <a:xfrm>
              <a:off x="10877550" y="5399088"/>
              <a:ext cx="31750" cy="98425"/>
            </a:xfrm>
            <a:custGeom>
              <a:avLst/>
              <a:gdLst>
                <a:gd name="T0" fmla="*/ 15 w 20"/>
                <a:gd name="T1" fmla="*/ 62 h 62"/>
                <a:gd name="T2" fmla="*/ 0 w 20"/>
                <a:gd name="T3" fmla="*/ 62 h 62"/>
                <a:gd name="T4" fmla="*/ 5 w 20"/>
                <a:gd name="T5" fmla="*/ 0 h 62"/>
                <a:gd name="T6" fmla="*/ 20 w 20"/>
                <a:gd name="T7" fmla="*/ 0 h 62"/>
                <a:gd name="T8" fmla="*/ 15 w 20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2">
                  <a:moveTo>
                    <a:pt x="15" y="62"/>
                  </a:moveTo>
                  <a:lnTo>
                    <a:pt x="0" y="62"/>
                  </a:lnTo>
                  <a:lnTo>
                    <a:pt x="5" y="0"/>
                  </a:lnTo>
                  <a:lnTo>
                    <a:pt x="20" y="0"/>
                  </a:lnTo>
                  <a:lnTo>
                    <a:pt x="1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0" name="Rectangle 11"/>
            <p:cNvSpPr>
              <a:spLocks noChangeArrowheads="1"/>
            </p:cNvSpPr>
            <p:nvPr/>
          </p:nvSpPr>
          <p:spPr bwMode="auto">
            <a:xfrm>
              <a:off x="10806113" y="5457825"/>
              <a:ext cx="46038" cy="206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1" name="Freeform 12"/>
            <p:cNvSpPr>
              <a:spLocks/>
            </p:cNvSpPr>
            <p:nvPr/>
          </p:nvSpPr>
          <p:spPr bwMode="auto">
            <a:xfrm>
              <a:off x="10779125" y="5399088"/>
              <a:ext cx="61913" cy="98425"/>
            </a:xfrm>
            <a:custGeom>
              <a:avLst/>
              <a:gdLst>
                <a:gd name="T0" fmla="*/ 17 w 39"/>
                <a:gd name="T1" fmla="*/ 62 h 62"/>
                <a:gd name="T2" fmla="*/ 0 w 39"/>
                <a:gd name="T3" fmla="*/ 62 h 62"/>
                <a:gd name="T4" fmla="*/ 24 w 39"/>
                <a:gd name="T5" fmla="*/ 0 h 62"/>
                <a:gd name="T6" fmla="*/ 39 w 39"/>
                <a:gd name="T7" fmla="*/ 0 h 62"/>
                <a:gd name="T8" fmla="*/ 17 w 39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62">
                  <a:moveTo>
                    <a:pt x="17" y="62"/>
                  </a:moveTo>
                  <a:lnTo>
                    <a:pt x="0" y="62"/>
                  </a:lnTo>
                  <a:lnTo>
                    <a:pt x="24" y="0"/>
                  </a:lnTo>
                  <a:lnTo>
                    <a:pt x="39" y="0"/>
                  </a:lnTo>
                  <a:lnTo>
                    <a:pt x="17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2" name="Freeform 13"/>
            <p:cNvSpPr>
              <a:spLocks/>
            </p:cNvSpPr>
            <p:nvPr/>
          </p:nvSpPr>
          <p:spPr bwMode="auto">
            <a:xfrm>
              <a:off x="10817225" y="5399088"/>
              <a:ext cx="57150" cy="98425"/>
            </a:xfrm>
            <a:custGeom>
              <a:avLst/>
              <a:gdLst>
                <a:gd name="T0" fmla="*/ 22 w 36"/>
                <a:gd name="T1" fmla="*/ 62 h 62"/>
                <a:gd name="T2" fmla="*/ 36 w 36"/>
                <a:gd name="T3" fmla="*/ 62 h 62"/>
                <a:gd name="T4" fmla="*/ 15 w 36"/>
                <a:gd name="T5" fmla="*/ 0 h 62"/>
                <a:gd name="T6" fmla="*/ 0 w 36"/>
                <a:gd name="T7" fmla="*/ 0 h 62"/>
                <a:gd name="T8" fmla="*/ 22 w 36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62">
                  <a:moveTo>
                    <a:pt x="22" y="62"/>
                  </a:moveTo>
                  <a:lnTo>
                    <a:pt x="36" y="62"/>
                  </a:lnTo>
                  <a:lnTo>
                    <a:pt x="15" y="0"/>
                  </a:lnTo>
                  <a:lnTo>
                    <a:pt x="0" y="0"/>
                  </a:lnTo>
                  <a:lnTo>
                    <a:pt x="22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3" name="Freeform 14"/>
            <p:cNvSpPr>
              <a:spLocks/>
            </p:cNvSpPr>
            <p:nvPr/>
          </p:nvSpPr>
          <p:spPr bwMode="auto">
            <a:xfrm>
              <a:off x="10885488" y="5399088"/>
              <a:ext cx="49213" cy="98425"/>
            </a:xfrm>
            <a:custGeom>
              <a:avLst/>
              <a:gdLst>
                <a:gd name="T0" fmla="*/ 24 w 31"/>
                <a:gd name="T1" fmla="*/ 62 h 62"/>
                <a:gd name="T2" fmla="*/ 29 w 31"/>
                <a:gd name="T3" fmla="*/ 62 h 62"/>
                <a:gd name="T4" fmla="*/ 31 w 31"/>
                <a:gd name="T5" fmla="*/ 40 h 62"/>
                <a:gd name="T6" fmla="*/ 15 w 31"/>
                <a:gd name="T7" fmla="*/ 0 h 62"/>
                <a:gd name="T8" fmla="*/ 0 w 31"/>
                <a:gd name="T9" fmla="*/ 0 h 62"/>
                <a:gd name="T10" fmla="*/ 24 w 31"/>
                <a:gd name="T1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62">
                  <a:moveTo>
                    <a:pt x="24" y="62"/>
                  </a:moveTo>
                  <a:lnTo>
                    <a:pt x="29" y="62"/>
                  </a:lnTo>
                  <a:lnTo>
                    <a:pt x="31" y="40"/>
                  </a:lnTo>
                  <a:lnTo>
                    <a:pt x="15" y="0"/>
                  </a:lnTo>
                  <a:lnTo>
                    <a:pt x="0" y="0"/>
                  </a:lnTo>
                  <a:lnTo>
                    <a:pt x="24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4" name="Freeform 15"/>
            <p:cNvSpPr>
              <a:spLocks/>
            </p:cNvSpPr>
            <p:nvPr/>
          </p:nvSpPr>
          <p:spPr bwMode="auto">
            <a:xfrm>
              <a:off x="10953750" y="5399088"/>
              <a:ext cx="30163" cy="98425"/>
            </a:xfrm>
            <a:custGeom>
              <a:avLst/>
              <a:gdLst>
                <a:gd name="T0" fmla="*/ 5 w 19"/>
                <a:gd name="T1" fmla="*/ 62 h 62"/>
                <a:gd name="T2" fmla="*/ 19 w 19"/>
                <a:gd name="T3" fmla="*/ 62 h 62"/>
                <a:gd name="T4" fmla="*/ 15 w 19"/>
                <a:gd name="T5" fmla="*/ 0 h 62"/>
                <a:gd name="T6" fmla="*/ 0 w 19"/>
                <a:gd name="T7" fmla="*/ 0 h 62"/>
                <a:gd name="T8" fmla="*/ 5 w 19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62">
                  <a:moveTo>
                    <a:pt x="5" y="62"/>
                  </a:moveTo>
                  <a:lnTo>
                    <a:pt x="19" y="62"/>
                  </a:lnTo>
                  <a:lnTo>
                    <a:pt x="15" y="0"/>
                  </a:lnTo>
                  <a:lnTo>
                    <a:pt x="0" y="0"/>
                  </a:lnTo>
                  <a:lnTo>
                    <a:pt x="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5" name="Freeform 16"/>
            <p:cNvSpPr>
              <a:spLocks/>
            </p:cNvSpPr>
            <p:nvPr/>
          </p:nvSpPr>
          <p:spPr bwMode="auto">
            <a:xfrm>
              <a:off x="10926763" y="5399088"/>
              <a:ext cx="50800" cy="98425"/>
            </a:xfrm>
            <a:custGeom>
              <a:avLst/>
              <a:gdLst>
                <a:gd name="T0" fmla="*/ 8 w 32"/>
                <a:gd name="T1" fmla="*/ 62 h 62"/>
                <a:gd name="T2" fmla="*/ 3 w 32"/>
                <a:gd name="T3" fmla="*/ 62 h 62"/>
                <a:gd name="T4" fmla="*/ 0 w 32"/>
                <a:gd name="T5" fmla="*/ 40 h 62"/>
                <a:gd name="T6" fmla="*/ 17 w 32"/>
                <a:gd name="T7" fmla="*/ 0 h 62"/>
                <a:gd name="T8" fmla="*/ 32 w 32"/>
                <a:gd name="T9" fmla="*/ 0 h 62"/>
                <a:gd name="T10" fmla="*/ 8 w 32"/>
                <a:gd name="T1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62">
                  <a:moveTo>
                    <a:pt x="8" y="62"/>
                  </a:moveTo>
                  <a:lnTo>
                    <a:pt x="3" y="62"/>
                  </a:lnTo>
                  <a:lnTo>
                    <a:pt x="0" y="40"/>
                  </a:lnTo>
                  <a:lnTo>
                    <a:pt x="17" y="0"/>
                  </a:lnTo>
                  <a:lnTo>
                    <a:pt x="32" y="0"/>
                  </a:lnTo>
                  <a:lnTo>
                    <a:pt x="8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6" name="Freeform 17"/>
            <p:cNvSpPr>
              <a:spLocks/>
            </p:cNvSpPr>
            <p:nvPr/>
          </p:nvSpPr>
          <p:spPr bwMode="auto">
            <a:xfrm>
              <a:off x="10521950" y="5399088"/>
              <a:ext cx="63500" cy="50800"/>
            </a:xfrm>
            <a:custGeom>
              <a:avLst/>
              <a:gdLst>
                <a:gd name="T0" fmla="*/ 17 w 40"/>
                <a:gd name="T1" fmla="*/ 32 h 32"/>
                <a:gd name="T2" fmla="*/ 0 w 40"/>
                <a:gd name="T3" fmla="*/ 32 h 32"/>
                <a:gd name="T4" fmla="*/ 24 w 40"/>
                <a:gd name="T5" fmla="*/ 0 h 32"/>
                <a:gd name="T6" fmla="*/ 40 w 40"/>
                <a:gd name="T7" fmla="*/ 0 h 32"/>
                <a:gd name="T8" fmla="*/ 17 w 40"/>
                <a:gd name="T9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2">
                  <a:moveTo>
                    <a:pt x="17" y="32"/>
                  </a:moveTo>
                  <a:lnTo>
                    <a:pt x="0" y="32"/>
                  </a:lnTo>
                  <a:lnTo>
                    <a:pt x="24" y="0"/>
                  </a:lnTo>
                  <a:lnTo>
                    <a:pt x="40" y="0"/>
                  </a:lnTo>
                  <a:lnTo>
                    <a:pt x="17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7" name="Freeform 18"/>
            <p:cNvSpPr>
              <a:spLocks/>
            </p:cNvSpPr>
            <p:nvPr/>
          </p:nvSpPr>
          <p:spPr bwMode="auto">
            <a:xfrm>
              <a:off x="10525125" y="5443538"/>
              <a:ext cx="65088" cy="53975"/>
            </a:xfrm>
            <a:custGeom>
              <a:avLst/>
              <a:gdLst>
                <a:gd name="T0" fmla="*/ 17 w 41"/>
                <a:gd name="T1" fmla="*/ 0 h 34"/>
                <a:gd name="T2" fmla="*/ 0 w 41"/>
                <a:gd name="T3" fmla="*/ 0 h 34"/>
                <a:gd name="T4" fmla="*/ 24 w 41"/>
                <a:gd name="T5" fmla="*/ 34 h 34"/>
                <a:gd name="T6" fmla="*/ 41 w 41"/>
                <a:gd name="T7" fmla="*/ 34 h 34"/>
                <a:gd name="T8" fmla="*/ 17 w 41"/>
                <a:gd name="T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4">
                  <a:moveTo>
                    <a:pt x="17" y="0"/>
                  </a:moveTo>
                  <a:lnTo>
                    <a:pt x="0" y="0"/>
                  </a:lnTo>
                  <a:lnTo>
                    <a:pt x="24" y="34"/>
                  </a:lnTo>
                  <a:lnTo>
                    <a:pt x="41" y="34"/>
                  </a:ln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8" name="Freeform 19"/>
            <p:cNvSpPr>
              <a:spLocks/>
            </p:cNvSpPr>
            <p:nvPr/>
          </p:nvSpPr>
          <p:spPr bwMode="auto">
            <a:xfrm>
              <a:off x="10726738" y="5446713"/>
              <a:ext cx="49213" cy="50800"/>
            </a:xfrm>
            <a:custGeom>
              <a:avLst/>
              <a:gdLst>
                <a:gd name="T0" fmla="*/ 14 w 31"/>
                <a:gd name="T1" fmla="*/ 0 h 32"/>
                <a:gd name="T2" fmla="*/ 0 w 31"/>
                <a:gd name="T3" fmla="*/ 0 h 32"/>
                <a:gd name="T4" fmla="*/ 14 w 31"/>
                <a:gd name="T5" fmla="*/ 32 h 32"/>
                <a:gd name="T6" fmla="*/ 31 w 31"/>
                <a:gd name="T7" fmla="*/ 32 h 32"/>
                <a:gd name="T8" fmla="*/ 14 w 31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2">
                  <a:moveTo>
                    <a:pt x="14" y="0"/>
                  </a:moveTo>
                  <a:lnTo>
                    <a:pt x="0" y="0"/>
                  </a:lnTo>
                  <a:lnTo>
                    <a:pt x="14" y="32"/>
                  </a:lnTo>
                  <a:lnTo>
                    <a:pt x="31" y="32"/>
                  </a:ln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9" name="Freeform 20"/>
            <p:cNvSpPr>
              <a:spLocks/>
            </p:cNvSpPr>
            <p:nvPr/>
          </p:nvSpPr>
          <p:spPr bwMode="auto">
            <a:xfrm>
              <a:off x="10991850" y="5395913"/>
              <a:ext cx="79375" cy="101600"/>
            </a:xfrm>
            <a:custGeom>
              <a:avLst/>
              <a:gdLst>
                <a:gd name="T0" fmla="*/ 18 w 21"/>
                <a:gd name="T1" fmla="*/ 18 h 26"/>
                <a:gd name="T2" fmla="*/ 13 w 21"/>
                <a:gd name="T3" fmla="*/ 20 h 26"/>
                <a:gd name="T4" fmla="*/ 6 w 21"/>
                <a:gd name="T5" fmla="*/ 13 h 26"/>
                <a:gd name="T6" fmla="*/ 13 w 21"/>
                <a:gd name="T7" fmla="*/ 7 h 26"/>
                <a:gd name="T8" fmla="*/ 18 w 21"/>
                <a:gd name="T9" fmla="*/ 9 h 26"/>
                <a:gd name="T10" fmla="*/ 21 w 21"/>
                <a:gd name="T11" fmla="*/ 3 h 26"/>
                <a:gd name="T12" fmla="*/ 13 w 21"/>
                <a:gd name="T13" fmla="*/ 0 h 26"/>
                <a:gd name="T14" fmla="*/ 0 w 21"/>
                <a:gd name="T15" fmla="*/ 13 h 26"/>
                <a:gd name="T16" fmla="*/ 13 w 21"/>
                <a:gd name="T17" fmla="*/ 26 h 26"/>
                <a:gd name="T18" fmla="*/ 21 w 21"/>
                <a:gd name="T19" fmla="*/ 23 h 26"/>
                <a:gd name="T20" fmla="*/ 18 w 21"/>
                <a:gd name="T21" fmla="*/ 1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26">
                  <a:moveTo>
                    <a:pt x="18" y="18"/>
                  </a:moveTo>
                  <a:cubicBezTo>
                    <a:pt x="17" y="19"/>
                    <a:pt x="15" y="20"/>
                    <a:pt x="13" y="20"/>
                  </a:cubicBez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5" y="7"/>
                    <a:pt x="17" y="7"/>
                    <a:pt x="18" y="9"/>
                  </a:cubicBezTo>
                  <a:cubicBezTo>
                    <a:pt x="18" y="7"/>
                    <a:pt x="19" y="5"/>
                    <a:pt x="21" y="3"/>
                  </a:cubicBezTo>
                  <a:cubicBezTo>
                    <a:pt x="19" y="1"/>
                    <a:pt x="16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16" y="26"/>
                    <a:pt x="19" y="25"/>
                    <a:pt x="21" y="23"/>
                  </a:cubicBezTo>
                  <a:cubicBezTo>
                    <a:pt x="19" y="22"/>
                    <a:pt x="18" y="20"/>
                    <a:pt x="18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0" name="Freeform 21"/>
            <p:cNvSpPr>
              <a:spLocks noEditPoints="1"/>
            </p:cNvSpPr>
            <p:nvPr/>
          </p:nvSpPr>
          <p:spPr bwMode="auto">
            <a:xfrm>
              <a:off x="10882313" y="5518150"/>
              <a:ext cx="33338" cy="58738"/>
            </a:xfrm>
            <a:custGeom>
              <a:avLst/>
              <a:gdLst>
                <a:gd name="T0" fmla="*/ 7 w 9"/>
                <a:gd name="T1" fmla="*/ 15 h 15"/>
                <a:gd name="T2" fmla="*/ 4 w 9"/>
                <a:gd name="T3" fmla="*/ 9 h 15"/>
                <a:gd name="T4" fmla="*/ 2 w 9"/>
                <a:gd name="T5" fmla="*/ 9 h 15"/>
                <a:gd name="T6" fmla="*/ 2 w 9"/>
                <a:gd name="T7" fmla="*/ 15 h 15"/>
                <a:gd name="T8" fmla="*/ 0 w 9"/>
                <a:gd name="T9" fmla="*/ 15 h 15"/>
                <a:gd name="T10" fmla="*/ 0 w 9"/>
                <a:gd name="T11" fmla="*/ 0 h 15"/>
                <a:gd name="T12" fmla="*/ 5 w 9"/>
                <a:gd name="T13" fmla="*/ 0 h 15"/>
                <a:gd name="T14" fmla="*/ 9 w 9"/>
                <a:gd name="T15" fmla="*/ 4 h 15"/>
                <a:gd name="T16" fmla="*/ 6 w 9"/>
                <a:gd name="T17" fmla="*/ 8 h 15"/>
                <a:gd name="T18" fmla="*/ 9 w 9"/>
                <a:gd name="T19" fmla="*/ 15 h 15"/>
                <a:gd name="T20" fmla="*/ 7 w 9"/>
                <a:gd name="T21" fmla="*/ 15 h 15"/>
                <a:gd name="T22" fmla="*/ 5 w 9"/>
                <a:gd name="T23" fmla="*/ 2 h 15"/>
                <a:gd name="T24" fmla="*/ 2 w 9"/>
                <a:gd name="T25" fmla="*/ 2 h 15"/>
                <a:gd name="T26" fmla="*/ 2 w 9"/>
                <a:gd name="T27" fmla="*/ 7 h 15"/>
                <a:gd name="T28" fmla="*/ 5 w 9"/>
                <a:gd name="T29" fmla="*/ 7 h 15"/>
                <a:gd name="T30" fmla="*/ 7 w 9"/>
                <a:gd name="T31" fmla="*/ 4 h 15"/>
                <a:gd name="T32" fmla="*/ 5 w 9"/>
                <a:gd name="T3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" h="15">
                  <a:moveTo>
                    <a:pt x="7" y="15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6"/>
                    <a:pt x="8" y="8"/>
                    <a:pt x="6" y="8"/>
                  </a:cubicBezTo>
                  <a:cubicBezTo>
                    <a:pt x="9" y="15"/>
                    <a:pt x="9" y="15"/>
                    <a:pt x="9" y="15"/>
                  </a:cubicBezTo>
                  <a:lnTo>
                    <a:pt x="7" y="15"/>
                  </a:lnTo>
                  <a:close/>
                  <a:moveTo>
                    <a:pt x="5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7" y="6"/>
                    <a:pt x="7" y="4"/>
                  </a:cubicBezTo>
                  <a:cubicBezTo>
                    <a:pt x="7" y="3"/>
                    <a:pt x="6" y="2"/>
                    <a:pt x="5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1" name="Freeform 22"/>
            <p:cNvSpPr>
              <a:spLocks/>
            </p:cNvSpPr>
            <p:nvPr/>
          </p:nvSpPr>
          <p:spPr bwMode="auto">
            <a:xfrm>
              <a:off x="10942638" y="5518150"/>
              <a:ext cx="34925" cy="58738"/>
            </a:xfrm>
            <a:custGeom>
              <a:avLst/>
              <a:gdLst>
                <a:gd name="T0" fmla="*/ 0 w 22"/>
                <a:gd name="T1" fmla="*/ 37 h 37"/>
                <a:gd name="T2" fmla="*/ 0 w 22"/>
                <a:gd name="T3" fmla="*/ 0 h 37"/>
                <a:gd name="T4" fmla="*/ 22 w 22"/>
                <a:gd name="T5" fmla="*/ 0 h 37"/>
                <a:gd name="T6" fmla="*/ 22 w 22"/>
                <a:gd name="T7" fmla="*/ 4 h 37"/>
                <a:gd name="T8" fmla="*/ 5 w 22"/>
                <a:gd name="T9" fmla="*/ 4 h 37"/>
                <a:gd name="T10" fmla="*/ 5 w 22"/>
                <a:gd name="T11" fmla="*/ 14 h 37"/>
                <a:gd name="T12" fmla="*/ 19 w 22"/>
                <a:gd name="T13" fmla="*/ 14 h 37"/>
                <a:gd name="T14" fmla="*/ 19 w 22"/>
                <a:gd name="T15" fmla="*/ 19 h 37"/>
                <a:gd name="T16" fmla="*/ 5 w 22"/>
                <a:gd name="T17" fmla="*/ 19 h 37"/>
                <a:gd name="T18" fmla="*/ 5 w 22"/>
                <a:gd name="T19" fmla="*/ 32 h 37"/>
                <a:gd name="T20" fmla="*/ 22 w 22"/>
                <a:gd name="T21" fmla="*/ 32 h 37"/>
                <a:gd name="T22" fmla="*/ 22 w 22"/>
                <a:gd name="T23" fmla="*/ 37 h 37"/>
                <a:gd name="T24" fmla="*/ 0 w 22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37">
                  <a:moveTo>
                    <a:pt x="0" y="37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5" y="4"/>
                  </a:lnTo>
                  <a:lnTo>
                    <a:pt x="5" y="14"/>
                  </a:lnTo>
                  <a:lnTo>
                    <a:pt x="19" y="14"/>
                  </a:lnTo>
                  <a:lnTo>
                    <a:pt x="19" y="19"/>
                  </a:lnTo>
                  <a:lnTo>
                    <a:pt x="5" y="19"/>
                  </a:lnTo>
                  <a:lnTo>
                    <a:pt x="5" y="32"/>
                  </a:lnTo>
                  <a:lnTo>
                    <a:pt x="22" y="32"/>
                  </a:lnTo>
                  <a:lnTo>
                    <a:pt x="22" y="37"/>
                  </a:lnTo>
                  <a:lnTo>
                    <a:pt x="0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2" name="Rectangle 23"/>
            <p:cNvSpPr>
              <a:spLocks noChangeArrowheads="1"/>
            </p:cNvSpPr>
            <p:nvPr/>
          </p:nvSpPr>
          <p:spPr bwMode="auto">
            <a:xfrm>
              <a:off x="11002963" y="5518150"/>
              <a:ext cx="7938" cy="587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3" name="Freeform 24"/>
            <p:cNvSpPr>
              <a:spLocks/>
            </p:cNvSpPr>
            <p:nvPr/>
          </p:nvSpPr>
          <p:spPr bwMode="auto">
            <a:xfrm>
              <a:off x="11037888" y="5518150"/>
              <a:ext cx="33338" cy="58738"/>
            </a:xfrm>
            <a:custGeom>
              <a:avLst/>
              <a:gdLst>
                <a:gd name="T0" fmla="*/ 14 w 21"/>
                <a:gd name="T1" fmla="*/ 4 h 37"/>
                <a:gd name="T2" fmla="*/ 14 w 21"/>
                <a:gd name="T3" fmla="*/ 37 h 37"/>
                <a:gd name="T4" fmla="*/ 9 w 21"/>
                <a:gd name="T5" fmla="*/ 37 h 37"/>
                <a:gd name="T6" fmla="*/ 9 w 21"/>
                <a:gd name="T7" fmla="*/ 4 h 37"/>
                <a:gd name="T8" fmla="*/ 0 w 21"/>
                <a:gd name="T9" fmla="*/ 4 h 37"/>
                <a:gd name="T10" fmla="*/ 0 w 21"/>
                <a:gd name="T11" fmla="*/ 0 h 37"/>
                <a:gd name="T12" fmla="*/ 21 w 21"/>
                <a:gd name="T13" fmla="*/ 0 h 37"/>
                <a:gd name="T14" fmla="*/ 21 w 21"/>
                <a:gd name="T15" fmla="*/ 4 h 37"/>
                <a:gd name="T16" fmla="*/ 14 w 21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37">
                  <a:moveTo>
                    <a:pt x="14" y="4"/>
                  </a:moveTo>
                  <a:lnTo>
                    <a:pt x="14" y="37"/>
                  </a:lnTo>
                  <a:lnTo>
                    <a:pt x="9" y="37"/>
                  </a:lnTo>
                  <a:lnTo>
                    <a:pt x="9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1" y="0"/>
                  </a:lnTo>
                  <a:lnTo>
                    <a:pt x="21" y="4"/>
                  </a:lnTo>
                  <a:lnTo>
                    <a:pt x="1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4" name="Freeform 25"/>
            <p:cNvSpPr>
              <a:spLocks/>
            </p:cNvSpPr>
            <p:nvPr/>
          </p:nvSpPr>
          <p:spPr bwMode="auto">
            <a:xfrm>
              <a:off x="11095038" y="5518150"/>
              <a:ext cx="33338" cy="58738"/>
            </a:xfrm>
            <a:custGeom>
              <a:avLst/>
              <a:gdLst>
                <a:gd name="T0" fmla="*/ 5 w 9"/>
                <a:gd name="T1" fmla="*/ 15 h 15"/>
                <a:gd name="T2" fmla="*/ 0 w 9"/>
                <a:gd name="T3" fmla="*/ 13 h 15"/>
                <a:gd name="T4" fmla="*/ 1 w 9"/>
                <a:gd name="T5" fmla="*/ 11 h 15"/>
                <a:gd name="T6" fmla="*/ 5 w 9"/>
                <a:gd name="T7" fmla="*/ 13 h 15"/>
                <a:gd name="T8" fmla="*/ 7 w 9"/>
                <a:gd name="T9" fmla="*/ 11 h 15"/>
                <a:gd name="T10" fmla="*/ 7 w 9"/>
                <a:gd name="T11" fmla="*/ 9 h 15"/>
                <a:gd name="T12" fmla="*/ 5 w 9"/>
                <a:gd name="T13" fmla="*/ 8 h 15"/>
                <a:gd name="T14" fmla="*/ 4 w 9"/>
                <a:gd name="T15" fmla="*/ 8 h 15"/>
                <a:gd name="T16" fmla="*/ 1 w 9"/>
                <a:gd name="T17" fmla="*/ 7 h 15"/>
                <a:gd name="T18" fmla="*/ 0 w 9"/>
                <a:gd name="T19" fmla="*/ 4 h 15"/>
                <a:gd name="T20" fmla="*/ 5 w 9"/>
                <a:gd name="T21" fmla="*/ 0 h 15"/>
                <a:gd name="T22" fmla="*/ 9 w 9"/>
                <a:gd name="T23" fmla="*/ 2 h 15"/>
                <a:gd name="T24" fmla="*/ 8 w 9"/>
                <a:gd name="T25" fmla="*/ 3 h 15"/>
                <a:gd name="T26" fmla="*/ 5 w 9"/>
                <a:gd name="T27" fmla="*/ 2 h 15"/>
                <a:gd name="T28" fmla="*/ 2 w 9"/>
                <a:gd name="T29" fmla="*/ 4 h 15"/>
                <a:gd name="T30" fmla="*/ 3 w 9"/>
                <a:gd name="T31" fmla="*/ 5 h 15"/>
                <a:gd name="T32" fmla="*/ 4 w 9"/>
                <a:gd name="T33" fmla="*/ 6 h 15"/>
                <a:gd name="T34" fmla="*/ 6 w 9"/>
                <a:gd name="T35" fmla="*/ 6 h 15"/>
                <a:gd name="T36" fmla="*/ 8 w 9"/>
                <a:gd name="T37" fmla="*/ 8 h 15"/>
                <a:gd name="T38" fmla="*/ 9 w 9"/>
                <a:gd name="T39" fmla="*/ 11 h 15"/>
                <a:gd name="T40" fmla="*/ 5 w 9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" h="15">
                  <a:moveTo>
                    <a:pt x="5" y="15"/>
                  </a:moveTo>
                  <a:cubicBezTo>
                    <a:pt x="3" y="15"/>
                    <a:pt x="1" y="14"/>
                    <a:pt x="0" y="13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3"/>
                    <a:pt x="3" y="13"/>
                    <a:pt x="5" y="13"/>
                  </a:cubicBezTo>
                  <a:cubicBezTo>
                    <a:pt x="6" y="13"/>
                    <a:pt x="7" y="12"/>
                    <a:pt x="7" y="11"/>
                  </a:cubicBezTo>
                  <a:cubicBezTo>
                    <a:pt x="7" y="10"/>
                    <a:pt x="7" y="9"/>
                    <a:pt x="7" y="9"/>
                  </a:cubicBezTo>
                  <a:cubicBezTo>
                    <a:pt x="7" y="9"/>
                    <a:pt x="6" y="9"/>
                    <a:pt x="5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8"/>
                    <a:pt x="2" y="8"/>
                    <a:pt x="1" y="7"/>
                  </a:cubicBezTo>
                  <a:cubicBezTo>
                    <a:pt x="1" y="6"/>
                    <a:pt x="0" y="5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7" y="0"/>
                    <a:pt x="8" y="0"/>
                    <a:pt x="9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2"/>
                    <a:pt x="6" y="2"/>
                    <a:pt x="5" y="2"/>
                  </a:cubicBezTo>
                  <a:cubicBezTo>
                    <a:pt x="3" y="2"/>
                    <a:pt x="2" y="3"/>
                    <a:pt x="2" y="4"/>
                  </a:cubicBezTo>
                  <a:cubicBezTo>
                    <a:pt x="2" y="5"/>
                    <a:pt x="2" y="5"/>
                    <a:pt x="3" y="5"/>
                  </a:cubicBezTo>
                  <a:cubicBezTo>
                    <a:pt x="3" y="6"/>
                    <a:pt x="4" y="6"/>
                    <a:pt x="4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7" y="7"/>
                    <a:pt x="8" y="7"/>
                    <a:pt x="8" y="8"/>
                  </a:cubicBezTo>
                  <a:cubicBezTo>
                    <a:pt x="9" y="8"/>
                    <a:pt x="9" y="9"/>
                    <a:pt x="9" y="11"/>
                  </a:cubicBezTo>
                  <a:cubicBezTo>
                    <a:pt x="9" y="13"/>
                    <a:pt x="7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5" name="Freeform 26"/>
            <p:cNvSpPr>
              <a:spLocks noEditPoints="1"/>
            </p:cNvSpPr>
            <p:nvPr/>
          </p:nvSpPr>
          <p:spPr bwMode="auto">
            <a:xfrm>
              <a:off x="11174413" y="5518150"/>
              <a:ext cx="41275" cy="58738"/>
            </a:xfrm>
            <a:custGeom>
              <a:avLst/>
              <a:gdLst>
                <a:gd name="T0" fmla="*/ 9 w 11"/>
                <a:gd name="T1" fmla="*/ 15 h 15"/>
                <a:gd name="T2" fmla="*/ 8 w 11"/>
                <a:gd name="T3" fmla="*/ 13 h 15"/>
                <a:gd name="T4" fmla="*/ 4 w 11"/>
                <a:gd name="T5" fmla="*/ 15 h 15"/>
                <a:gd name="T6" fmla="*/ 0 w 11"/>
                <a:gd name="T7" fmla="*/ 10 h 15"/>
                <a:gd name="T8" fmla="*/ 2 w 11"/>
                <a:gd name="T9" fmla="*/ 6 h 15"/>
                <a:gd name="T10" fmla="*/ 1 w 11"/>
                <a:gd name="T11" fmla="*/ 3 h 15"/>
                <a:gd name="T12" fmla="*/ 4 w 11"/>
                <a:gd name="T13" fmla="*/ 0 h 15"/>
                <a:gd name="T14" fmla="*/ 7 w 11"/>
                <a:gd name="T15" fmla="*/ 3 h 15"/>
                <a:gd name="T16" fmla="*/ 6 w 11"/>
                <a:gd name="T17" fmla="*/ 6 h 15"/>
                <a:gd name="T18" fmla="*/ 5 w 11"/>
                <a:gd name="T19" fmla="*/ 7 h 15"/>
                <a:gd name="T20" fmla="*/ 8 w 11"/>
                <a:gd name="T21" fmla="*/ 10 h 15"/>
                <a:gd name="T22" fmla="*/ 8 w 11"/>
                <a:gd name="T23" fmla="*/ 7 h 15"/>
                <a:gd name="T24" fmla="*/ 10 w 11"/>
                <a:gd name="T25" fmla="*/ 7 h 15"/>
                <a:gd name="T26" fmla="*/ 9 w 11"/>
                <a:gd name="T27" fmla="*/ 12 h 15"/>
                <a:gd name="T28" fmla="*/ 11 w 11"/>
                <a:gd name="T29" fmla="*/ 15 h 15"/>
                <a:gd name="T30" fmla="*/ 9 w 11"/>
                <a:gd name="T31" fmla="*/ 15 h 15"/>
                <a:gd name="T32" fmla="*/ 3 w 11"/>
                <a:gd name="T33" fmla="*/ 8 h 15"/>
                <a:gd name="T34" fmla="*/ 2 w 11"/>
                <a:gd name="T35" fmla="*/ 10 h 15"/>
                <a:gd name="T36" fmla="*/ 4 w 11"/>
                <a:gd name="T37" fmla="*/ 13 h 15"/>
                <a:gd name="T38" fmla="*/ 6 w 11"/>
                <a:gd name="T39" fmla="*/ 12 h 15"/>
                <a:gd name="T40" fmla="*/ 3 w 11"/>
                <a:gd name="T41" fmla="*/ 8 h 15"/>
                <a:gd name="T42" fmla="*/ 4 w 11"/>
                <a:gd name="T43" fmla="*/ 2 h 15"/>
                <a:gd name="T44" fmla="*/ 3 w 11"/>
                <a:gd name="T45" fmla="*/ 3 h 15"/>
                <a:gd name="T46" fmla="*/ 4 w 11"/>
                <a:gd name="T47" fmla="*/ 5 h 15"/>
                <a:gd name="T48" fmla="*/ 5 w 11"/>
                <a:gd name="T49" fmla="*/ 5 h 15"/>
                <a:gd name="T50" fmla="*/ 5 w 11"/>
                <a:gd name="T51" fmla="*/ 3 h 15"/>
                <a:gd name="T52" fmla="*/ 4 w 11"/>
                <a:gd name="T5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" h="15">
                  <a:moveTo>
                    <a:pt x="9" y="15"/>
                  </a:moveTo>
                  <a:cubicBezTo>
                    <a:pt x="8" y="13"/>
                    <a:pt x="8" y="13"/>
                    <a:pt x="8" y="13"/>
                  </a:cubicBezTo>
                  <a:cubicBezTo>
                    <a:pt x="7" y="14"/>
                    <a:pt x="6" y="15"/>
                    <a:pt x="4" y="15"/>
                  </a:cubicBezTo>
                  <a:cubicBezTo>
                    <a:pt x="1" y="15"/>
                    <a:pt x="0" y="13"/>
                    <a:pt x="0" y="10"/>
                  </a:cubicBezTo>
                  <a:cubicBezTo>
                    <a:pt x="0" y="8"/>
                    <a:pt x="1" y="7"/>
                    <a:pt x="2" y="6"/>
                  </a:cubicBezTo>
                  <a:cubicBezTo>
                    <a:pt x="2" y="6"/>
                    <a:pt x="1" y="5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6" y="0"/>
                    <a:pt x="7" y="1"/>
                    <a:pt x="7" y="3"/>
                  </a:cubicBezTo>
                  <a:cubicBezTo>
                    <a:pt x="7" y="4"/>
                    <a:pt x="7" y="5"/>
                    <a:pt x="6" y="6"/>
                  </a:cubicBezTo>
                  <a:cubicBezTo>
                    <a:pt x="6" y="6"/>
                    <a:pt x="5" y="6"/>
                    <a:pt x="5" y="7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9"/>
                    <a:pt x="8" y="9"/>
                    <a:pt x="8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9"/>
                    <a:pt x="10" y="11"/>
                    <a:pt x="9" y="12"/>
                  </a:cubicBezTo>
                  <a:cubicBezTo>
                    <a:pt x="11" y="15"/>
                    <a:pt x="11" y="15"/>
                    <a:pt x="11" y="15"/>
                  </a:cubicBezTo>
                  <a:lnTo>
                    <a:pt x="9" y="15"/>
                  </a:lnTo>
                  <a:close/>
                  <a:moveTo>
                    <a:pt x="3" y="8"/>
                  </a:moveTo>
                  <a:cubicBezTo>
                    <a:pt x="2" y="8"/>
                    <a:pt x="2" y="9"/>
                    <a:pt x="2" y="10"/>
                  </a:cubicBezTo>
                  <a:cubicBezTo>
                    <a:pt x="2" y="12"/>
                    <a:pt x="3" y="13"/>
                    <a:pt x="4" y="13"/>
                  </a:cubicBezTo>
                  <a:cubicBezTo>
                    <a:pt x="5" y="13"/>
                    <a:pt x="6" y="13"/>
                    <a:pt x="6" y="12"/>
                  </a:cubicBezTo>
                  <a:lnTo>
                    <a:pt x="3" y="8"/>
                  </a:lnTo>
                  <a:close/>
                  <a:moveTo>
                    <a:pt x="4" y="2"/>
                  </a:moveTo>
                  <a:cubicBezTo>
                    <a:pt x="3" y="2"/>
                    <a:pt x="3" y="2"/>
                    <a:pt x="3" y="3"/>
                  </a:cubicBezTo>
                  <a:cubicBezTo>
                    <a:pt x="3" y="4"/>
                    <a:pt x="3" y="4"/>
                    <a:pt x="4" y="5"/>
                  </a:cubicBezTo>
                  <a:cubicBezTo>
                    <a:pt x="4" y="5"/>
                    <a:pt x="5" y="5"/>
                    <a:pt x="5" y="5"/>
                  </a:cubicBezTo>
                  <a:cubicBezTo>
                    <a:pt x="5" y="4"/>
                    <a:pt x="5" y="4"/>
                    <a:pt x="5" y="3"/>
                  </a:cubicBezTo>
                  <a:cubicBezTo>
                    <a:pt x="5" y="2"/>
                    <a:pt x="5" y="2"/>
                    <a:pt x="4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6" name="Freeform 27"/>
            <p:cNvSpPr>
              <a:spLocks/>
            </p:cNvSpPr>
            <p:nvPr/>
          </p:nvSpPr>
          <p:spPr bwMode="auto">
            <a:xfrm>
              <a:off x="11256963" y="5518150"/>
              <a:ext cx="34925" cy="58738"/>
            </a:xfrm>
            <a:custGeom>
              <a:avLst/>
              <a:gdLst>
                <a:gd name="T0" fmla="*/ 12 w 22"/>
                <a:gd name="T1" fmla="*/ 4 h 37"/>
                <a:gd name="T2" fmla="*/ 12 w 22"/>
                <a:gd name="T3" fmla="*/ 37 h 37"/>
                <a:gd name="T4" fmla="*/ 7 w 22"/>
                <a:gd name="T5" fmla="*/ 37 h 37"/>
                <a:gd name="T6" fmla="*/ 7 w 22"/>
                <a:gd name="T7" fmla="*/ 4 h 37"/>
                <a:gd name="T8" fmla="*/ 0 w 22"/>
                <a:gd name="T9" fmla="*/ 4 h 37"/>
                <a:gd name="T10" fmla="*/ 0 w 22"/>
                <a:gd name="T11" fmla="*/ 0 h 37"/>
                <a:gd name="T12" fmla="*/ 22 w 22"/>
                <a:gd name="T13" fmla="*/ 0 h 37"/>
                <a:gd name="T14" fmla="*/ 22 w 22"/>
                <a:gd name="T15" fmla="*/ 4 h 37"/>
                <a:gd name="T16" fmla="*/ 12 w 22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37">
                  <a:moveTo>
                    <a:pt x="12" y="4"/>
                  </a:moveTo>
                  <a:lnTo>
                    <a:pt x="12" y="37"/>
                  </a:lnTo>
                  <a:lnTo>
                    <a:pt x="7" y="37"/>
                  </a:lnTo>
                  <a:lnTo>
                    <a:pt x="7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12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7" name="Freeform 28"/>
            <p:cNvSpPr>
              <a:spLocks noEditPoints="1"/>
            </p:cNvSpPr>
            <p:nvPr/>
          </p:nvSpPr>
          <p:spPr bwMode="auto">
            <a:xfrm>
              <a:off x="11318875" y="5518150"/>
              <a:ext cx="33338" cy="58738"/>
            </a:xfrm>
            <a:custGeom>
              <a:avLst/>
              <a:gdLst>
                <a:gd name="T0" fmla="*/ 7 w 9"/>
                <a:gd name="T1" fmla="*/ 15 h 15"/>
                <a:gd name="T2" fmla="*/ 4 w 9"/>
                <a:gd name="T3" fmla="*/ 9 h 15"/>
                <a:gd name="T4" fmla="*/ 2 w 9"/>
                <a:gd name="T5" fmla="*/ 9 h 15"/>
                <a:gd name="T6" fmla="*/ 2 w 9"/>
                <a:gd name="T7" fmla="*/ 15 h 15"/>
                <a:gd name="T8" fmla="*/ 0 w 9"/>
                <a:gd name="T9" fmla="*/ 15 h 15"/>
                <a:gd name="T10" fmla="*/ 0 w 9"/>
                <a:gd name="T11" fmla="*/ 0 h 15"/>
                <a:gd name="T12" fmla="*/ 5 w 9"/>
                <a:gd name="T13" fmla="*/ 0 h 15"/>
                <a:gd name="T14" fmla="*/ 9 w 9"/>
                <a:gd name="T15" fmla="*/ 4 h 15"/>
                <a:gd name="T16" fmla="*/ 6 w 9"/>
                <a:gd name="T17" fmla="*/ 8 h 15"/>
                <a:gd name="T18" fmla="*/ 9 w 9"/>
                <a:gd name="T19" fmla="*/ 15 h 15"/>
                <a:gd name="T20" fmla="*/ 7 w 9"/>
                <a:gd name="T21" fmla="*/ 15 h 15"/>
                <a:gd name="T22" fmla="*/ 5 w 9"/>
                <a:gd name="T23" fmla="*/ 2 h 15"/>
                <a:gd name="T24" fmla="*/ 2 w 9"/>
                <a:gd name="T25" fmla="*/ 2 h 15"/>
                <a:gd name="T26" fmla="*/ 2 w 9"/>
                <a:gd name="T27" fmla="*/ 7 h 15"/>
                <a:gd name="T28" fmla="*/ 5 w 9"/>
                <a:gd name="T29" fmla="*/ 7 h 15"/>
                <a:gd name="T30" fmla="*/ 7 w 9"/>
                <a:gd name="T31" fmla="*/ 4 h 15"/>
                <a:gd name="T32" fmla="*/ 5 w 9"/>
                <a:gd name="T3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" h="15">
                  <a:moveTo>
                    <a:pt x="7" y="15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6"/>
                    <a:pt x="8" y="8"/>
                    <a:pt x="6" y="8"/>
                  </a:cubicBezTo>
                  <a:cubicBezTo>
                    <a:pt x="9" y="15"/>
                    <a:pt x="9" y="15"/>
                    <a:pt x="9" y="15"/>
                  </a:cubicBezTo>
                  <a:lnTo>
                    <a:pt x="7" y="15"/>
                  </a:lnTo>
                  <a:close/>
                  <a:moveTo>
                    <a:pt x="5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7" y="6"/>
                    <a:pt x="7" y="4"/>
                  </a:cubicBezTo>
                  <a:cubicBezTo>
                    <a:pt x="7" y="3"/>
                    <a:pt x="6" y="2"/>
                    <a:pt x="5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8" name="Freeform 29"/>
            <p:cNvSpPr>
              <a:spLocks/>
            </p:cNvSpPr>
            <p:nvPr/>
          </p:nvSpPr>
          <p:spPr bwMode="auto">
            <a:xfrm>
              <a:off x="11379200" y="5518150"/>
              <a:ext cx="38100" cy="58738"/>
            </a:xfrm>
            <a:custGeom>
              <a:avLst/>
              <a:gdLst>
                <a:gd name="T0" fmla="*/ 5 w 10"/>
                <a:gd name="T1" fmla="*/ 15 h 15"/>
                <a:gd name="T2" fmla="*/ 0 w 10"/>
                <a:gd name="T3" fmla="*/ 10 h 15"/>
                <a:gd name="T4" fmla="*/ 0 w 10"/>
                <a:gd name="T5" fmla="*/ 0 h 15"/>
                <a:gd name="T6" fmla="*/ 2 w 10"/>
                <a:gd name="T7" fmla="*/ 0 h 15"/>
                <a:gd name="T8" fmla="*/ 2 w 10"/>
                <a:gd name="T9" fmla="*/ 10 h 15"/>
                <a:gd name="T10" fmla="*/ 5 w 10"/>
                <a:gd name="T11" fmla="*/ 13 h 15"/>
                <a:gd name="T12" fmla="*/ 8 w 10"/>
                <a:gd name="T13" fmla="*/ 10 h 15"/>
                <a:gd name="T14" fmla="*/ 8 w 10"/>
                <a:gd name="T15" fmla="*/ 0 h 15"/>
                <a:gd name="T16" fmla="*/ 10 w 10"/>
                <a:gd name="T17" fmla="*/ 0 h 15"/>
                <a:gd name="T18" fmla="*/ 10 w 10"/>
                <a:gd name="T19" fmla="*/ 10 h 15"/>
                <a:gd name="T20" fmla="*/ 5 w 10"/>
                <a:gd name="T2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15">
                  <a:moveTo>
                    <a:pt x="5" y="15"/>
                  </a:moveTo>
                  <a:cubicBezTo>
                    <a:pt x="2" y="15"/>
                    <a:pt x="0" y="13"/>
                    <a:pt x="0" y="1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2"/>
                    <a:pt x="3" y="13"/>
                    <a:pt x="5" y="13"/>
                  </a:cubicBezTo>
                  <a:cubicBezTo>
                    <a:pt x="7" y="13"/>
                    <a:pt x="8" y="12"/>
                    <a:pt x="8" y="1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3"/>
                    <a:pt x="8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9" name="Freeform 30"/>
            <p:cNvSpPr>
              <a:spLocks/>
            </p:cNvSpPr>
            <p:nvPr/>
          </p:nvSpPr>
          <p:spPr bwMode="auto">
            <a:xfrm>
              <a:off x="11439525" y="5518150"/>
              <a:ext cx="38100" cy="58738"/>
            </a:xfrm>
            <a:custGeom>
              <a:avLst/>
              <a:gdLst>
                <a:gd name="T0" fmla="*/ 5 w 10"/>
                <a:gd name="T1" fmla="*/ 15 h 15"/>
                <a:gd name="T2" fmla="*/ 0 w 10"/>
                <a:gd name="T3" fmla="*/ 13 h 15"/>
                <a:gd name="T4" fmla="*/ 2 w 10"/>
                <a:gd name="T5" fmla="*/ 11 h 15"/>
                <a:gd name="T6" fmla="*/ 5 w 10"/>
                <a:gd name="T7" fmla="*/ 13 h 15"/>
                <a:gd name="T8" fmla="*/ 8 w 10"/>
                <a:gd name="T9" fmla="*/ 11 h 15"/>
                <a:gd name="T10" fmla="*/ 7 w 10"/>
                <a:gd name="T11" fmla="*/ 9 h 15"/>
                <a:gd name="T12" fmla="*/ 6 w 10"/>
                <a:gd name="T13" fmla="*/ 8 h 15"/>
                <a:gd name="T14" fmla="*/ 4 w 10"/>
                <a:gd name="T15" fmla="*/ 8 h 15"/>
                <a:gd name="T16" fmla="*/ 2 w 10"/>
                <a:gd name="T17" fmla="*/ 7 h 15"/>
                <a:gd name="T18" fmla="*/ 1 w 10"/>
                <a:gd name="T19" fmla="*/ 4 h 15"/>
                <a:gd name="T20" fmla="*/ 5 w 10"/>
                <a:gd name="T21" fmla="*/ 0 h 15"/>
                <a:gd name="T22" fmla="*/ 9 w 10"/>
                <a:gd name="T23" fmla="*/ 2 h 15"/>
                <a:gd name="T24" fmla="*/ 8 w 10"/>
                <a:gd name="T25" fmla="*/ 3 h 15"/>
                <a:gd name="T26" fmla="*/ 5 w 10"/>
                <a:gd name="T27" fmla="*/ 2 h 15"/>
                <a:gd name="T28" fmla="*/ 3 w 10"/>
                <a:gd name="T29" fmla="*/ 4 h 15"/>
                <a:gd name="T30" fmla="*/ 3 w 10"/>
                <a:gd name="T31" fmla="*/ 5 h 15"/>
                <a:gd name="T32" fmla="*/ 5 w 10"/>
                <a:gd name="T33" fmla="*/ 6 h 15"/>
                <a:gd name="T34" fmla="*/ 6 w 10"/>
                <a:gd name="T35" fmla="*/ 6 h 15"/>
                <a:gd name="T36" fmla="*/ 9 w 10"/>
                <a:gd name="T37" fmla="*/ 8 h 15"/>
                <a:gd name="T38" fmla="*/ 10 w 10"/>
                <a:gd name="T39" fmla="*/ 11 h 15"/>
                <a:gd name="T40" fmla="*/ 5 w 10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" h="15">
                  <a:moveTo>
                    <a:pt x="5" y="15"/>
                  </a:moveTo>
                  <a:cubicBezTo>
                    <a:pt x="3" y="15"/>
                    <a:pt x="2" y="14"/>
                    <a:pt x="0" y="13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3" y="13"/>
                    <a:pt x="4" y="13"/>
                    <a:pt x="5" y="13"/>
                  </a:cubicBezTo>
                  <a:cubicBezTo>
                    <a:pt x="7" y="13"/>
                    <a:pt x="8" y="12"/>
                    <a:pt x="8" y="11"/>
                  </a:cubicBezTo>
                  <a:cubicBezTo>
                    <a:pt x="8" y="10"/>
                    <a:pt x="8" y="9"/>
                    <a:pt x="7" y="9"/>
                  </a:cubicBezTo>
                  <a:cubicBezTo>
                    <a:pt x="7" y="9"/>
                    <a:pt x="7" y="9"/>
                    <a:pt x="6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8"/>
                    <a:pt x="2" y="8"/>
                    <a:pt x="2" y="7"/>
                  </a:cubicBezTo>
                  <a:cubicBezTo>
                    <a:pt x="1" y="6"/>
                    <a:pt x="1" y="5"/>
                    <a:pt x="1" y="4"/>
                  </a:cubicBezTo>
                  <a:cubicBezTo>
                    <a:pt x="1" y="2"/>
                    <a:pt x="2" y="0"/>
                    <a:pt x="5" y="0"/>
                  </a:cubicBezTo>
                  <a:cubicBezTo>
                    <a:pt x="7" y="0"/>
                    <a:pt x="8" y="0"/>
                    <a:pt x="9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2"/>
                    <a:pt x="6" y="2"/>
                    <a:pt x="5" y="2"/>
                  </a:cubicBezTo>
                  <a:cubicBezTo>
                    <a:pt x="4" y="2"/>
                    <a:pt x="3" y="3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6"/>
                    <a:pt x="4" y="6"/>
                    <a:pt x="5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8" y="7"/>
                    <a:pt x="8" y="7"/>
                    <a:pt x="9" y="8"/>
                  </a:cubicBezTo>
                  <a:cubicBezTo>
                    <a:pt x="9" y="8"/>
                    <a:pt x="10" y="9"/>
                    <a:pt x="10" y="11"/>
                  </a:cubicBezTo>
                  <a:cubicBezTo>
                    <a:pt x="10" y="13"/>
                    <a:pt x="8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70" name="Freeform 31"/>
            <p:cNvSpPr>
              <a:spLocks/>
            </p:cNvSpPr>
            <p:nvPr/>
          </p:nvSpPr>
          <p:spPr bwMode="auto">
            <a:xfrm>
              <a:off x="11499850" y="5518150"/>
              <a:ext cx="34925" cy="58738"/>
            </a:xfrm>
            <a:custGeom>
              <a:avLst/>
              <a:gdLst>
                <a:gd name="T0" fmla="*/ 15 w 22"/>
                <a:gd name="T1" fmla="*/ 4 h 37"/>
                <a:gd name="T2" fmla="*/ 15 w 22"/>
                <a:gd name="T3" fmla="*/ 37 h 37"/>
                <a:gd name="T4" fmla="*/ 10 w 22"/>
                <a:gd name="T5" fmla="*/ 37 h 37"/>
                <a:gd name="T6" fmla="*/ 10 w 22"/>
                <a:gd name="T7" fmla="*/ 4 h 37"/>
                <a:gd name="T8" fmla="*/ 0 w 22"/>
                <a:gd name="T9" fmla="*/ 4 h 37"/>
                <a:gd name="T10" fmla="*/ 0 w 22"/>
                <a:gd name="T11" fmla="*/ 0 h 37"/>
                <a:gd name="T12" fmla="*/ 22 w 22"/>
                <a:gd name="T13" fmla="*/ 0 h 37"/>
                <a:gd name="T14" fmla="*/ 22 w 22"/>
                <a:gd name="T15" fmla="*/ 4 h 37"/>
                <a:gd name="T16" fmla="*/ 15 w 22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37">
                  <a:moveTo>
                    <a:pt x="15" y="4"/>
                  </a:moveTo>
                  <a:lnTo>
                    <a:pt x="15" y="37"/>
                  </a:lnTo>
                  <a:lnTo>
                    <a:pt x="10" y="37"/>
                  </a:lnTo>
                  <a:lnTo>
                    <a:pt x="1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71" name="Freeform 32"/>
            <p:cNvSpPr>
              <a:spLocks/>
            </p:cNvSpPr>
            <p:nvPr/>
          </p:nvSpPr>
          <p:spPr bwMode="auto">
            <a:xfrm>
              <a:off x="11212513" y="5289550"/>
              <a:ext cx="322263" cy="173038"/>
            </a:xfrm>
            <a:custGeom>
              <a:avLst/>
              <a:gdLst>
                <a:gd name="T0" fmla="*/ 203 w 203"/>
                <a:gd name="T1" fmla="*/ 109 h 109"/>
                <a:gd name="T2" fmla="*/ 203 w 203"/>
                <a:gd name="T3" fmla="*/ 109 h 109"/>
                <a:gd name="T4" fmla="*/ 67 w 203"/>
                <a:gd name="T5" fmla="*/ 0 h 109"/>
                <a:gd name="T6" fmla="*/ 0 w 203"/>
                <a:gd name="T7" fmla="*/ 106 h 109"/>
                <a:gd name="T8" fmla="*/ 0 w 203"/>
                <a:gd name="T9" fmla="*/ 109 h 109"/>
                <a:gd name="T10" fmla="*/ 67 w 203"/>
                <a:gd name="T11" fmla="*/ 35 h 109"/>
                <a:gd name="T12" fmla="*/ 203 w 203"/>
                <a:gd name="T13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109">
                  <a:moveTo>
                    <a:pt x="203" y="109"/>
                  </a:moveTo>
                  <a:lnTo>
                    <a:pt x="203" y="109"/>
                  </a:lnTo>
                  <a:lnTo>
                    <a:pt x="67" y="0"/>
                  </a:lnTo>
                  <a:lnTo>
                    <a:pt x="0" y="106"/>
                  </a:lnTo>
                  <a:lnTo>
                    <a:pt x="0" y="109"/>
                  </a:lnTo>
                  <a:lnTo>
                    <a:pt x="67" y="35"/>
                  </a:lnTo>
                  <a:lnTo>
                    <a:pt x="203" y="1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72" name="Freeform 33"/>
            <p:cNvSpPr>
              <a:spLocks/>
            </p:cNvSpPr>
            <p:nvPr/>
          </p:nvSpPr>
          <p:spPr bwMode="auto">
            <a:xfrm>
              <a:off x="11212513" y="5364163"/>
              <a:ext cx="322263" cy="109538"/>
            </a:xfrm>
            <a:custGeom>
              <a:avLst/>
              <a:gdLst>
                <a:gd name="T0" fmla="*/ 0 w 203"/>
                <a:gd name="T1" fmla="*/ 67 h 69"/>
                <a:gd name="T2" fmla="*/ 0 w 203"/>
                <a:gd name="T3" fmla="*/ 69 h 69"/>
                <a:gd name="T4" fmla="*/ 67 w 203"/>
                <a:gd name="T5" fmla="*/ 25 h 69"/>
                <a:gd name="T6" fmla="*/ 203 w 203"/>
                <a:gd name="T7" fmla="*/ 69 h 69"/>
                <a:gd name="T8" fmla="*/ 203 w 203"/>
                <a:gd name="T9" fmla="*/ 67 h 69"/>
                <a:gd name="T10" fmla="*/ 67 w 203"/>
                <a:gd name="T11" fmla="*/ 0 h 69"/>
                <a:gd name="T12" fmla="*/ 0 w 203"/>
                <a:gd name="T13" fmla="*/ 6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69">
                  <a:moveTo>
                    <a:pt x="0" y="67"/>
                  </a:moveTo>
                  <a:lnTo>
                    <a:pt x="0" y="69"/>
                  </a:lnTo>
                  <a:lnTo>
                    <a:pt x="67" y="25"/>
                  </a:lnTo>
                  <a:lnTo>
                    <a:pt x="203" y="69"/>
                  </a:lnTo>
                  <a:lnTo>
                    <a:pt x="203" y="67"/>
                  </a:lnTo>
                  <a:lnTo>
                    <a:pt x="67" y="0"/>
                  </a:lnTo>
                  <a:lnTo>
                    <a:pt x="0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73" name="Freeform 34"/>
            <p:cNvSpPr>
              <a:spLocks/>
            </p:cNvSpPr>
            <p:nvPr/>
          </p:nvSpPr>
          <p:spPr bwMode="auto">
            <a:xfrm>
              <a:off x="11212513" y="5414963"/>
              <a:ext cx="322263" cy="66675"/>
            </a:xfrm>
            <a:custGeom>
              <a:avLst/>
              <a:gdLst>
                <a:gd name="T0" fmla="*/ 0 w 203"/>
                <a:gd name="T1" fmla="*/ 42 h 42"/>
                <a:gd name="T2" fmla="*/ 0 w 203"/>
                <a:gd name="T3" fmla="*/ 42 h 42"/>
                <a:gd name="T4" fmla="*/ 67 w 203"/>
                <a:gd name="T5" fmla="*/ 25 h 42"/>
                <a:gd name="T6" fmla="*/ 203 w 203"/>
                <a:gd name="T7" fmla="*/ 42 h 42"/>
                <a:gd name="T8" fmla="*/ 203 w 203"/>
                <a:gd name="T9" fmla="*/ 42 h 42"/>
                <a:gd name="T10" fmla="*/ 67 w 203"/>
                <a:gd name="T11" fmla="*/ 0 h 42"/>
                <a:gd name="T12" fmla="*/ 0 w 203"/>
                <a:gd name="T13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42">
                  <a:moveTo>
                    <a:pt x="0" y="42"/>
                  </a:moveTo>
                  <a:lnTo>
                    <a:pt x="0" y="42"/>
                  </a:lnTo>
                  <a:lnTo>
                    <a:pt x="67" y="25"/>
                  </a:lnTo>
                  <a:lnTo>
                    <a:pt x="203" y="42"/>
                  </a:lnTo>
                  <a:lnTo>
                    <a:pt x="203" y="42"/>
                  </a:lnTo>
                  <a:lnTo>
                    <a:pt x="67" y="0"/>
                  </a:lnTo>
                  <a:lnTo>
                    <a:pt x="0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74" name="Freeform 35"/>
            <p:cNvSpPr>
              <a:spLocks/>
            </p:cNvSpPr>
            <p:nvPr/>
          </p:nvSpPr>
          <p:spPr bwMode="auto">
            <a:xfrm>
              <a:off x="11212513" y="5470525"/>
              <a:ext cx="322263" cy="23813"/>
            </a:xfrm>
            <a:custGeom>
              <a:avLst/>
              <a:gdLst>
                <a:gd name="T0" fmla="*/ 0 w 203"/>
                <a:gd name="T1" fmla="*/ 12 h 15"/>
                <a:gd name="T2" fmla="*/ 0 w 203"/>
                <a:gd name="T3" fmla="*/ 15 h 15"/>
                <a:gd name="T4" fmla="*/ 203 w 203"/>
                <a:gd name="T5" fmla="*/ 15 h 15"/>
                <a:gd name="T6" fmla="*/ 203 w 203"/>
                <a:gd name="T7" fmla="*/ 12 h 15"/>
                <a:gd name="T8" fmla="*/ 67 w 203"/>
                <a:gd name="T9" fmla="*/ 0 h 15"/>
                <a:gd name="T10" fmla="*/ 0 w 203"/>
                <a:gd name="T11" fmla="*/ 1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3" h="15">
                  <a:moveTo>
                    <a:pt x="0" y="12"/>
                  </a:moveTo>
                  <a:lnTo>
                    <a:pt x="0" y="15"/>
                  </a:lnTo>
                  <a:lnTo>
                    <a:pt x="203" y="15"/>
                  </a:lnTo>
                  <a:lnTo>
                    <a:pt x="203" y="12"/>
                  </a:lnTo>
                  <a:lnTo>
                    <a:pt x="67" y="0"/>
                  </a:lnTo>
                  <a:lnTo>
                    <a:pt x="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</p:grpSp>
      <p:cxnSp>
        <p:nvCxnSpPr>
          <p:cNvPr id="80" name="직선 연결선 79"/>
          <p:cNvCxnSpPr/>
          <p:nvPr userDrawn="1"/>
        </p:nvCxnSpPr>
        <p:spPr>
          <a:xfrm>
            <a:off x="462200" y="7173747"/>
            <a:ext cx="850333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FF3DAC25-3C73-5200-93E9-4A840B1049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8544" b="4354"/>
          <a:stretch/>
        </p:blipFill>
        <p:spPr>
          <a:xfrm>
            <a:off x="7788" y="4094632"/>
            <a:ext cx="4372862" cy="346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70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6588" userDrawn="1">
          <p15:clr>
            <a:srgbClr val="FBAE40"/>
          </p15:clr>
        </p15:guide>
        <p15:guide id="3" pos="564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흰배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ko-KR" altLang="en-US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프로젝트 추진 배경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0AD58965-4F98-1A73-F8FC-D5222B7060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31388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흰배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269875" y="1871663"/>
            <a:ext cx="100440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ko-KR" altLang="en-US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투자심의위원회 개요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197B6F54-0315-951A-50F1-10ED03E2F5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49377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흰배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ko-KR" altLang="en-US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투자심의위원회 개요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772160A2-C39D-56FE-7995-5A43B4A633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88303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흰배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269875" y="1871663"/>
            <a:ext cx="100440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en-US" altLang="ko-KR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Investment Highlights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F4318152-D1D7-599B-1278-DD568174EB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13760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 투자개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269875" y="1871663"/>
            <a:ext cx="100440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en-US" altLang="ko-KR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I. </a:t>
            </a:r>
            <a:r>
              <a:rPr lang="ko-KR" altLang="en-US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사업개요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37432D96-AC78-AE08-F52D-853EBD0B42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189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. 투자계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269875" y="1871663"/>
            <a:ext cx="100440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en-US" altLang="ko-KR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II. </a:t>
            </a:r>
            <a:r>
              <a:rPr lang="ko-KR" altLang="en-US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투자계획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8A6B8528-268D-FF81-075B-13B4540033A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6602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. 운영 및 Exit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269875" y="1871663"/>
            <a:ext cx="100440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en-US" altLang="ko-KR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III. </a:t>
            </a:r>
            <a:r>
              <a:rPr lang="ko-KR" altLang="en-US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운영계획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F53F51F5-2033-9B4E-E332-7A24DA56B9F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85958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리스크 요인분석 및 관리방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269875" y="1871663"/>
            <a:ext cx="100440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en-US" altLang="ko-KR" sz="1886" b="1" kern="12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Ⅳ. </a:t>
            </a:r>
            <a:r>
              <a:rPr lang="ko-KR" altLang="en-US" sz="1886" b="1" kern="12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리스크 요인분석 및 관리방안</a:t>
            </a:r>
            <a:endParaRPr lang="en-US" altLang="ko-KR" sz="1886" b="1" kern="12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F6B38A0F-6595-3B67-99AA-2059109C8A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14507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리스크 요인분석 및 관리방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269875" y="1871663"/>
            <a:ext cx="100440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en-US" altLang="ko-KR" sz="1886" b="1" kern="12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Ⅳ</a:t>
            </a:r>
            <a:r>
              <a:rPr lang="en-US" altLang="ko-KR" sz="1886" b="1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886" b="1" kern="12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향후조치 예정사항</a:t>
            </a:r>
            <a:endParaRPr lang="en-US" altLang="ko-KR" sz="1886" b="1" kern="12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518CF041-E7A6-8CE4-32F4-38B1394747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61770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흰배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269875" y="1871663"/>
            <a:ext cx="100440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en-US" altLang="ko-KR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Appendix. 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A66CB652-AC17-B956-4B4C-F16F1A40A3B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70660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흰배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en-US" altLang="ko-KR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Appendix. 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F018D775-8D4D-2DC9-D188-3F967A8C02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38257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7">
            <a:extLst>
              <a:ext uri="{FF2B5EF4-FFF2-40B4-BE49-F238E27FC236}">
                <a16:creationId xmlns:a16="http://schemas.microsoft.com/office/drawing/2014/main" id="{330C79B4-2F4A-FF14-8AC4-9B44C2C04EE9}"/>
              </a:ext>
            </a:extLst>
          </p:cNvPr>
          <p:cNvSpPr>
            <a:spLocks noChangeArrowheads="1"/>
          </p:cNvSpPr>
          <p:nvPr userDrawn="1">
            <p:custDataLst>
              <p:tags r:id="rId14"/>
            </p:custDataLst>
          </p:nvPr>
        </p:nvSpPr>
        <p:spPr bwMode="auto">
          <a:xfrm>
            <a:off x="5092940" y="7174697"/>
            <a:ext cx="5220205" cy="23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Ins="0"/>
          <a:lstStyle/>
          <a:p>
            <a:pPr marL="0" marR="0" lvl="0" indent="0" algn="r" defTabSz="91406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안양물류센터 매입 프로젝트</a:t>
            </a:r>
            <a:r>
              <a: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I</a:t>
            </a:r>
            <a:r>
              <a:rPr lang="en-US" altLang="ko-KR" sz="60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60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예비투자심의위원회 설명자료 </a:t>
            </a:r>
            <a:r>
              <a:rPr lang="en-US" altLang="ko-KR" sz="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Arial" pitchFamily="34" charset="0"/>
              </a:rPr>
              <a:t>| </a:t>
            </a:r>
            <a:r>
              <a:rPr lang="ko-KR" altLang="en-US" sz="6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리츠투자부문</a:t>
            </a:r>
            <a:r>
              <a:rPr lang="en-US" altLang="ko-KR" sz="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</a:t>
            </a:r>
            <a:r>
              <a:rPr lang="ko-KR" altLang="en-US" sz="6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상장리츠본부</a:t>
            </a:r>
            <a:r>
              <a:rPr lang="en-US" altLang="ko-KR" sz="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</a:t>
            </a:r>
            <a:r>
              <a:rPr lang="ko-KR" altLang="en-US" sz="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상장리츠팀</a:t>
            </a:r>
            <a:r>
              <a:rPr lang="en-US" altLang="ko-KR" sz="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Arial" pitchFamily="34" charset="0"/>
              </a:rPr>
              <a:t> </a:t>
            </a:r>
            <a:fld id="{AC62A5EC-D10B-4D96-80FB-7B5CF2531C58}" type="slidenum">
              <a:rPr lang="en-US" altLang="ko-KR" sz="6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Arial" pitchFamily="34" charset="0"/>
              </a:rPr>
              <a:pPr marL="0" marR="0" lvl="0" indent="0" algn="r" defTabSz="914061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600" b="1" dirty="0">
              <a:solidFill>
                <a:srgbClr val="006D52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217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30" r:id="rId2"/>
    <p:sldLayoutId id="2147483754" r:id="rId3"/>
    <p:sldLayoutId id="2147483731" r:id="rId4"/>
    <p:sldLayoutId id="2147483728" r:id="rId5"/>
    <p:sldLayoutId id="2147483751" r:id="rId6"/>
    <p:sldLayoutId id="2147483752" r:id="rId7"/>
    <p:sldLayoutId id="2147483755" r:id="rId8"/>
    <p:sldLayoutId id="2147483772" r:id="rId9"/>
    <p:sldLayoutId id="2147483773" r:id="rId10"/>
    <p:sldLayoutId id="2147483750" r:id="rId11"/>
    <p:sldLayoutId id="2147483771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KoPubWorld돋움체 Bold" panose="00000800000000000000" pitchFamily="2" charset="-127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70" userDrawn="1">
          <p15:clr>
            <a:srgbClr val="F26B43"/>
          </p15:clr>
        </p15:guide>
        <p15:guide id="2" pos="6565" userDrawn="1">
          <p15:clr>
            <a:srgbClr val="F26B43"/>
          </p15:clr>
        </p15:guide>
        <p15:guide id="3" pos="3368" userDrawn="1">
          <p15:clr>
            <a:srgbClr val="F26B43"/>
          </p15:clr>
        </p15:guide>
        <p15:guide id="4" orient="horz" pos="4513" userDrawn="1">
          <p15:clr>
            <a:srgbClr val="F26B43"/>
          </p15:clr>
        </p15:guide>
        <p15:guide id="5" orient="horz" pos="181" userDrawn="1">
          <p15:clr>
            <a:srgbClr val="F26B43"/>
          </p15:clr>
        </p15:guide>
        <p15:guide id="6" orient="horz" pos="1247" userDrawn="1">
          <p15:clr>
            <a:srgbClr val="F26B43"/>
          </p15:clr>
        </p15:guide>
        <p15:guide id="7" orient="horz" pos="4286" userDrawn="1">
          <p15:clr>
            <a:srgbClr val="F26B43"/>
          </p15:clr>
        </p15:guide>
        <p15:guide id="8" orient="horz" pos="117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0F30820D-A359-7966-E7A3-6D53921FFA89}"/>
              </a:ext>
            </a:extLst>
          </p:cNvPr>
          <p:cNvGrpSpPr/>
          <p:nvPr userDrawn="1"/>
        </p:nvGrpSpPr>
        <p:grpSpPr>
          <a:xfrm>
            <a:off x="9276077" y="6972575"/>
            <a:ext cx="1110305" cy="316737"/>
            <a:chOff x="10506075" y="5289550"/>
            <a:chExt cx="1028701" cy="287338"/>
          </a:xfrm>
          <a:solidFill>
            <a:schemeClr val="bg1">
              <a:lumMod val="75000"/>
            </a:schemeClr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E564AFD-C30C-9DBA-5002-F6E812779A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85450" y="5395913"/>
              <a:ext cx="95250" cy="101600"/>
            </a:xfrm>
            <a:custGeom>
              <a:avLst/>
              <a:gdLst>
                <a:gd name="T0" fmla="*/ 13 w 25"/>
                <a:gd name="T1" fmla="*/ 0 h 26"/>
                <a:gd name="T2" fmla="*/ 0 w 25"/>
                <a:gd name="T3" fmla="*/ 13 h 26"/>
                <a:gd name="T4" fmla="*/ 13 w 25"/>
                <a:gd name="T5" fmla="*/ 26 h 26"/>
                <a:gd name="T6" fmla="*/ 25 w 25"/>
                <a:gd name="T7" fmla="*/ 13 h 26"/>
                <a:gd name="T8" fmla="*/ 13 w 25"/>
                <a:gd name="T9" fmla="*/ 0 h 26"/>
                <a:gd name="T10" fmla="*/ 13 w 25"/>
                <a:gd name="T11" fmla="*/ 20 h 26"/>
                <a:gd name="T12" fmla="*/ 6 w 25"/>
                <a:gd name="T13" fmla="*/ 13 h 26"/>
                <a:gd name="T14" fmla="*/ 13 w 25"/>
                <a:gd name="T15" fmla="*/ 7 h 26"/>
                <a:gd name="T16" fmla="*/ 19 w 25"/>
                <a:gd name="T17" fmla="*/ 13 h 26"/>
                <a:gd name="T18" fmla="*/ 13 w 25"/>
                <a:gd name="T19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26">
                  <a:moveTo>
                    <a:pt x="13" y="0"/>
                  </a:moveTo>
                  <a:cubicBezTo>
                    <a:pt x="5" y="0"/>
                    <a:pt x="0" y="6"/>
                    <a:pt x="0" y="13"/>
                  </a:cubicBezTo>
                  <a:cubicBezTo>
                    <a:pt x="0" y="20"/>
                    <a:pt x="5" y="26"/>
                    <a:pt x="13" y="26"/>
                  </a:cubicBezTo>
                  <a:cubicBezTo>
                    <a:pt x="20" y="26"/>
                    <a:pt x="25" y="20"/>
                    <a:pt x="25" y="13"/>
                  </a:cubicBezTo>
                  <a:cubicBezTo>
                    <a:pt x="25" y="6"/>
                    <a:pt x="20" y="0"/>
                    <a:pt x="13" y="0"/>
                  </a:cubicBezTo>
                  <a:close/>
                  <a:moveTo>
                    <a:pt x="13" y="20"/>
                  </a:move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6" y="7"/>
                    <a:pt x="19" y="10"/>
                    <a:pt x="19" y="13"/>
                  </a:cubicBezTo>
                  <a:cubicBezTo>
                    <a:pt x="19" y="17"/>
                    <a:pt x="16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51E90CC-8D7A-63E0-36C9-AF29EA1B88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71225" y="5395913"/>
              <a:ext cx="95250" cy="101600"/>
            </a:xfrm>
            <a:custGeom>
              <a:avLst/>
              <a:gdLst>
                <a:gd name="T0" fmla="*/ 13 w 25"/>
                <a:gd name="T1" fmla="*/ 0 h 26"/>
                <a:gd name="T2" fmla="*/ 0 w 25"/>
                <a:gd name="T3" fmla="*/ 13 h 26"/>
                <a:gd name="T4" fmla="*/ 13 w 25"/>
                <a:gd name="T5" fmla="*/ 26 h 26"/>
                <a:gd name="T6" fmla="*/ 25 w 25"/>
                <a:gd name="T7" fmla="*/ 13 h 26"/>
                <a:gd name="T8" fmla="*/ 13 w 25"/>
                <a:gd name="T9" fmla="*/ 0 h 26"/>
                <a:gd name="T10" fmla="*/ 13 w 25"/>
                <a:gd name="T11" fmla="*/ 20 h 26"/>
                <a:gd name="T12" fmla="*/ 6 w 25"/>
                <a:gd name="T13" fmla="*/ 13 h 26"/>
                <a:gd name="T14" fmla="*/ 13 w 25"/>
                <a:gd name="T15" fmla="*/ 7 h 26"/>
                <a:gd name="T16" fmla="*/ 19 w 25"/>
                <a:gd name="T17" fmla="*/ 13 h 26"/>
                <a:gd name="T18" fmla="*/ 13 w 25"/>
                <a:gd name="T19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20" y="26"/>
                    <a:pt x="25" y="20"/>
                    <a:pt x="25" y="13"/>
                  </a:cubicBezTo>
                  <a:cubicBezTo>
                    <a:pt x="25" y="6"/>
                    <a:pt x="20" y="0"/>
                    <a:pt x="13" y="0"/>
                  </a:cubicBezTo>
                  <a:close/>
                  <a:moveTo>
                    <a:pt x="13" y="20"/>
                  </a:move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6" y="7"/>
                    <a:pt x="19" y="10"/>
                    <a:pt x="19" y="13"/>
                  </a:cubicBezTo>
                  <a:cubicBezTo>
                    <a:pt x="19" y="17"/>
                    <a:pt x="16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AD9911ED-3B18-00E4-3E1F-2979344E1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0863" y="5399088"/>
              <a:ext cx="65088" cy="63500"/>
            </a:xfrm>
            <a:custGeom>
              <a:avLst/>
              <a:gdLst>
                <a:gd name="T0" fmla="*/ 7 w 17"/>
                <a:gd name="T1" fmla="*/ 16 h 16"/>
                <a:gd name="T2" fmla="*/ 9 w 17"/>
                <a:gd name="T3" fmla="*/ 16 h 16"/>
                <a:gd name="T4" fmla="*/ 17 w 17"/>
                <a:gd name="T5" fmla="*/ 8 h 16"/>
                <a:gd name="T6" fmla="*/ 9 w 17"/>
                <a:gd name="T7" fmla="*/ 0 h 16"/>
                <a:gd name="T8" fmla="*/ 0 w 17"/>
                <a:gd name="T9" fmla="*/ 0 h 16"/>
                <a:gd name="T10" fmla="*/ 1 w 17"/>
                <a:gd name="T11" fmla="*/ 5 h 16"/>
                <a:gd name="T12" fmla="*/ 8 w 17"/>
                <a:gd name="T13" fmla="*/ 5 h 16"/>
                <a:gd name="T14" fmla="*/ 11 w 17"/>
                <a:gd name="T15" fmla="*/ 8 h 16"/>
                <a:gd name="T16" fmla="*/ 8 w 17"/>
                <a:gd name="T17" fmla="*/ 12 h 16"/>
                <a:gd name="T18" fmla="*/ 4 w 17"/>
                <a:gd name="T19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7" y="16"/>
                  </a:moveTo>
                  <a:cubicBezTo>
                    <a:pt x="9" y="16"/>
                    <a:pt x="9" y="16"/>
                    <a:pt x="9" y="16"/>
                  </a:cubicBezTo>
                  <a:cubicBezTo>
                    <a:pt x="14" y="16"/>
                    <a:pt x="17" y="13"/>
                    <a:pt x="17" y="8"/>
                  </a:cubicBezTo>
                  <a:cubicBezTo>
                    <a:pt x="17" y="4"/>
                    <a:pt x="14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10" y="5"/>
                    <a:pt x="11" y="7"/>
                    <a:pt x="11" y="8"/>
                  </a:cubicBezTo>
                  <a:cubicBezTo>
                    <a:pt x="11" y="10"/>
                    <a:pt x="10" y="12"/>
                    <a:pt x="8" y="12"/>
                  </a:cubicBezTo>
                  <a:cubicBezTo>
                    <a:pt x="4" y="12"/>
                    <a:pt x="4" y="12"/>
                    <a:pt x="4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28D1B741-163F-BD1E-F371-EF1C162553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6075" y="5399088"/>
              <a:ext cx="23813" cy="98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157805D9-22D3-6A19-3CCE-7740ECA73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6575" y="5399088"/>
              <a:ext cx="22225" cy="98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E49BD92-816A-33A5-E5B1-CA0F31E5E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7550" y="5399088"/>
              <a:ext cx="31750" cy="98425"/>
            </a:xfrm>
            <a:custGeom>
              <a:avLst/>
              <a:gdLst>
                <a:gd name="T0" fmla="*/ 15 w 20"/>
                <a:gd name="T1" fmla="*/ 62 h 62"/>
                <a:gd name="T2" fmla="*/ 0 w 20"/>
                <a:gd name="T3" fmla="*/ 62 h 62"/>
                <a:gd name="T4" fmla="*/ 5 w 20"/>
                <a:gd name="T5" fmla="*/ 0 h 62"/>
                <a:gd name="T6" fmla="*/ 20 w 20"/>
                <a:gd name="T7" fmla="*/ 0 h 62"/>
                <a:gd name="T8" fmla="*/ 15 w 20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2">
                  <a:moveTo>
                    <a:pt x="15" y="62"/>
                  </a:moveTo>
                  <a:lnTo>
                    <a:pt x="0" y="62"/>
                  </a:lnTo>
                  <a:lnTo>
                    <a:pt x="5" y="0"/>
                  </a:lnTo>
                  <a:lnTo>
                    <a:pt x="20" y="0"/>
                  </a:lnTo>
                  <a:lnTo>
                    <a:pt x="1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C7A4CB68-9CD6-9FB1-3B7D-A4AEA808F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6113" y="5457825"/>
              <a:ext cx="46038" cy="206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25623848-DB6D-6EAC-929B-EF75EBA850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9125" y="5399088"/>
              <a:ext cx="61913" cy="98425"/>
            </a:xfrm>
            <a:custGeom>
              <a:avLst/>
              <a:gdLst>
                <a:gd name="T0" fmla="*/ 17 w 39"/>
                <a:gd name="T1" fmla="*/ 62 h 62"/>
                <a:gd name="T2" fmla="*/ 0 w 39"/>
                <a:gd name="T3" fmla="*/ 62 h 62"/>
                <a:gd name="T4" fmla="*/ 24 w 39"/>
                <a:gd name="T5" fmla="*/ 0 h 62"/>
                <a:gd name="T6" fmla="*/ 39 w 39"/>
                <a:gd name="T7" fmla="*/ 0 h 62"/>
                <a:gd name="T8" fmla="*/ 17 w 39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62">
                  <a:moveTo>
                    <a:pt x="17" y="62"/>
                  </a:moveTo>
                  <a:lnTo>
                    <a:pt x="0" y="62"/>
                  </a:lnTo>
                  <a:lnTo>
                    <a:pt x="24" y="0"/>
                  </a:lnTo>
                  <a:lnTo>
                    <a:pt x="39" y="0"/>
                  </a:lnTo>
                  <a:lnTo>
                    <a:pt x="17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47B4E377-9786-FEB2-84CD-BF77601A4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7225" y="5399088"/>
              <a:ext cx="57150" cy="98425"/>
            </a:xfrm>
            <a:custGeom>
              <a:avLst/>
              <a:gdLst>
                <a:gd name="T0" fmla="*/ 22 w 36"/>
                <a:gd name="T1" fmla="*/ 62 h 62"/>
                <a:gd name="T2" fmla="*/ 36 w 36"/>
                <a:gd name="T3" fmla="*/ 62 h 62"/>
                <a:gd name="T4" fmla="*/ 15 w 36"/>
                <a:gd name="T5" fmla="*/ 0 h 62"/>
                <a:gd name="T6" fmla="*/ 0 w 36"/>
                <a:gd name="T7" fmla="*/ 0 h 62"/>
                <a:gd name="T8" fmla="*/ 22 w 36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62">
                  <a:moveTo>
                    <a:pt x="22" y="62"/>
                  </a:moveTo>
                  <a:lnTo>
                    <a:pt x="36" y="62"/>
                  </a:lnTo>
                  <a:lnTo>
                    <a:pt x="15" y="0"/>
                  </a:lnTo>
                  <a:lnTo>
                    <a:pt x="0" y="0"/>
                  </a:lnTo>
                  <a:lnTo>
                    <a:pt x="22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1E863C8B-3EA1-71B1-E55C-9C546CB7F3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5488" y="5399088"/>
              <a:ext cx="49213" cy="98425"/>
            </a:xfrm>
            <a:custGeom>
              <a:avLst/>
              <a:gdLst>
                <a:gd name="T0" fmla="*/ 24 w 31"/>
                <a:gd name="T1" fmla="*/ 62 h 62"/>
                <a:gd name="T2" fmla="*/ 29 w 31"/>
                <a:gd name="T3" fmla="*/ 62 h 62"/>
                <a:gd name="T4" fmla="*/ 31 w 31"/>
                <a:gd name="T5" fmla="*/ 40 h 62"/>
                <a:gd name="T6" fmla="*/ 15 w 31"/>
                <a:gd name="T7" fmla="*/ 0 h 62"/>
                <a:gd name="T8" fmla="*/ 0 w 31"/>
                <a:gd name="T9" fmla="*/ 0 h 62"/>
                <a:gd name="T10" fmla="*/ 24 w 31"/>
                <a:gd name="T1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62">
                  <a:moveTo>
                    <a:pt x="24" y="62"/>
                  </a:moveTo>
                  <a:lnTo>
                    <a:pt x="29" y="62"/>
                  </a:lnTo>
                  <a:lnTo>
                    <a:pt x="31" y="40"/>
                  </a:lnTo>
                  <a:lnTo>
                    <a:pt x="15" y="0"/>
                  </a:lnTo>
                  <a:lnTo>
                    <a:pt x="0" y="0"/>
                  </a:lnTo>
                  <a:lnTo>
                    <a:pt x="24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98CE2AC9-0A90-B93A-2322-B5027C97F0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3750" y="5399088"/>
              <a:ext cx="30163" cy="98425"/>
            </a:xfrm>
            <a:custGeom>
              <a:avLst/>
              <a:gdLst>
                <a:gd name="T0" fmla="*/ 5 w 19"/>
                <a:gd name="T1" fmla="*/ 62 h 62"/>
                <a:gd name="T2" fmla="*/ 19 w 19"/>
                <a:gd name="T3" fmla="*/ 62 h 62"/>
                <a:gd name="T4" fmla="*/ 15 w 19"/>
                <a:gd name="T5" fmla="*/ 0 h 62"/>
                <a:gd name="T6" fmla="*/ 0 w 19"/>
                <a:gd name="T7" fmla="*/ 0 h 62"/>
                <a:gd name="T8" fmla="*/ 5 w 19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62">
                  <a:moveTo>
                    <a:pt x="5" y="62"/>
                  </a:moveTo>
                  <a:lnTo>
                    <a:pt x="19" y="62"/>
                  </a:lnTo>
                  <a:lnTo>
                    <a:pt x="15" y="0"/>
                  </a:lnTo>
                  <a:lnTo>
                    <a:pt x="0" y="0"/>
                  </a:lnTo>
                  <a:lnTo>
                    <a:pt x="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62C7CDC0-65B5-4EA3-1269-C5B79B4CE4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6763" y="5399088"/>
              <a:ext cx="50800" cy="98425"/>
            </a:xfrm>
            <a:custGeom>
              <a:avLst/>
              <a:gdLst>
                <a:gd name="T0" fmla="*/ 8 w 32"/>
                <a:gd name="T1" fmla="*/ 62 h 62"/>
                <a:gd name="T2" fmla="*/ 3 w 32"/>
                <a:gd name="T3" fmla="*/ 62 h 62"/>
                <a:gd name="T4" fmla="*/ 0 w 32"/>
                <a:gd name="T5" fmla="*/ 40 h 62"/>
                <a:gd name="T6" fmla="*/ 17 w 32"/>
                <a:gd name="T7" fmla="*/ 0 h 62"/>
                <a:gd name="T8" fmla="*/ 32 w 32"/>
                <a:gd name="T9" fmla="*/ 0 h 62"/>
                <a:gd name="T10" fmla="*/ 8 w 32"/>
                <a:gd name="T1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62">
                  <a:moveTo>
                    <a:pt x="8" y="62"/>
                  </a:moveTo>
                  <a:lnTo>
                    <a:pt x="3" y="62"/>
                  </a:lnTo>
                  <a:lnTo>
                    <a:pt x="0" y="40"/>
                  </a:lnTo>
                  <a:lnTo>
                    <a:pt x="17" y="0"/>
                  </a:lnTo>
                  <a:lnTo>
                    <a:pt x="32" y="0"/>
                  </a:lnTo>
                  <a:lnTo>
                    <a:pt x="8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EE68990B-E719-BF89-4E46-9E9560715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21950" y="5399088"/>
              <a:ext cx="63500" cy="50800"/>
            </a:xfrm>
            <a:custGeom>
              <a:avLst/>
              <a:gdLst>
                <a:gd name="T0" fmla="*/ 17 w 40"/>
                <a:gd name="T1" fmla="*/ 32 h 32"/>
                <a:gd name="T2" fmla="*/ 0 w 40"/>
                <a:gd name="T3" fmla="*/ 32 h 32"/>
                <a:gd name="T4" fmla="*/ 24 w 40"/>
                <a:gd name="T5" fmla="*/ 0 h 32"/>
                <a:gd name="T6" fmla="*/ 40 w 40"/>
                <a:gd name="T7" fmla="*/ 0 h 32"/>
                <a:gd name="T8" fmla="*/ 17 w 40"/>
                <a:gd name="T9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2">
                  <a:moveTo>
                    <a:pt x="17" y="32"/>
                  </a:moveTo>
                  <a:lnTo>
                    <a:pt x="0" y="32"/>
                  </a:lnTo>
                  <a:lnTo>
                    <a:pt x="24" y="0"/>
                  </a:lnTo>
                  <a:lnTo>
                    <a:pt x="40" y="0"/>
                  </a:lnTo>
                  <a:lnTo>
                    <a:pt x="17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17AFFF04-2310-2736-FCE0-00A78AF97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25125" y="5443538"/>
              <a:ext cx="65088" cy="53975"/>
            </a:xfrm>
            <a:custGeom>
              <a:avLst/>
              <a:gdLst>
                <a:gd name="T0" fmla="*/ 17 w 41"/>
                <a:gd name="T1" fmla="*/ 0 h 34"/>
                <a:gd name="T2" fmla="*/ 0 w 41"/>
                <a:gd name="T3" fmla="*/ 0 h 34"/>
                <a:gd name="T4" fmla="*/ 24 w 41"/>
                <a:gd name="T5" fmla="*/ 34 h 34"/>
                <a:gd name="T6" fmla="*/ 41 w 41"/>
                <a:gd name="T7" fmla="*/ 34 h 34"/>
                <a:gd name="T8" fmla="*/ 17 w 41"/>
                <a:gd name="T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4">
                  <a:moveTo>
                    <a:pt x="17" y="0"/>
                  </a:moveTo>
                  <a:lnTo>
                    <a:pt x="0" y="0"/>
                  </a:lnTo>
                  <a:lnTo>
                    <a:pt x="24" y="34"/>
                  </a:lnTo>
                  <a:lnTo>
                    <a:pt x="41" y="34"/>
                  </a:ln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CCB03CC3-003A-1743-7260-263292960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6738" y="5446713"/>
              <a:ext cx="49213" cy="50800"/>
            </a:xfrm>
            <a:custGeom>
              <a:avLst/>
              <a:gdLst>
                <a:gd name="T0" fmla="*/ 14 w 31"/>
                <a:gd name="T1" fmla="*/ 0 h 32"/>
                <a:gd name="T2" fmla="*/ 0 w 31"/>
                <a:gd name="T3" fmla="*/ 0 h 32"/>
                <a:gd name="T4" fmla="*/ 14 w 31"/>
                <a:gd name="T5" fmla="*/ 32 h 32"/>
                <a:gd name="T6" fmla="*/ 31 w 31"/>
                <a:gd name="T7" fmla="*/ 32 h 32"/>
                <a:gd name="T8" fmla="*/ 14 w 31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2">
                  <a:moveTo>
                    <a:pt x="14" y="0"/>
                  </a:moveTo>
                  <a:lnTo>
                    <a:pt x="0" y="0"/>
                  </a:lnTo>
                  <a:lnTo>
                    <a:pt x="14" y="32"/>
                  </a:lnTo>
                  <a:lnTo>
                    <a:pt x="31" y="32"/>
                  </a:ln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5A67BFA-6211-D110-8D34-5E771458DD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1850" y="5395913"/>
              <a:ext cx="79375" cy="101600"/>
            </a:xfrm>
            <a:custGeom>
              <a:avLst/>
              <a:gdLst>
                <a:gd name="T0" fmla="*/ 18 w 21"/>
                <a:gd name="T1" fmla="*/ 18 h 26"/>
                <a:gd name="T2" fmla="*/ 13 w 21"/>
                <a:gd name="T3" fmla="*/ 20 h 26"/>
                <a:gd name="T4" fmla="*/ 6 w 21"/>
                <a:gd name="T5" fmla="*/ 13 h 26"/>
                <a:gd name="T6" fmla="*/ 13 w 21"/>
                <a:gd name="T7" fmla="*/ 7 h 26"/>
                <a:gd name="T8" fmla="*/ 18 w 21"/>
                <a:gd name="T9" fmla="*/ 9 h 26"/>
                <a:gd name="T10" fmla="*/ 21 w 21"/>
                <a:gd name="T11" fmla="*/ 3 h 26"/>
                <a:gd name="T12" fmla="*/ 13 w 21"/>
                <a:gd name="T13" fmla="*/ 0 h 26"/>
                <a:gd name="T14" fmla="*/ 0 w 21"/>
                <a:gd name="T15" fmla="*/ 13 h 26"/>
                <a:gd name="T16" fmla="*/ 13 w 21"/>
                <a:gd name="T17" fmla="*/ 26 h 26"/>
                <a:gd name="T18" fmla="*/ 21 w 21"/>
                <a:gd name="T19" fmla="*/ 23 h 26"/>
                <a:gd name="T20" fmla="*/ 18 w 21"/>
                <a:gd name="T21" fmla="*/ 1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26">
                  <a:moveTo>
                    <a:pt x="18" y="18"/>
                  </a:moveTo>
                  <a:cubicBezTo>
                    <a:pt x="17" y="19"/>
                    <a:pt x="15" y="20"/>
                    <a:pt x="13" y="20"/>
                  </a:cubicBez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5" y="7"/>
                    <a:pt x="17" y="7"/>
                    <a:pt x="18" y="9"/>
                  </a:cubicBezTo>
                  <a:cubicBezTo>
                    <a:pt x="18" y="7"/>
                    <a:pt x="19" y="5"/>
                    <a:pt x="21" y="3"/>
                  </a:cubicBezTo>
                  <a:cubicBezTo>
                    <a:pt x="19" y="1"/>
                    <a:pt x="16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16" y="26"/>
                    <a:pt x="19" y="25"/>
                    <a:pt x="21" y="23"/>
                  </a:cubicBezTo>
                  <a:cubicBezTo>
                    <a:pt x="19" y="22"/>
                    <a:pt x="18" y="20"/>
                    <a:pt x="18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CF298147-97CF-1936-ED12-83D42AD031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82313" y="5518150"/>
              <a:ext cx="33338" cy="58738"/>
            </a:xfrm>
            <a:custGeom>
              <a:avLst/>
              <a:gdLst>
                <a:gd name="T0" fmla="*/ 7 w 9"/>
                <a:gd name="T1" fmla="*/ 15 h 15"/>
                <a:gd name="T2" fmla="*/ 4 w 9"/>
                <a:gd name="T3" fmla="*/ 9 h 15"/>
                <a:gd name="T4" fmla="*/ 2 w 9"/>
                <a:gd name="T5" fmla="*/ 9 h 15"/>
                <a:gd name="T6" fmla="*/ 2 w 9"/>
                <a:gd name="T7" fmla="*/ 15 h 15"/>
                <a:gd name="T8" fmla="*/ 0 w 9"/>
                <a:gd name="T9" fmla="*/ 15 h 15"/>
                <a:gd name="T10" fmla="*/ 0 w 9"/>
                <a:gd name="T11" fmla="*/ 0 h 15"/>
                <a:gd name="T12" fmla="*/ 5 w 9"/>
                <a:gd name="T13" fmla="*/ 0 h 15"/>
                <a:gd name="T14" fmla="*/ 9 w 9"/>
                <a:gd name="T15" fmla="*/ 4 h 15"/>
                <a:gd name="T16" fmla="*/ 6 w 9"/>
                <a:gd name="T17" fmla="*/ 8 h 15"/>
                <a:gd name="T18" fmla="*/ 9 w 9"/>
                <a:gd name="T19" fmla="*/ 15 h 15"/>
                <a:gd name="T20" fmla="*/ 7 w 9"/>
                <a:gd name="T21" fmla="*/ 15 h 15"/>
                <a:gd name="T22" fmla="*/ 5 w 9"/>
                <a:gd name="T23" fmla="*/ 2 h 15"/>
                <a:gd name="T24" fmla="*/ 2 w 9"/>
                <a:gd name="T25" fmla="*/ 2 h 15"/>
                <a:gd name="T26" fmla="*/ 2 w 9"/>
                <a:gd name="T27" fmla="*/ 7 h 15"/>
                <a:gd name="T28" fmla="*/ 5 w 9"/>
                <a:gd name="T29" fmla="*/ 7 h 15"/>
                <a:gd name="T30" fmla="*/ 7 w 9"/>
                <a:gd name="T31" fmla="*/ 4 h 15"/>
                <a:gd name="T32" fmla="*/ 5 w 9"/>
                <a:gd name="T3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" h="15">
                  <a:moveTo>
                    <a:pt x="7" y="15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6"/>
                    <a:pt x="8" y="8"/>
                    <a:pt x="6" y="8"/>
                  </a:cubicBezTo>
                  <a:cubicBezTo>
                    <a:pt x="9" y="15"/>
                    <a:pt x="9" y="15"/>
                    <a:pt x="9" y="15"/>
                  </a:cubicBezTo>
                  <a:lnTo>
                    <a:pt x="7" y="15"/>
                  </a:lnTo>
                  <a:close/>
                  <a:moveTo>
                    <a:pt x="5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7" y="6"/>
                    <a:pt x="7" y="4"/>
                  </a:cubicBezTo>
                  <a:cubicBezTo>
                    <a:pt x="7" y="3"/>
                    <a:pt x="6" y="2"/>
                    <a:pt x="5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EE68E8DA-22BC-A222-CE49-BB01A56D5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42638" y="5518150"/>
              <a:ext cx="34925" cy="58738"/>
            </a:xfrm>
            <a:custGeom>
              <a:avLst/>
              <a:gdLst>
                <a:gd name="T0" fmla="*/ 0 w 22"/>
                <a:gd name="T1" fmla="*/ 37 h 37"/>
                <a:gd name="T2" fmla="*/ 0 w 22"/>
                <a:gd name="T3" fmla="*/ 0 h 37"/>
                <a:gd name="T4" fmla="*/ 22 w 22"/>
                <a:gd name="T5" fmla="*/ 0 h 37"/>
                <a:gd name="T6" fmla="*/ 22 w 22"/>
                <a:gd name="T7" fmla="*/ 4 h 37"/>
                <a:gd name="T8" fmla="*/ 5 w 22"/>
                <a:gd name="T9" fmla="*/ 4 h 37"/>
                <a:gd name="T10" fmla="*/ 5 w 22"/>
                <a:gd name="T11" fmla="*/ 14 h 37"/>
                <a:gd name="T12" fmla="*/ 19 w 22"/>
                <a:gd name="T13" fmla="*/ 14 h 37"/>
                <a:gd name="T14" fmla="*/ 19 w 22"/>
                <a:gd name="T15" fmla="*/ 19 h 37"/>
                <a:gd name="T16" fmla="*/ 5 w 22"/>
                <a:gd name="T17" fmla="*/ 19 h 37"/>
                <a:gd name="T18" fmla="*/ 5 w 22"/>
                <a:gd name="T19" fmla="*/ 32 h 37"/>
                <a:gd name="T20" fmla="*/ 22 w 22"/>
                <a:gd name="T21" fmla="*/ 32 h 37"/>
                <a:gd name="T22" fmla="*/ 22 w 22"/>
                <a:gd name="T23" fmla="*/ 37 h 37"/>
                <a:gd name="T24" fmla="*/ 0 w 22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37">
                  <a:moveTo>
                    <a:pt x="0" y="37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5" y="4"/>
                  </a:lnTo>
                  <a:lnTo>
                    <a:pt x="5" y="14"/>
                  </a:lnTo>
                  <a:lnTo>
                    <a:pt x="19" y="14"/>
                  </a:lnTo>
                  <a:lnTo>
                    <a:pt x="19" y="19"/>
                  </a:lnTo>
                  <a:lnTo>
                    <a:pt x="5" y="19"/>
                  </a:lnTo>
                  <a:lnTo>
                    <a:pt x="5" y="32"/>
                  </a:lnTo>
                  <a:lnTo>
                    <a:pt x="22" y="32"/>
                  </a:lnTo>
                  <a:lnTo>
                    <a:pt x="22" y="37"/>
                  </a:lnTo>
                  <a:lnTo>
                    <a:pt x="0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8CB9C02C-C91E-B9F8-E84D-1366EF0C4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2963" y="5518150"/>
              <a:ext cx="7938" cy="587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B09F1CF6-EF49-4A31-6EAE-95A6421D83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7888" y="5518150"/>
              <a:ext cx="33338" cy="58738"/>
            </a:xfrm>
            <a:custGeom>
              <a:avLst/>
              <a:gdLst>
                <a:gd name="T0" fmla="*/ 14 w 21"/>
                <a:gd name="T1" fmla="*/ 4 h 37"/>
                <a:gd name="T2" fmla="*/ 14 w 21"/>
                <a:gd name="T3" fmla="*/ 37 h 37"/>
                <a:gd name="T4" fmla="*/ 9 w 21"/>
                <a:gd name="T5" fmla="*/ 37 h 37"/>
                <a:gd name="T6" fmla="*/ 9 w 21"/>
                <a:gd name="T7" fmla="*/ 4 h 37"/>
                <a:gd name="T8" fmla="*/ 0 w 21"/>
                <a:gd name="T9" fmla="*/ 4 h 37"/>
                <a:gd name="T10" fmla="*/ 0 w 21"/>
                <a:gd name="T11" fmla="*/ 0 h 37"/>
                <a:gd name="T12" fmla="*/ 21 w 21"/>
                <a:gd name="T13" fmla="*/ 0 h 37"/>
                <a:gd name="T14" fmla="*/ 21 w 21"/>
                <a:gd name="T15" fmla="*/ 4 h 37"/>
                <a:gd name="T16" fmla="*/ 14 w 21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37">
                  <a:moveTo>
                    <a:pt x="14" y="4"/>
                  </a:moveTo>
                  <a:lnTo>
                    <a:pt x="14" y="37"/>
                  </a:lnTo>
                  <a:lnTo>
                    <a:pt x="9" y="37"/>
                  </a:lnTo>
                  <a:lnTo>
                    <a:pt x="9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1" y="0"/>
                  </a:lnTo>
                  <a:lnTo>
                    <a:pt x="21" y="4"/>
                  </a:lnTo>
                  <a:lnTo>
                    <a:pt x="1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5338A05C-71C0-4AEE-BE4D-24449A096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5038" y="5518150"/>
              <a:ext cx="33338" cy="58738"/>
            </a:xfrm>
            <a:custGeom>
              <a:avLst/>
              <a:gdLst>
                <a:gd name="T0" fmla="*/ 5 w 9"/>
                <a:gd name="T1" fmla="*/ 15 h 15"/>
                <a:gd name="T2" fmla="*/ 0 w 9"/>
                <a:gd name="T3" fmla="*/ 13 h 15"/>
                <a:gd name="T4" fmla="*/ 1 w 9"/>
                <a:gd name="T5" fmla="*/ 11 h 15"/>
                <a:gd name="T6" fmla="*/ 5 w 9"/>
                <a:gd name="T7" fmla="*/ 13 h 15"/>
                <a:gd name="T8" fmla="*/ 7 w 9"/>
                <a:gd name="T9" fmla="*/ 11 h 15"/>
                <a:gd name="T10" fmla="*/ 7 w 9"/>
                <a:gd name="T11" fmla="*/ 9 h 15"/>
                <a:gd name="T12" fmla="*/ 5 w 9"/>
                <a:gd name="T13" fmla="*/ 8 h 15"/>
                <a:gd name="T14" fmla="*/ 4 w 9"/>
                <a:gd name="T15" fmla="*/ 8 h 15"/>
                <a:gd name="T16" fmla="*/ 1 w 9"/>
                <a:gd name="T17" fmla="*/ 7 h 15"/>
                <a:gd name="T18" fmla="*/ 0 w 9"/>
                <a:gd name="T19" fmla="*/ 4 h 15"/>
                <a:gd name="T20" fmla="*/ 5 w 9"/>
                <a:gd name="T21" fmla="*/ 0 h 15"/>
                <a:gd name="T22" fmla="*/ 9 w 9"/>
                <a:gd name="T23" fmla="*/ 2 h 15"/>
                <a:gd name="T24" fmla="*/ 8 w 9"/>
                <a:gd name="T25" fmla="*/ 3 h 15"/>
                <a:gd name="T26" fmla="*/ 5 w 9"/>
                <a:gd name="T27" fmla="*/ 2 h 15"/>
                <a:gd name="T28" fmla="*/ 2 w 9"/>
                <a:gd name="T29" fmla="*/ 4 h 15"/>
                <a:gd name="T30" fmla="*/ 3 w 9"/>
                <a:gd name="T31" fmla="*/ 5 h 15"/>
                <a:gd name="T32" fmla="*/ 4 w 9"/>
                <a:gd name="T33" fmla="*/ 6 h 15"/>
                <a:gd name="T34" fmla="*/ 6 w 9"/>
                <a:gd name="T35" fmla="*/ 6 h 15"/>
                <a:gd name="T36" fmla="*/ 8 w 9"/>
                <a:gd name="T37" fmla="*/ 8 h 15"/>
                <a:gd name="T38" fmla="*/ 9 w 9"/>
                <a:gd name="T39" fmla="*/ 11 h 15"/>
                <a:gd name="T40" fmla="*/ 5 w 9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" h="15">
                  <a:moveTo>
                    <a:pt x="5" y="15"/>
                  </a:moveTo>
                  <a:cubicBezTo>
                    <a:pt x="3" y="15"/>
                    <a:pt x="1" y="14"/>
                    <a:pt x="0" y="13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3"/>
                    <a:pt x="3" y="13"/>
                    <a:pt x="5" y="13"/>
                  </a:cubicBezTo>
                  <a:cubicBezTo>
                    <a:pt x="6" y="13"/>
                    <a:pt x="7" y="12"/>
                    <a:pt x="7" y="11"/>
                  </a:cubicBezTo>
                  <a:cubicBezTo>
                    <a:pt x="7" y="10"/>
                    <a:pt x="7" y="9"/>
                    <a:pt x="7" y="9"/>
                  </a:cubicBezTo>
                  <a:cubicBezTo>
                    <a:pt x="7" y="9"/>
                    <a:pt x="6" y="9"/>
                    <a:pt x="5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8"/>
                    <a:pt x="2" y="8"/>
                    <a:pt x="1" y="7"/>
                  </a:cubicBezTo>
                  <a:cubicBezTo>
                    <a:pt x="1" y="6"/>
                    <a:pt x="0" y="5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7" y="0"/>
                    <a:pt x="8" y="0"/>
                    <a:pt x="9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2"/>
                    <a:pt x="6" y="2"/>
                    <a:pt x="5" y="2"/>
                  </a:cubicBezTo>
                  <a:cubicBezTo>
                    <a:pt x="3" y="2"/>
                    <a:pt x="2" y="3"/>
                    <a:pt x="2" y="4"/>
                  </a:cubicBezTo>
                  <a:cubicBezTo>
                    <a:pt x="2" y="5"/>
                    <a:pt x="2" y="5"/>
                    <a:pt x="3" y="5"/>
                  </a:cubicBezTo>
                  <a:cubicBezTo>
                    <a:pt x="3" y="6"/>
                    <a:pt x="4" y="6"/>
                    <a:pt x="4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7" y="7"/>
                    <a:pt x="8" y="7"/>
                    <a:pt x="8" y="8"/>
                  </a:cubicBezTo>
                  <a:cubicBezTo>
                    <a:pt x="9" y="8"/>
                    <a:pt x="9" y="9"/>
                    <a:pt x="9" y="11"/>
                  </a:cubicBezTo>
                  <a:cubicBezTo>
                    <a:pt x="9" y="13"/>
                    <a:pt x="7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3539291-3DFD-940E-3EFB-4DCEA1EA43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74413" y="5518150"/>
              <a:ext cx="41275" cy="58738"/>
            </a:xfrm>
            <a:custGeom>
              <a:avLst/>
              <a:gdLst>
                <a:gd name="T0" fmla="*/ 9 w 11"/>
                <a:gd name="T1" fmla="*/ 15 h 15"/>
                <a:gd name="T2" fmla="*/ 8 w 11"/>
                <a:gd name="T3" fmla="*/ 13 h 15"/>
                <a:gd name="T4" fmla="*/ 4 w 11"/>
                <a:gd name="T5" fmla="*/ 15 h 15"/>
                <a:gd name="T6" fmla="*/ 0 w 11"/>
                <a:gd name="T7" fmla="*/ 10 h 15"/>
                <a:gd name="T8" fmla="*/ 2 w 11"/>
                <a:gd name="T9" fmla="*/ 6 h 15"/>
                <a:gd name="T10" fmla="*/ 1 w 11"/>
                <a:gd name="T11" fmla="*/ 3 h 15"/>
                <a:gd name="T12" fmla="*/ 4 w 11"/>
                <a:gd name="T13" fmla="*/ 0 h 15"/>
                <a:gd name="T14" fmla="*/ 7 w 11"/>
                <a:gd name="T15" fmla="*/ 3 h 15"/>
                <a:gd name="T16" fmla="*/ 6 w 11"/>
                <a:gd name="T17" fmla="*/ 6 h 15"/>
                <a:gd name="T18" fmla="*/ 5 w 11"/>
                <a:gd name="T19" fmla="*/ 7 h 15"/>
                <a:gd name="T20" fmla="*/ 8 w 11"/>
                <a:gd name="T21" fmla="*/ 10 h 15"/>
                <a:gd name="T22" fmla="*/ 8 w 11"/>
                <a:gd name="T23" fmla="*/ 7 h 15"/>
                <a:gd name="T24" fmla="*/ 10 w 11"/>
                <a:gd name="T25" fmla="*/ 7 h 15"/>
                <a:gd name="T26" fmla="*/ 9 w 11"/>
                <a:gd name="T27" fmla="*/ 12 h 15"/>
                <a:gd name="T28" fmla="*/ 11 w 11"/>
                <a:gd name="T29" fmla="*/ 15 h 15"/>
                <a:gd name="T30" fmla="*/ 9 w 11"/>
                <a:gd name="T31" fmla="*/ 15 h 15"/>
                <a:gd name="T32" fmla="*/ 3 w 11"/>
                <a:gd name="T33" fmla="*/ 8 h 15"/>
                <a:gd name="T34" fmla="*/ 2 w 11"/>
                <a:gd name="T35" fmla="*/ 10 h 15"/>
                <a:gd name="T36" fmla="*/ 4 w 11"/>
                <a:gd name="T37" fmla="*/ 13 h 15"/>
                <a:gd name="T38" fmla="*/ 6 w 11"/>
                <a:gd name="T39" fmla="*/ 12 h 15"/>
                <a:gd name="T40" fmla="*/ 3 w 11"/>
                <a:gd name="T41" fmla="*/ 8 h 15"/>
                <a:gd name="T42" fmla="*/ 4 w 11"/>
                <a:gd name="T43" fmla="*/ 2 h 15"/>
                <a:gd name="T44" fmla="*/ 3 w 11"/>
                <a:gd name="T45" fmla="*/ 3 h 15"/>
                <a:gd name="T46" fmla="*/ 4 w 11"/>
                <a:gd name="T47" fmla="*/ 5 h 15"/>
                <a:gd name="T48" fmla="*/ 5 w 11"/>
                <a:gd name="T49" fmla="*/ 5 h 15"/>
                <a:gd name="T50" fmla="*/ 5 w 11"/>
                <a:gd name="T51" fmla="*/ 3 h 15"/>
                <a:gd name="T52" fmla="*/ 4 w 11"/>
                <a:gd name="T5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" h="15">
                  <a:moveTo>
                    <a:pt x="9" y="15"/>
                  </a:moveTo>
                  <a:cubicBezTo>
                    <a:pt x="8" y="13"/>
                    <a:pt x="8" y="13"/>
                    <a:pt x="8" y="13"/>
                  </a:cubicBezTo>
                  <a:cubicBezTo>
                    <a:pt x="7" y="14"/>
                    <a:pt x="6" y="15"/>
                    <a:pt x="4" y="15"/>
                  </a:cubicBezTo>
                  <a:cubicBezTo>
                    <a:pt x="1" y="15"/>
                    <a:pt x="0" y="13"/>
                    <a:pt x="0" y="10"/>
                  </a:cubicBezTo>
                  <a:cubicBezTo>
                    <a:pt x="0" y="8"/>
                    <a:pt x="1" y="7"/>
                    <a:pt x="2" y="6"/>
                  </a:cubicBezTo>
                  <a:cubicBezTo>
                    <a:pt x="2" y="6"/>
                    <a:pt x="1" y="5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6" y="0"/>
                    <a:pt x="7" y="1"/>
                    <a:pt x="7" y="3"/>
                  </a:cubicBezTo>
                  <a:cubicBezTo>
                    <a:pt x="7" y="4"/>
                    <a:pt x="7" y="5"/>
                    <a:pt x="6" y="6"/>
                  </a:cubicBezTo>
                  <a:cubicBezTo>
                    <a:pt x="6" y="6"/>
                    <a:pt x="5" y="6"/>
                    <a:pt x="5" y="7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9"/>
                    <a:pt x="8" y="9"/>
                    <a:pt x="8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9"/>
                    <a:pt x="10" y="11"/>
                    <a:pt x="9" y="12"/>
                  </a:cubicBezTo>
                  <a:cubicBezTo>
                    <a:pt x="11" y="15"/>
                    <a:pt x="11" y="15"/>
                    <a:pt x="11" y="15"/>
                  </a:cubicBezTo>
                  <a:lnTo>
                    <a:pt x="9" y="15"/>
                  </a:lnTo>
                  <a:close/>
                  <a:moveTo>
                    <a:pt x="3" y="8"/>
                  </a:moveTo>
                  <a:cubicBezTo>
                    <a:pt x="2" y="8"/>
                    <a:pt x="2" y="9"/>
                    <a:pt x="2" y="10"/>
                  </a:cubicBezTo>
                  <a:cubicBezTo>
                    <a:pt x="2" y="12"/>
                    <a:pt x="3" y="13"/>
                    <a:pt x="4" y="13"/>
                  </a:cubicBezTo>
                  <a:cubicBezTo>
                    <a:pt x="5" y="13"/>
                    <a:pt x="6" y="13"/>
                    <a:pt x="6" y="12"/>
                  </a:cubicBezTo>
                  <a:lnTo>
                    <a:pt x="3" y="8"/>
                  </a:lnTo>
                  <a:close/>
                  <a:moveTo>
                    <a:pt x="4" y="2"/>
                  </a:moveTo>
                  <a:cubicBezTo>
                    <a:pt x="3" y="2"/>
                    <a:pt x="3" y="2"/>
                    <a:pt x="3" y="3"/>
                  </a:cubicBezTo>
                  <a:cubicBezTo>
                    <a:pt x="3" y="4"/>
                    <a:pt x="3" y="4"/>
                    <a:pt x="4" y="5"/>
                  </a:cubicBezTo>
                  <a:cubicBezTo>
                    <a:pt x="4" y="5"/>
                    <a:pt x="5" y="5"/>
                    <a:pt x="5" y="5"/>
                  </a:cubicBezTo>
                  <a:cubicBezTo>
                    <a:pt x="5" y="4"/>
                    <a:pt x="5" y="4"/>
                    <a:pt x="5" y="3"/>
                  </a:cubicBezTo>
                  <a:cubicBezTo>
                    <a:pt x="5" y="2"/>
                    <a:pt x="5" y="2"/>
                    <a:pt x="4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AD7A24A-5774-01ED-0B1F-3D8149488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6963" y="5518150"/>
              <a:ext cx="34925" cy="58738"/>
            </a:xfrm>
            <a:custGeom>
              <a:avLst/>
              <a:gdLst>
                <a:gd name="T0" fmla="*/ 12 w 22"/>
                <a:gd name="T1" fmla="*/ 4 h 37"/>
                <a:gd name="T2" fmla="*/ 12 w 22"/>
                <a:gd name="T3" fmla="*/ 37 h 37"/>
                <a:gd name="T4" fmla="*/ 7 w 22"/>
                <a:gd name="T5" fmla="*/ 37 h 37"/>
                <a:gd name="T6" fmla="*/ 7 w 22"/>
                <a:gd name="T7" fmla="*/ 4 h 37"/>
                <a:gd name="T8" fmla="*/ 0 w 22"/>
                <a:gd name="T9" fmla="*/ 4 h 37"/>
                <a:gd name="T10" fmla="*/ 0 w 22"/>
                <a:gd name="T11" fmla="*/ 0 h 37"/>
                <a:gd name="T12" fmla="*/ 22 w 22"/>
                <a:gd name="T13" fmla="*/ 0 h 37"/>
                <a:gd name="T14" fmla="*/ 22 w 22"/>
                <a:gd name="T15" fmla="*/ 4 h 37"/>
                <a:gd name="T16" fmla="*/ 12 w 22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37">
                  <a:moveTo>
                    <a:pt x="12" y="4"/>
                  </a:moveTo>
                  <a:lnTo>
                    <a:pt x="12" y="37"/>
                  </a:lnTo>
                  <a:lnTo>
                    <a:pt x="7" y="37"/>
                  </a:lnTo>
                  <a:lnTo>
                    <a:pt x="7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12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4F6879C6-A900-9C7C-B73E-2C5961A777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18875" y="5518150"/>
              <a:ext cx="33338" cy="58738"/>
            </a:xfrm>
            <a:custGeom>
              <a:avLst/>
              <a:gdLst>
                <a:gd name="T0" fmla="*/ 7 w 9"/>
                <a:gd name="T1" fmla="*/ 15 h 15"/>
                <a:gd name="T2" fmla="*/ 4 w 9"/>
                <a:gd name="T3" fmla="*/ 9 h 15"/>
                <a:gd name="T4" fmla="*/ 2 w 9"/>
                <a:gd name="T5" fmla="*/ 9 h 15"/>
                <a:gd name="T6" fmla="*/ 2 w 9"/>
                <a:gd name="T7" fmla="*/ 15 h 15"/>
                <a:gd name="T8" fmla="*/ 0 w 9"/>
                <a:gd name="T9" fmla="*/ 15 h 15"/>
                <a:gd name="T10" fmla="*/ 0 w 9"/>
                <a:gd name="T11" fmla="*/ 0 h 15"/>
                <a:gd name="T12" fmla="*/ 5 w 9"/>
                <a:gd name="T13" fmla="*/ 0 h 15"/>
                <a:gd name="T14" fmla="*/ 9 w 9"/>
                <a:gd name="T15" fmla="*/ 4 h 15"/>
                <a:gd name="T16" fmla="*/ 6 w 9"/>
                <a:gd name="T17" fmla="*/ 8 h 15"/>
                <a:gd name="T18" fmla="*/ 9 w 9"/>
                <a:gd name="T19" fmla="*/ 15 h 15"/>
                <a:gd name="T20" fmla="*/ 7 w 9"/>
                <a:gd name="T21" fmla="*/ 15 h 15"/>
                <a:gd name="T22" fmla="*/ 5 w 9"/>
                <a:gd name="T23" fmla="*/ 2 h 15"/>
                <a:gd name="T24" fmla="*/ 2 w 9"/>
                <a:gd name="T25" fmla="*/ 2 h 15"/>
                <a:gd name="T26" fmla="*/ 2 w 9"/>
                <a:gd name="T27" fmla="*/ 7 h 15"/>
                <a:gd name="T28" fmla="*/ 5 w 9"/>
                <a:gd name="T29" fmla="*/ 7 h 15"/>
                <a:gd name="T30" fmla="*/ 7 w 9"/>
                <a:gd name="T31" fmla="*/ 4 h 15"/>
                <a:gd name="T32" fmla="*/ 5 w 9"/>
                <a:gd name="T3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" h="15">
                  <a:moveTo>
                    <a:pt x="7" y="15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6"/>
                    <a:pt x="8" y="8"/>
                    <a:pt x="6" y="8"/>
                  </a:cubicBezTo>
                  <a:cubicBezTo>
                    <a:pt x="9" y="15"/>
                    <a:pt x="9" y="15"/>
                    <a:pt x="9" y="15"/>
                  </a:cubicBezTo>
                  <a:lnTo>
                    <a:pt x="7" y="15"/>
                  </a:lnTo>
                  <a:close/>
                  <a:moveTo>
                    <a:pt x="5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7" y="6"/>
                    <a:pt x="7" y="4"/>
                  </a:cubicBezTo>
                  <a:cubicBezTo>
                    <a:pt x="7" y="3"/>
                    <a:pt x="6" y="2"/>
                    <a:pt x="5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9E86578-D7C1-FD51-6643-4C655C259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79200" y="5518150"/>
              <a:ext cx="38100" cy="58738"/>
            </a:xfrm>
            <a:custGeom>
              <a:avLst/>
              <a:gdLst>
                <a:gd name="T0" fmla="*/ 5 w 10"/>
                <a:gd name="T1" fmla="*/ 15 h 15"/>
                <a:gd name="T2" fmla="*/ 0 w 10"/>
                <a:gd name="T3" fmla="*/ 10 h 15"/>
                <a:gd name="T4" fmla="*/ 0 w 10"/>
                <a:gd name="T5" fmla="*/ 0 h 15"/>
                <a:gd name="T6" fmla="*/ 2 w 10"/>
                <a:gd name="T7" fmla="*/ 0 h 15"/>
                <a:gd name="T8" fmla="*/ 2 w 10"/>
                <a:gd name="T9" fmla="*/ 10 h 15"/>
                <a:gd name="T10" fmla="*/ 5 w 10"/>
                <a:gd name="T11" fmla="*/ 13 h 15"/>
                <a:gd name="T12" fmla="*/ 8 w 10"/>
                <a:gd name="T13" fmla="*/ 10 h 15"/>
                <a:gd name="T14" fmla="*/ 8 w 10"/>
                <a:gd name="T15" fmla="*/ 0 h 15"/>
                <a:gd name="T16" fmla="*/ 10 w 10"/>
                <a:gd name="T17" fmla="*/ 0 h 15"/>
                <a:gd name="T18" fmla="*/ 10 w 10"/>
                <a:gd name="T19" fmla="*/ 10 h 15"/>
                <a:gd name="T20" fmla="*/ 5 w 10"/>
                <a:gd name="T2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15">
                  <a:moveTo>
                    <a:pt x="5" y="15"/>
                  </a:moveTo>
                  <a:cubicBezTo>
                    <a:pt x="2" y="15"/>
                    <a:pt x="0" y="13"/>
                    <a:pt x="0" y="1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2"/>
                    <a:pt x="3" y="13"/>
                    <a:pt x="5" y="13"/>
                  </a:cubicBezTo>
                  <a:cubicBezTo>
                    <a:pt x="7" y="13"/>
                    <a:pt x="8" y="12"/>
                    <a:pt x="8" y="1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3"/>
                    <a:pt x="8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C0D2284-EB70-80AF-B795-2BAAE4370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9525" y="5518150"/>
              <a:ext cx="38100" cy="58738"/>
            </a:xfrm>
            <a:custGeom>
              <a:avLst/>
              <a:gdLst>
                <a:gd name="T0" fmla="*/ 5 w 10"/>
                <a:gd name="T1" fmla="*/ 15 h 15"/>
                <a:gd name="T2" fmla="*/ 0 w 10"/>
                <a:gd name="T3" fmla="*/ 13 h 15"/>
                <a:gd name="T4" fmla="*/ 2 w 10"/>
                <a:gd name="T5" fmla="*/ 11 h 15"/>
                <a:gd name="T6" fmla="*/ 5 w 10"/>
                <a:gd name="T7" fmla="*/ 13 h 15"/>
                <a:gd name="T8" fmla="*/ 8 w 10"/>
                <a:gd name="T9" fmla="*/ 11 h 15"/>
                <a:gd name="T10" fmla="*/ 7 w 10"/>
                <a:gd name="T11" fmla="*/ 9 h 15"/>
                <a:gd name="T12" fmla="*/ 6 w 10"/>
                <a:gd name="T13" fmla="*/ 8 h 15"/>
                <a:gd name="T14" fmla="*/ 4 w 10"/>
                <a:gd name="T15" fmla="*/ 8 h 15"/>
                <a:gd name="T16" fmla="*/ 2 w 10"/>
                <a:gd name="T17" fmla="*/ 7 h 15"/>
                <a:gd name="T18" fmla="*/ 1 w 10"/>
                <a:gd name="T19" fmla="*/ 4 h 15"/>
                <a:gd name="T20" fmla="*/ 5 w 10"/>
                <a:gd name="T21" fmla="*/ 0 h 15"/>
                <a:gd name="T22" fmla="*/ 9 w 10"/>
                <a:gd name="T23" fmla="*/ 2 h 15"/>
                <a:gd name="T24" fmla="*/ 8 w 10"/>
                <a:gd name="T25" fmla="*/ 3 h 15"/>
                <a:gd name="T26" fmla="*/ 5 w 10"/>
                <a:gd name="T27" fmla="*/ 2 h 15"/>
                <a:gd name="T28" fmla="*/ 3 w 10"/>
                <a:gd name="T29" fmla="*/ 4 h 15"/>
                <a:gd name="T30" fmla="*/ 3 w 10"/>
                <a:gd name="T31" fmla="*/ 5 h 15"/>
                <a:gd name="T32" fmla="*/ 5 w 10"/>
                <a:gd name="T33" fmla="*/ 6 h 15"/>
                <a:gd name="T34" fmla="*/ 6 w 10"/>
                <a:gd name="T35" fmla="*/ 6 h 15"/>
                <a:gd name="T36" fmla="*/ 9 w 10"/>
                <a:gd name="T37" fmla="*/ 8 h 15"/>
                <a:gd name="T38" fmla="*/ 10 w 10"/>
                <a:gd name="T39" fmla="*/ 11 h 15"/>
                <a:gd name="T40" fmla="*/ 5 w 10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" h="15">
                  <a:moveTo>
                    <a:pt x="5" y="15"/>
                  </a:moveTo>
                  <a:cubicBezTo>
                    <a:pt x="3" y="15"/>
                    <a:pt x="2" y="14"/>
                    <a:pt x="0" y="13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3" y="13"/>
                    <a:pt x="4" y="13"/>
                    <a:pt x="5" y="13"/>
                  </a:cubicBezTo>
                  <a:cubicBezTo>
                    <a:pt x="7" y="13"/>
                    <a:pt x="8" y="12"/>
                    <a:pt x="8" y="11"/>
                  </a:cubicBezTo>
                  <a:cubicBezTo>
                    <a:pt x="8" y="10"/>
                    <a:pt x="8" y="9"/>
                    <a:pt x="7" y="9"/>
                  </a:cubicBezTo>
                  <a:cubicBezTo>
                    <a:pt x="7" y="9"/>
                    <a:pt x="7" y="9"/>
                    <a:pt x="6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8"/>
                    <a:pt x="2" y="8"/>
                    <a:pt x="2" y="7"/>
                  </a:cubicBezTo>
                  <a:cubicBezTo>
                    <a:pt x="1" y="6"/>
                    <a:pt x="1" y="5"/>
                    <a:pt x="1" y="4"/>
                  </a:cubicBezTo>
                  <a:cubicBezTo>
                    <a:pt x="1" y="2"/>
                    <a:pt x="2" y="0"/>
                    <a:pt x="5" y="0"/>
                  </a:cubicBezTo>
                  <a:cubicBezTo>
                    <a:pt x="7" y="0"/>
                    <a:pt x="8" y="0"/>
                    <a:pt x="9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2"/>
                    <a:pt x="6" y="2"/>
                    <a:pt x="5" y="2"/>
                  </a:cubicBezTo>
                  <a:cubicBezTo>
                    <a:pt x="4" y="2"/>
                    <a:pt x="3" y="3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6"/>
                    <a:pt x="4" y="6"/>
                    <a:pt x="5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8" y="7"/>
                    <a:pt x="8" y="7"/>
                    <a:pt x="9" y="8"/>
                  </a:cubicBezTo>
                  <a:cubicBezTo>
                    <a:pt x="9" y="8"/>
                    <a:pt x="10" y="9"/>
                    <a:pt x="10" y="11"/>
                  </a:cubicBezTo>
                  <a:cubicBezTo>
                    <a:pt x="10" y="13"/>
                    <a:pt x="8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7AACA248-6704-C346-B420-D06E7EE76D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99850" y="5518150"/>
              <a:ext cx="34925" cy="58738"/>
            </a:xfrm>
            <a:custGeom>
              <a:avLst/>
              <a:gdLst>
                <a:gd name="T0" fmla="*/ 15 w 22"/>
                <a:gd name="T1" fmla="*/ 4 h 37"/>
                <a:gd name="T2" fmla="*/ 15 w 22"/>
                <a:gd name="T3" fmla="*/ 37 h 37"/>
                <a:gd name="T4" fmla="*/ 10 w 22"/>
                <a:gd name="T5" fmla="*/ 37 h 37"/>
                <a:gd name="T6" fmla="*/ 10 w 22"/>
                <a:gd name="T7" fmla="*/ 4 h 37"/>
                <a:gd name="T8" fmla="*/ 0 w 22"/>
                <a:gd name="T9" fmla="*/ 4 h 37"/>
                <a:gd name="T10" fmla="*/ 0 w 22"/>
                <a:gd name="T11" fmla="*/ 0 h 37"/>
                <a:gd name="T12" fmla="*/ 22 w 22"/>
                <a:gd name="T13" fmla="*/ 0 h 37"/>
                <a:gd name="T14" fmla="*/ 22 w 22"/>
                <a:gd name="T15" fmla="*/ 4 h 37"/>
                <a:gd name="T16" fmla="*/ 15 w 22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37">
                  <a:moveTo>
                    <a:pt x="15" y="4"/>
                  </a:moveTo>
                  <a:lnTo>
                    <a:pt x="15" y="37"/>
                  </a:lnTo>
                  <a:lnTo>
                    <a:pt x="10" y="37"/>
                  </a:lnTo>
                  <a:lnTo>
                    <a:pt x="1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091A4110-B0E7-87CA-1B61-CE1ECAECD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2513" y="5289550"/>
              <a:ext cx="322263" cy="173038"/>
            </a:xfrm>
            <a:custGeom>
              <a:avLst/>
              <a:gdLst>
                <a:gd name="T0" fmla="*/ 203 w 203"/>
                <a:gd name="T1" fmla="*/ 109 h 109"/>
                <a:gd name="T2" fmla="*/ 203 w 203"/>
                <a:gd name="T3" fmla="*/ 109 h 109"/>
                <a:gd name="T4" fmla="*/ 67 w 203"/>
                <a:gd name="T5" fmla="*/ 0 h 109"/>
                <a:gd name="T6" fmla="*/ 0 w 203"/>
                <a:gd name="T7" fmla="*/ 106 h 109"/>
                <a:gd name="T8" fmla="*/ 0 w 203"/>
                <a:gd name="T9" fmla="*/ 109 h 109"/>
                <a:gd name="T10" fmla="*/ 67 w 203"/>
                <a:gd name="T11" fmla="*/ 35 h 109"/>
                <a:gd name="T12" fmla="*/ 203 w 203"/>
                <a:gd name="T13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109">
                  <a:moveTo>
                    <a:pt x="203" y="109"/>
                  </a:moveTo>
                  <a:lnTo>
                    <a:pt x="203" y="109"/>
                  </a:lnTo>
                  <a:lnTo>
                    <a:pt x="67" y="0"/>
                  </a:lnTo>
                  <a:lnTo>
                    <a:pt x="0" y="106"/>
                  </a:lnTo>
                  <a:lnTo>
                    <a:pt x="0" y="109"/>
                  </a:lnTo>
                  <a:lnTo>
                    <a:pt x="67" y="35"/>
                  </a:lnTo>
                  <a:lnTo>
                    <a:pt x="203" y="1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5122087A-17AC-9E88-CF76-6B8523370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2513" y="5364163"/>
              <a:ext cx="322263" cy="109538"/>
            </a:xfrm>
            <a:custGeom>
              <a:avLst/>
              <a:gdLst>
                <a:gd name="T0" fmla="*/ 0 w 203"/>
                <a:gd name="T1" fmla="*/ 67 h 69"/>
                <a:gd name="T2" fmla="*/ 0 w 203"/>
                <a:gd name="T3" fmla="*/ 69 h 69"/>
                <a:gd name="T4" fmla="*/ 67 w 203"/>
                <a:gd name="T5" fmla="*/ 25 h 69"/>
                <a:gd name="T6" fmla="*/ 203 w 203"/>
                <a:gd name="T7" fmla="*/ 69 h 69"/>
                <a:gd name="T8" fmla="*/ 203 w 203"/>
                <a:gd name="T9" fmla="*/ 67 h 69"/>
                <a:gd name="T10" fmla="*/ 67 w 203"/>
                <a:gd name="T11" fmla="*/ 0 h 69"/>
                <a:gd name="T12" fmla="*/ 0 w 203"/>
                <a:gd name="T13" fmla="*/ 6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69">
                  <a:moveTo>
                    <a:pt x="0" y="67"/>
                  </a:moveTo>
                  <a:lnTo>
                    <a:pt x="0" y="69"/>
                  </a:lnTo>
                  <a:lnTo>
                    <a:pt x="67" y="25"/>
                  </a:lnTo>
                  <a:lnTo>
                    <a:pt x="203" y="69"/>
                  </a:lnTo>
                  <a:lnTo>
                    <a:pt x="203" y="67"/>
                  </a:lnTo>
                  <a:lnTo>
                    <a:pt x="67" y="0"/>
                  </a:lnTo>
                  <a:lnTo>
                    <a:pt x="0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92B888F4-2318-1261-10C8-0E5556A397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2513" y="5414963"/>
              <a:ext cx="322263" cy="66675"/>
            </a:xfrm>
            <a:custGeom>
              <a:avLst/>
              <a:gdLst>
                <a:gd name="T0" fmla="*/ 0 w 203"/>
                <a:gd name="T1" fmla="*/ 42 h 42"/>
                <a:gd name="T2" fmla="*/ 0 w 203"/>
                <a:gd name="T3" fmla="*/ 42 h 42"/>
                <a:gd name="T4" fmla="*/ 67 w 203"/>
                <a:gd name="T5" fmla="*/ 25 h 42"/>
                <a:gd name="T6" fmla="*/ 203 w 203"/>
                <a:gd name="T7" fmla="*/ 42 h 42"/>
                <a:gd name="T8" fmla="*/ 203 w 203"/>
                <a:gd name="T9" fmla="*/ 42 h 42"/>
                <a:gd name="T10" fmla="*/ 67 w 203"/>
                <a:gd name="T11" fmla="*/ 0 h 42"/>
                <a:gd name="T12" fmla="*/ 0 w 203"/>
                <a:gd name="T13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42">
                  <a:moveTo>
                    <a:pt x="0" y="42"/>
                  </a:moveTo>
                  <a:lnTo>
                    <a:pt x="0" y="42"/>
                  </a:lnTo>
                  <a:lnTo>
                    <a:pt x="67" y="25"/>
                  </a:lnTo>
                  <a:lnTo>
                    <a:pt x="203" y="42"/>
                  </a:lnTo>
                  <a:lnTo>
                    <a:pt x="203" y="42"/>
                  </a:lnTo>
                  <a:lnTo>
                    <a:pt x="67" y="0"/>
                  </a:lnTo>
                  <a:lnTo>
                    <a:pt x="0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DDEB4D31-2AD9-ADE7-19AA-73784831EF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2513" y="5470525"/>
              <a:ext cx="322263" cy="23813"/>
            </a:xfrm>
            <a:custGeom>
              <a:avLst/>
              <a:gdLst>
                <a:gd name="T0" fmla="*/ 0 w 203"/>
                <a:gd name="T1" fmla="*/ 12 h 15"/>
                <a:gd name="T2" fmla="*/ 0 w 203"/>
                <a:gd name="T3" fmla="*/ 15 h 15"/>
                <a:gd name="T4" fmla="*/ 203 w 203"/>
                <a:gd name="T5" fmla="*/ 15 h 15"/>
                <a:gd name="T6" fmla="*/ 203 w 203"/>
                <a:gd name="T7" fmla="*/ 12 h 15"/>
                <a:gd name="T8" fmla="*/ 67 w 203"/>
                <a:gd name="T9" fmla="*/ 0 h 15"/>
                <a:gd name="T10" fmla="*/ 0 w 203"/>
                <a:gd name="T11" fmla="*/ 1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3" h="15">
                  <a:moveTo>
                    <a:pt x="0" y="12"/>
                  </a:moveTo>
                  <a:lnTo>
                    <a:pt x="0" y="15"/>
                  </a:lnTo>
                  <a:lnTo>
                    <a:pt x="203" y="15"/>
                  </a:lnTo>
                  <a:lnTo>
                    <a:pt x="203" y="12"/>
                  </a:lnTo>
                  <a:lnTo>
                    <a:pt x="67" y="0"/>
                  </a:lnTo>
                  <a:lnTo>
                    <a:pt x="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</p:grp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1B393208-F0B9-89DF-4F8D-388AAF628197}"/>
              </a:ext>
            </a:extLst>
          </p:cNvPr>
          <p:cNvCxnSpPr/>
          <p:nvPr userDrawn="1"/>
        </p:nvCxnSpPr>
        <p:spPr>
          <a:xfrm>
            <a:off x="462200" y="7173747"/>
            <a:ext cx="850333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그림 36">
            <a:extLst>
              <a:ext uri="{FF2B5EF4-FFF2-40B4-BE49-F238E27FC236}">
                <a16:creationId xmlns:a16="http://schemas.microsoft.com/office/drawing/2014/main" id="{52BA00D0-0115-35ED-37F4-19021EEC70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8544" b="4354"/>
          <a:stretch/>
        </p:blipFill>
        <p:spPr>
          <a:xfrm>
            <a:off x="7788" y="4094632"/>
            <a:ext cx="4372862" cy="346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996874"/>
      </p:ext>
    </p:extLst>
  </p:cSld>
  <p:clrMap bg1="lt1" tx1="dk1" bg2="lt2" tx2="dk2" accent1="accent1" accent2="accent2" accent3="accent3" accent4="accent4" accent5="accent5" accent6="accent6" hlink="hlink" folHlink="folHlink"/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KoPubWorld돋움체 Bold" panose="00000800000000000000" pitchFamily="2" charset="-127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70">
          <p15:clr>
            <a:srgbClr val="F26B43"/>
          </p15:clr>
        </p15:guide>
        <p15:guide id="2" pos="6565">
          <p15:clr>
            <a:srgbClr val="F26B43"/>
          </p15:clr>
        </p15:guide>
        <p15:guide id="3" pos="3368">
          <p15:clr>
            <a:srgbClr val="F26B43"/>
          </p15:clr>
        </p15:guide>
        <p15:guide id="4" orient="horz" pos="4513">
          <p15:clr>
            <a:srgbClr val="F26B43"/>
          </p15:clr>
        </p15:guide>
        <p15:guide id="5" orient="horz" pos="181">
          <p15:clr>
            <a:srgbClr val="F26B43"/>
          </p15:clr>
        </p15:guide>
        <p15:guide id="6" orient="horz" pos="1247">
          <p15:clr>
            <a:srgbClr val="F26B43"/>
          </p15:clr>
        </p15:guide>
        <p15:guide id="7" orient="horz" pos="4286">
          <p15:clr>
            <a:srgbClr val="F26B43"/>
          </p15:clr>
        </p15:guide>
        <p15:guide id="8" orient="horz" pos="1179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4247269"/>
      </p:ext>
    </p:extLst>
  </p:cSld>
  <p:clrMap bg1="lt1" tx1="dk1" bg2="lt2" tx2="dk2" accent1="accent1" accent2="accent2" accent3="accent3" accent4="accent4" accent5="accent5" accent6="accent6" hlink="hlink" folHlink="folHlink"/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KoPubWorld돋움체 Bold" panose="00000800000000000000" pitchFamily="2" charset="-127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70">
          <p15:clr>
            <a:srgbClr val="F26B43"/>
          </p15:clr>
        </p15:guide>
        <p15:guide id="2" pos="6565">
          <p15:clr>
            <a:srgbClr val="F26B43"/>
          </p15:clr>
        </p15:guide>
        <p15:guide id="3" pos="3368">
          <p15:clr>
            <a:srgbClr val="F26B43"/>
          </p15:clr>
        </p15:guide>
        <p15:guide id="4" orient="horz" pos="4513">
          <p15:clr>
            <a:srgbClr val="F26B43"/>
          </p15:clr>
        </p15:guide>
        <p15:guide id="5" orient="horz" pos="181">
          <p15:clr>
            <a:srgbClr val="F26B43"/>
          </p15:clr>
        </p15:guide>
        <p15:guide id="6" orient="horz" pos="1247">
          <p15:clr>
            <a:srgbClr val="F26B43"/>
          </p15:clr>
        </p15:guide>
        <p15:guide id="7" orient="horz" pos="4286">
          <p15:clr>
            <a:srgbClr val="F26B43"/>
          </p15:clr>
        </p15:guide>
        <p15:guide id="8" orient="horz" pos="1179">
          <p15:clr>
            <a:srgbClr val="F26B43"/>
          </p15:clr>
        </p15:guide>
      </p15:sldGuideLst>
    </p:ext>
  </p:extLst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AkjE_7M3E.x0Wsx5gBksw"/>
</p:tagLst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775AEA6-EC78-4E7B-9971-CE736CECF225}">
  <we:reference id="f5f369e5-aa35-49d7-ad7b-638152ddb008" version="1.0.0.1" store="EXCatalog" storeType="EXCatalog"/>
  <we:alternateReferences>
    <we:reference id="WA200010001" version="1.0.0.1" store="ko-KR" storeType="OMEX"/>
  </we:alternateReferences>
  <we:properties>
    <we:property name="claude.fileId" value="&quot;b8433e69-c0a4-4b3a-8097-18957660da8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76680</TotalTime>
  <Words>9748</Words>
  <Application>Microsoft Office PowerPoint</Application>
  <PresentationFormat>사용자 지정</PresentationFormat>
  <Paragraphs>3018</Paragraphs>
  <Slides>44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44</vt:i4>
      </vt:variant>
    </vt:vector>
  </HeadingPairs>
  <TitlesOfParts>
    <vt:vector size="57" baseType="lpstr">
      <vt:lpstr>KoPubWorld돋움체 Bold</vt:lpstr>
      <vt:lpstr>KoPubWorld돋움체 Light</vt:lpstr>
      <vt:lpstr>KoPubWorld돋움체 Medium</vt:lpstr>
      <vt:lpstr>KoPubWorld바탕체 Bold</vt:lpstr>
      <vt:lpstr>KoPubWorld바탕체 Medium</vt:lpstr>
      <vt:lpstr>Pretendard</vt:lpstr>
      <vt:lpstr>하나 CM</vt:lpstr>
      <vt:lpstr>Arial</vt:lpstr>
      <vt:lpstr>Calibri</vt:lpstr>
      <vt:lpstr>Wingdings</vt:lpstr>
      <vt:lpstr>Office 테마</vt:lpstr>
      <vt:lpstr>1_Office 테마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jsp</dc:creator>
  <cp:lastModifiedBy>임영규 부장(상장리츠팀)</cp:lastModifiedBy>
  <cp:revision>5187</cp:revision>
  <cp:lastPrinted>2026-08-23T23:34:57Z</cp:lastPrinted>
  <dcterms:created xsi:type="dcterms:W3CDTF">2019-10-07T05:08:42Z</dcterms:created>
  <dcterms:modified xsi:type="dcterms:W3CDTF">2026-08-24T06:55:15Z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ranchUid">
    <vt:lpwstr>TlqSUOvUz2jqmGfWs-WogWvifac202402010000000</vt:lpwstr>
  </property>
  <property fmtid="{D5CDD505-2E9C-101B-9397-08002B2CF9AE}" pid="3" name="docPath">
    <vt:lpwstr>QzpcVXNlcnNceW9uZ2h5ZW9uYWhuXERvd25sb2Fkc1xbS0xJXSDslYjslpHrrLzrpZjshLzthLAg7JiI67mE7Yis7Ius7J6Q66OMXzI2MDgyNF92MyjstZzsooUpLnBwdHg=</vt:lpwstr>
  </property>
  <property fmtid="{D5CDD505-2E9C-101B-9397-08002B2CF9AE}" pid="4" name="docUid">
    <vt:lpwstr>TlqSUOvUz2jqmGfWs-WogWvifac</vt:lpwstr>
  </property>
  <property fmtid="{D5CDD505-2E9C-101B-9397-08002B2CF9AE}" pid="5" name="parentBranchUid">
    <vt:lpwstr/>
  </property>
</Properties>
</file>