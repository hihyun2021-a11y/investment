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56" r:id="rId2"/>
    <p:sldMasterId id="2147483769" r:id="rId3"/>
  </p:sldMasterIdLst>
  <p:notesMasterIdLst>
    <p:notesMasterId r:id="rId47"/>
  </p:notesMasterIdLst>
  <p:handoutMasterIdLst>
    <p:handoutMasterId r:id="rId48"/>
  </p:handoutMasterIdLst>
  <p:sldIdLst>
    <p:sldId id="1174" r:id="rId4"/>
    <p:sldId id="1175" r:id="rId5"/>
    <p:sldId id="1176" r:id="rId6"/>
    <p:sldId id="1657" r:id="rId7"/>
    <p:sldId id="1658" r:id="rId8"/>
    <p:sldId id="1820" r:id="rId9"/>
    <p:sldId id="1821" r:id="rId10"/>
    <p:sldId id="1822" r:id="rId11"/>
    <p:sldId id="1183" r:id="rId12"/>
    <p:sldId id="1814" r:id="rId13"/>
    <p:sldId id="1656" r:id="rId14"/>
    <p:sldId id="1686" r:id="rId15"/>
    <p:sldId id="1798" r:id="rId16"/>
    <p:sldId id="1739" r:id="rId17"/>
    <p:sldId id="1740" r:id="rId18"/>
    <p:sldId id="1743" r:id="rId19"/>
    <p:sldId id="1799" r:id="rId20"/>
    <p:sldId id="1806" r:id="rId21"/>
    <p:sldId id="1825" r:id="rId22"/>
    <p:sldId id="1805" r:id="rId23"/>
    <p:sldId id="1807" r:id="rId24"/>
    <p:sldId id="1786" r:id="rId25"/>
    <p:sldId id="1785" r:id="rId26"/>
    <p:sldId id="1828" r:id="rId27"/>
    <p:sldId id="1777" r:id="rId28"/>
    <p:sldId id="1829" r:id="rId29"/>
    <p:sldId id="1781" r:id="rId30"/>
    <p:sldId id="1782" r:id="rId31"/>
    <p:sldId id="1809" r:id="rId32"/>
    <p:sldId id="1748" r:id="rId33"/>
    <p:sldId id="1789" r:id="rId34"/>
    <p:sldId id="1795" r:id="rId35"/>
    <p:sldId id="1752" r:id="rId36"/>
    <p:sldId id="1771" r:id="rId37"/>
    <p:sldId id="1754" r:id="rId38"/>
    <p:sldId id="1830" r:id="rId39"/>
    <p:sldId id="1772" r:id="rId40"/>
    <p:sldId id="1773" r:id="rId41"/>
    <p:sldId id="1815" r:id="rId42"/>
    <p:sldId id="1831" r:id="rId43"/>
    <p:sldId id="1787" r:id="rId44"/>
    <p:sldId id="1791" r:id="rId45"/>
    <p:sldId id="1779" r:id="rId46"/>
  </p:sldIdLst>
  <p:sldSz cx="10691813" cy="7559675"/>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7F664334-81FB-4AF7-A59E-6AD854F49133}">
          <p14:sldIdLst>
            <p14:sldId id="1174"/>
            <p14:sldId id="1175"/>
            <p14:sldId id="1176"/>
            <p14:sldId id="1657"/>
            <p14:sldId id="1658"/>
            <p14:sldId id="1820"/>
            <p14:sldId id="1821"/>
            <p14:sldId id="1822"/>
            <p14:sldId id="1183"/>
            <p14:sldId id="1814"/>
            <p14:sldId id="1656"/>
          </p14:sldIdLst>
        </p14:section>
        <p14:section name="제목 없는 구역" id="{173DE95B-9F57-4D39-B3FD-CED6B2100408}">
          <p14:sldIdLst>
            <p14:sldId id="1686"/>
            <p14:sldId id="1798"/>
            <p14:sldId id="1739"/>
            <p14:sldId id="1740"/>
            <p14:sldId id="1743"/>
            <p14:sldId id="1799"/>
            <p14:sldId id="1806"/>
            <p14:sldId id="1825"/>
            <p14:sldId id="1805"/>
            <p14:sldId id="1807"/>
            <p14:sldId id="1786"/>
            <p14:sldId id="1785"/>
            <p14:sldId id="1828"/>
            <p14:sldId id="1777"/>
            <p14:sldId id="1829"/>
            <p14:sldId id="1781"/>
            <p14:sldId id="1782"/>
            <p14:sldId id="1809"/>
            <p14:sldId id="1748"/>
            <p14:sldId id="1789"/>
            <p14:sldId id="1795"/>
            <p14:sldId id="1752"/>
            <p14:sldId id="1771"/>
            <p14:sldId id="1754"/>
            <p14:sldId id="1830"/>
            <p14:sldId id="1772"/>
            <p14:sldId id="1773"/>
            <p14:sldId id="1815"/>
            <p14:sldId id="1831"/>
            <p14:sldId id="1787"/>
            <p14:sldId id="1791"/>
            <p14:sldId id="1779"/>
          </p14:sldIdLst>
        </p14:section>
        <p14:section name="이전자료" id="{B501CF5B-16A0-46C0-95DB-100F682887D5}">
          <p14:sldIdLst/>
        </p14:section>
      </p14:sectionLst>
    </p:ex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11" userDrawn="1">
          <p15:clr>
            <a:srgbClr val="A4A3A4"/>
          </p15:clr>
        </p15:guide>
        <p15:guide id="16" orient="horz" pos="3606" userDrawn="1">
          <p15:clr>
            <a:srgbClr val="A4A3A4"/>
          </p15:clr>
        </p15:guide>
        <p15:guide id="20" orient="horz" pos="1496" userDrawn="1">
          <p15:clr>
            <a:srgbClr val="A4A3A4"/>
          </p15:clr>
        </p15:guide>
        <p15:guide id="23" orient="horz" pos="4105" userDrawn="1">
          <p15:clr>
            <a:srgbClr val="A4A3A4"/>
          </p15:clr>
        </p15:guide>
        <p15:guide id="24" pos="601" userDrawn="1">
          <p15:clr>
            <a:srgbClr val="A4A3A4"/>
          </p15:clr>
        </p15:guide>
        <p15:guide id="26" pos="1780" userDrawn="1">
          <p15:clr>
            <a:srgbClr val="A4A3A4"/>
          </p15:clr>
        </p15:guide>
        <p15:guide id="27" pos="396" userDrawn="1">
          <p15:clr>
            <a:srgbClr val="A4A3A4"/>
          </p15:clr>
        </p15:guide>
        <p15:guide id="28" pos="1689" userDrawn="1">
          <p15:clr>
            <a:srgbClr val="A4A3A4"/>
          </p15:clr>
        </p15:guide>
        <p15:guide id="29" pos="4842" userDrawn="1">
          <p15:clr>
            <a:srgbClr val="A4A3A4"/>
          </p15:clr>
        </p15:guide>
        <p15:guide id="30" orient="horz" pos="2993" userDrawn="1">
          <p15:clr>
            <a:srgbClr val="A4A3A4"/>
          </p15:clr>
        </p15:guide>
        <p15:guide id="31" pos="4910" userDrawn="1">
          <p15:clr>
            <a:srgbClr val="A4A3A4"/>
          </p15:clr>
        </p15:guide>
        <p15:guide id="32" orient="horz" pos="907" userDrawn="1">
          <p15:clr>
            <a:srgbClr val="A4A3A4"/>
          </p15:clr>
        </p15:guide>
        <p15:guide id="33" pos="283" userDrawn="1">
          <p15:clr>
            <a:srgbClr val="9FCC3B"/>
          </p15:clr>
        </p15:guide>
        <p15:guide id="34" orient="horz" pos="1406" userDrawn="1">
          <p15:clr>
            <a:srgbClr val="9FCC3B"/>
          </p15:clr>
        </p15:guide>
        <p15:guide id="35" orient="horz" pos="1633" userDrawn="1">
          <p15:clr>
            <a:srgbClr val="9FCC3B"/>
          </p15:clr>
        </p15:guide>
        <p15:guide id="36" pos="3367" userDrawn="1">
          <p15:clr>
            <a:srgbClr val="A4A3A4"/>
          </p15:clr>
        </p15:guide>
        <p15:guide id="37" pos="3299" userDrawn="1">
          <p15:clr>
            <a:srgbClr val="9FCC3B"/>
          </p15:clr>
        </p15:guide>
        <p15:guide id="38" pos="6565" userDrawn="1">
          <p15:clr>
            <a:srgbClr val="9FCC3B"/>
          </p15:clr>
        </p15:guide>
        <p15:guide id="39" pos="3436" userDrawn="1">
          <p15:clr>
            <a:srgbClr val="9FCC3B"/>
          </p15:clr>
        </p15:guide>
        <p15:guide id="40" pos="3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DAE3F3"/>
    <a:srgbClr val="0000FF"/>
    <a:srgbClr val="843C0C"/>
    <a:srgbClr val="6DA7F2"/>
    <a:srgbClr val="F4B183"/>
    <a:srgbClr val="FBE5D6"/>
    <a:srgbClr val="C55A11"/>
    <a:srgbClr val="345B86"/>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29" autoAdjust="0"/>
    <p:restoredTop sz="96242" autoAdjust="0"/>
  </p:normalViewPr>
  <p:slideViewPr>
    <p:cSldViewPr showGuides="1">
      <p:cViewPr>
        <p:scale>
          <a:sx n="75" d="100"/>
          <a:sy n="75" d="100"/>
        </p:scale>
        <p:origin x="2448" y="612"/>
      </p:cViewPr>
      <p:guideLst>
        <p:guide orient="horz" pos="4195"/>
        <p:guide orient="horz" pos="680"/>
        <p:guide orient="horz" pos="1111"/>
        <p:guide orient="horz" pos="3606"/>
        <p:guide orient="horz" pos="1496"/>
        <p:guide orient="horz" pos="4105"/>
        <p:guide pos="601"/>
        <p:guide pos="1780"/>
        <p:guide pos="396"/>
        <p:guide pos="1689"/>
        <p:guide pos="4842"/>
        <p:guide orient="horz" pos="2993"/>
        <p:guide pos="4910"/>
        <p:guide orient="horz" pos="907"/>
        <p:guide pos="283"/>
        <p:guide orient="horz" pos="1406"/>
        <p:guide orient="horz" pos="1633"/>
        <p:guide pos="3367"/>
        <p:guide pos="3299"/>
        <p:guide pos="6565"/>
        <p:guide pos="3436"/>
        <p:guide pos="328"/>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78" d="100"/>
          <a:sy n="78" d="100"/>
        </p:scale>
        <p:origin x="2910" y="108"/>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bg1">
                <a:lumMod val="85000"/>
              </a:schemeClr>
            </a:solidFill>
            <a:ln>
              <a:noFill/>
            </a:ln>
            <a:effectLst/>
          </c:spPr>
          <c:invertIfNegative val="0"/>
          <c:dPt>
            <c:idx val="7"/>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345C-482F-8E77-8B9D7C272AEA}"/>
              </c:ext>
            </c:extLst>
          </c:dPt>
          <c:dPt>
            <c:idx val="8"/>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4-345C-482F-8E77-8B9D7C272AEA}"/>
              </c:ext>
            </c:extLst>
          </c:dPt>
          <c:dPt>
            <c:idx val="9"/>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5-345C-482F-8E77-8B9D7C272AEA}"/>
              </c:ext>
            </c:extLst>
          </c:dPt>
          <c:dLbls>
            <c:dLbl>
              <c:idx val="7"/>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6="http://schemas.microsoft.com/office/drawing/2014/chart" uri="{C3380CC4-5D6E-409C-BE32-E72D297353CC}">
                  <c16:uniqueId val="{00000003-345C-482F-8E77-8B9D7C272AEA}"/>
                </c:ext>
              </c:extLst>
            </c:dLbl>
            <c:dLbl>
              <c:idx val="8"/>
              <c:layout>
                <c:manualLayout>
                  <c:x val="1.1181866006907121E-2"/>
                  <c:y val="-0.14034618726191278"/>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5C-482F-8E77-8B9D7C272AEA}"/>
                </c:ext>
              </c:extLst>
            </c:dLbl>
            <c:dLbl>
              <c:idx val="9"/>
              <c:tx>
                <c:rich>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fld id="{33BBDAF7-A592-420E-8E01-773697116AAB}" type="VALUE">
                      <a:rPr lang="en-US" altLang="ko-KR" sz="900"/>
                      <a:pP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t>[값]</a:t>
                    </a:fld>
                    <a:endParaRPr lang="ko-KR" altLang="en-US"/>
                  </a:p>
                </c:rich>
              </c:tx>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45C-482F-8E77-8B9D7C272AEA}"/>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2019</c:v>
                </c:pt>
                <c:pt idx="1">
                  <c:v>2020</c:v>
                </c:pt>
                <c:pt idx="2">
                  <c:v>2021</c:v>
                </c:pt>
                <c:pt idx="3">
                  <c:v>2022</c:v>
                </c:pt>
                <c:pt idx="4">
                  <c:v>2023</c:v>
                </c:pt>
                <c:pt idx="5">
                  <c:v>2024</c:v>
                </c:pt>
                <c:pt idx="6">
                  <c:v>2025</c:v>
                </c:pt>
                <c:pt idx="7">
                  <c:v>2026(F)</c:v>
                </c:pt>
                <c:pt idx="8">
                  <c:v>2027(F)</c:v>
                </c:pt>
                <c:pt idx="9">
                  <c:v>2028(F)</c:v>
                </c:pt>
              </c:strCache>
            </c:strRef>
          </c:cat>
          <c:val>
            <c:numRef>
              <c:f>Sheet1!$B$2:$B$11</c:f>
              <c:numCache>
                <c:formatCode>#,##0"㎡"</c:formatCode>
                <c:ptCount val="10"/>
                <c:pt idx="0">
                  <c:v>412281</c:v>
                </c:pt>
                <c:pt idx="1">
                  <c:v>249050</c:v>
                </c:pt>
                <c:pt idx="2">
                  <c:v>597660</c:v>
                </c:pt>
                <c:pt idx="3">
                  <c:v>1005298</c:v>
                </c:pt>
                <c:pt idx="4">
                  <c:v>1196317</c:v>
                </c:pt>
                <c:pt idx="5">
                  <c:v>1046620</c:v>
                </c:pt>
                <c:pt idx="6">
                  <c:v>195416</c:v>
                </c:pt>
                <c:pt idx="7">
                  <c:v>100920</c:v>
                </c:pt>
                <c:pt idx="8">
                  <c:v>195980</c:v>
                </c:pt>
                <c:pt idx="9">
                  <c:v>95599</c:v>
                </c:pt>
              </c:numCache>
            </c:numRef>
          </c:val>
          <c:extLst>
            <c:ext xmlns:c16="http://schemas.microsoft.com/office/drawing/2014/chart" uri="{C3380CC4-5D6E-409C-BE32-E72D297353CC}">
              <c16:uniqueId val="{00000000-345C-482F-8E77-8B9D7C272AEA}"/>
            </c:ext>
          </c:extLst>
        </c:ser>
        <c:dLbls>
          <c:showLegendKey val="0"/>
          <c:showVal val="0"/>
          <c:showCatName val="0"/>
          <c:showSerName val="0"/>
          <c:showPercent val="0"/>
          <c:showBubbleSize val="0"/>
        </c:dLbls>
        <c:gapWidth val="100"/>
        <c:axId val="71828096"/>
        <c:axId val="1477092975"/>
      </c:barChart>
      <c:catAx>
        <c:axId val="7182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77092975"/>
        <c:crosses val="autoZero"/>
        <c:auto val="1"/>
        <c:lblAlgn val="ctr"/>
        <c:lblOffset val="100"/>
        <c:noMultiLvlLbl val="0"/>
      </c:catAx>
      <c:valAx>
        <c:axId val="1477092975"/>
        <c:scaling>
          <c:orientation val="minMax"/>
        </c:scaling>
        <c:delete val="1"/>
        <c:axPos val="l"/>
        <c:majorGridlines>
          <c:spPr>
            <a:ln w="9525" cap="flat" cmpd="sng" algn="ctr">
              <a:solidFill>
                <a:schemeClr val="tx1">
                  <a:lumMod val="15000"/>
                  <a:lumOff val="85000"/>
                </a:schemeClr>
              </a:solidFill>
              <a:round/>
            </a:ln>
            <a:effectLst/>
          </c:spPr>
        </c:majorGridlines>
        <c:numFmt formatCode="#,##0&quot;㎡&quot;" sourceLinked="1"/>
        <c:majorTickMark val="none"/>
        <c:minorTickMark val="none"/>
        <c:tickLblPos val="nextTo"/>
        <c:crossAx val="71828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AFA2-40C1-A80C-46433D114F73}"/>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AFA2-40C1-A80C-46433D114F73}"/>
            </c:ext>
          </c:extLst>
        </c:ser>
        <c:ser>
          <c:idx val="1"/>
          <c:order val="1"/>
          <c:tx>
            <c:strRef>
              <c:f>Sheet1!$C$1</c:f>
              <c:strCache>
                <c:ptCount val="1"/>
                <c:pt idx="0">
                  <c:v>계열 2</c:v>
                </c:pt>
              </c:strCache>
            </c:strRef>
          </c:tx>
          <c:spPr>
            <a:solidFill>
              <a:schemeClr val="tx2">
                <a:lumMod val="40000"/>
                <a:lumOff val="60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185</c:v>
                </c:pt>
              </c:numCache>
            </c:numRef>
          </c:val>
          <c:extLst>
            <c:ext xmlns:c16="http://schemas.microsoft.com/office/drawing/2014/chart" uri="{C3380CC4-5D6E-409C-BE32-E72D297353CC}">
              <c16:uniqueId val="{00000003-AFA2-40C1-A80C-46433D114F73}"/>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dPt>
            <c:idx val="0"/>
            <c:invertIfNegative val="0"/>
            <c:bubble3D val="0"/>
            <c:spPr>
              <a:solidFill>
                <a:schemeClr val="bg2">
                  <a:lumMod val="50000"/>
                </a:schemeClr>
              </a:solidFill>
              <a:ln>
                <a:solidFill>
                  <a:schemeClr val="bg1"/>
                </a:solidFill>
              </a:ln>
              <a:effectLst/>
            </c:spPr>
            <c:extLst>
              <c:ext xmlns:c16="http://schemas.microsoft.com/office/drawing/2014/chart" uri="{C3380CC4-5D6E-409C-BE32-E72D297353CC}">
                <c16:uniqueId val="{00000002-3E37-4FEA-AACD-F91C19E1BF30}"/>
              </c:ext>
            </c:extLst>
          </c:dPt>
          <c:cat>
            <c:strRef>
              <c:f>Sheet1!$A$2:$A$3</c:f>
              <c:strCache>
                <c:ptCount val="2"/>
                <c:pt idx="0">
                  <c:v>항목 1</c:v>
                </c:pt>
                <c:pt idx="1">
                  <c:v>항목 2</c:v>
                </c:pt>
              </c:strCache>
            </c:strRef>
          </c:cat>
          <c:val>
            <c:numRef>
              <c:f>Sheet1!$D$2:$D$3</c:f>
              <c:numCache>
                <c:formatCode>General</c:formatCode>
                <c:ptCount val="2"/>
                <c:pt idx="0">
                  <c:v>100</c:v>
                </c:pt>
                <c:pt idx="1">
                  <c:v>144</c:v>
                </c:pt>
              </c:numCache>
            </c:numRef>
          </c:val>
          <c:extLst>
            <c:ext xmlns:c16="http://schemas.microsoft.com/office/drawing/2014/chart" uri="{C3380CC4-5D6E-409C-BE32-E72D297353CC}">
              <c16:uniqueId val="{00000004-AFA2-40C1-A80C-46433D114F73}"/>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AFA2-40C1-A80C-46433D114F73}"/>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AFA2-40C1-A80C-46433D114F73}"/>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AFA2-40C1-A80C-46433D114F73}"/>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AFA2-40C1-A80C-46433D114F73}"/>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AFA2-40C1-A80C-46433D114F73}"/>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AFA2-40C1-A80C-46433D114F73}"/>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AFA2-40C1-A80C-46433D114F73}"/>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AFA2-40C1-A80C-46433D114F73}"/>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none"/>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tx2">
                <a:lumMod val="20000"/>
                <a:lumOff val="80000"/>
              </a:schemeClr>
            </a:solidFill>
            <a:ln>
              <a:solidFill>
                <a:schemeClr val="bg1"/>
              </a:solidFill>
            </a:ln>
            <a:effectLst/>
          </c:spPr>
          <c:invertIfNegative val="0"/>
          <c:dPt>
            <c:idx val="0"/>
            <c:invertIfNegative val="0"/>
            <c:bubble3D val="0"/>
            <c:spPr>
              <a:solidFill>
                <a:schemeClr val="tx2">
                  <a:lumMod val="20000"/>
                  <a:lumOff val="8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3035</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no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100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7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2030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1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285</c:v>
                </c:pt>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3BCA-4A69-A3AD-F1FCC3B3434F}"/>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35647946433943"/>
          <c:y val="0.25702605878246976"/>
          <c:w val="0.86522606654650946"/>
          <c:h val="0.47100043492533378"/>
        </c:manualLayout>
      </c:layout>
      <c:barChart>
        <c:barDir val="bar"/>
        <c:grouping val="stacked"/>
        <c:varyColors val="0"/>
        <c:ser>
          <c:idx val="0"/>
          <c:order val="0"/>
          <c:tx>
            <c:strRef>
              <c:f>Sheet1!$B$1</c:f>
              <c:strCache>
                <c:ptCount val="1"/>
                <c:pt idx="0">
                  <c:v>Energy</c:v>
                </c:pt>
              </c:strCache>
            </c:strRef>
          </c:tx>
          <c:spPr>
            <a:solidFill>
              <a:srgbClr val="DAE3F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Sheet1!$B$2</c:f>
              <c:numCache>
                <c:formatCode>0%</c:formatCode>
                <c:ptCount val="1"/>
                <c:pt idx="0">
                  <c:v>0.39734527599417258</c:v>
                </c:pt>
              </c:numCache>
            </c:numRef>
          </c:val>
          <c:extLst>
            <c:ext xmlns:c16="http://schemas.microsoft.com/office/drawing/2014/chart" uri="{C3380CC4-5D6E-409C-BE32-E72D297353CC}">
              <c16:uniqueId val="{00000000-CA7B-4738-84C1-37DFDB018D30}"/>
            </c:ext>
          </c:extLst>
        </c:ser>
        <c:ser>
          <c:idx val="1"/>
          <c:order val="1"/>
          <c:tx>
            <c:strRef>
              <c:f>Sheet1!$C$1</c:f>
              <c:strCache>
                <c:ptCount val="1"/>
                <c:pt idx="0">
                  <c:v>Logistics</c:v>
                </c:pt>
              </c:strCache>
            </c:strRef>
          </c:tx>
          <c:spPr>
            <a:solidFill>
              <a:srgbClr val="F4B183"/>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Sheet1!$C$2</c:f>
              <c:numCache>
                <c:formatCode>0%</c:formatCode>
                <c:ptCount val="1"/>
                <c:pt idx="0">
                  <c:v>0.19365456213241244</c:v>
                </c:pt>
              </c:numCache>
            </c:numRef>
          </c:val>
          <c:extLst>
            <c:ext xmlns:c16="http://schemas.microsoft.com/office/drawing/2014/chart" uri="{C3380CC4-5D6E-409C-BE32-E72D297353CC}">
              <c16:uniqueId val="{00000001-CA7B-4738-84C1-37DFDB018D30}"/>
            </c:ext>
          </c:extLst>
        </c:ser>
        <c:ser>
          <c:idx val="2"/>
          <c:order val="2"/>
          <c:tx>
            <c:strRef>
              <c:f>Sheet1!$D$1</c:f>
              <c:strCache>
                <c:ptCount val="1"/>
                <c:pt idx="0">
                  <c:v>Retail</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Sheet1!$D$2</c:f>
              <c:numCache>
                <c:formatCode>0%</c:formatCode>
                <c:ptCount val="1"/>
                <c:pt idx="0">
                  <c:v>3.2536556412885123E-2</c:v>
                </c:pt>
              </c:numCache>
            </c:numRef>
          </c:val>
          <c:extLst>
            <c:ext xmlns:c16="http://schemas.microsoft.com/office/drawing/2014/chart" uri="{C3380CC4-5D6E-409C-BE32-E72D297353CC}">
              <c16:uniqueId val="{00000002-CA7B-4738-84C1-37DFDB018D30}"/>
            </c:ext>
          </c:extLst>
        </c:ser>
        <c:ser>
          <c:idx val="3"/>
          <c:order val="3"/>
          <c:tx>
            <c:strRef>
              <c:f>Sheet1!$E$1</c:f>
              <c:strCache>
                <c:ptCount val="1"/>
                <c:pt idx="0">
                  <c:v>Hotel</c:v>
                </c:pt>
              </c:strCache>
            </c:strRef>
          </c:tx>
          <c:spPr>
            <a:solidFill>
              <a:srgbClr val="FFDDAD"/>
            </a:solidFill>
            <a:ln>
              <a:noFill/>
            </a:ln>
            <a:effectLst/>
          </c:spPr>
          <c:invertIfNegative val="0"/>
          <c:dLbls>
            <c:dLbl>
              <c:idx val="0"/>
              <c:layout>
                <c:manualLayout>
                  <c:x val="-2.3017570924929371E-3"/>
                  <c:y val="-4.585110820892073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A7B-4738-84C1-37DFDB018D3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Sheet1!$E$2</c:f>
              <c:numCache>
                <c:formatCode>0%</c:formatCode>
                <c:ptCount val="1"/>
                <c:pt idx="0">
                  <c:v>2.4820590298386663E-2</c:v>
                </c:pt>
              </c:numCache>
            </c:numRef>
          </c:val>
          <c:extLst>
            <c:ext xmlns:c16="http://schemas.microsoft.com/office/drawing/2014/chart" uri="{C3380CC4-5D6E-409C-BE32-E72D297353CC}">
              <c16:uniqueId val="{00000004-CA7B-4738-84C1-37DFDB018D30}"/>
            </c:ext>
          </c:extLst>
        </c:ser>
        <c:ser>
          <c:idx val="4"/>
          <c:order val="4"/>
          <c:tx>
            <c:strRef>
              <c:f>Sheet1!$F$1</c:f>
              <c:strCache>
                <c:ptCount val="1"/>
                <c:pt idx="0">
                  <c:v>Mobility</c:v>
                </c:pt>
              </c:strCache>
            </c:strRef>
          </c:tx>
          <c:spPr>
            <a:solidFill>
              <a:schemeClr val="accent5"/>
            </a:solidFill>
            <a:ln w="19050">
              <a:noFill/>
            </a:ln>
            <a:effectLst/>
          </c:spPr>
          <c:invertIfNegative val="0"/>
          <c:dLbls>
            <c:dLbl>
              <c:idx val="0"/>
              <c:tx>
                <c:rich>
                  <a:bodyPr/>
                  <a:lstStyle/>
                  <a:p>
                    <a:fld id="{2CAC64C7-DB98-4C55-83E6-8802509A701C}" type="VALUE">
                      <a:rPr lang="en-US" altLang="ko-KR" sz="1200"/>
                      <a:pPr/>
                      <a:t>[값]</a:t>
                    </a:fld>
                    <a:endParaRPr lang="ko-KR" alt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A7B-4738-84C1-37DFDB018D30}"/>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rgbClr val="E3EEF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Sheet1!$F$2</c:f>
              <c:numCache>
                <c:formatCode>0%</c:formatCode>
                <c:ptCount val="1"/>
                <c:pt idx="0">
                  <c:v>0.31657044191442291</c:v>
                </c:pt>
              </c:numCache>
            </c:numRef>
          </c:val>
          <c:extLst>
            <c:ext xmlns:c16="http://schemas.microsoft.com/office/drawing/2014/chart" uri="{C3380CC4-5D6E-409C-BE32-E72D297353CC}">
              <c16:uniqueId val="{00000006-CA7B-4738-84C1-37DFDB018D30}"/>
            </c:ext>
          </c:extLst>
        </c:ser>
        <c:ser>
          <c:idx val="5"/>
          <c:order val="5"/>
          <c:tx>
            <c:strRef>
              <c:f>Sheet1!$G$1</c:f>
              <c:strCache>
                <c:ptCount val="1"/>
                <c:pt idx="0">
                  <c:v>Office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Sheet1!$G$2</c:f>
              <c:numCache>
                <c:formatCode>0%</c:formatCode>
                <c:ptCount val="1"/>
                <c:pt idx="0">
                  <c:v>3.5072573247720285E-2</c:v>
                </c:pt>
              </c:numCache>
            </c:numRef>
          </c:val>
          <c:extLst>
            <c:ext xmlns:c16="http://schemas.microsoft.com/office/drawing/2014/chart" uri="{C3380CC4-5D6E-409C-BE32-E72D297353CC}">
              <c16:uniqueId val="{00000007-CA7B-4738-84C1-37DFDB018D30}"/>
            </c:ext>
          </c:extLst>
        </c:ser>
        <c:dLbls>
          <c:dLblPos val="ctr"/>
          <c:showLegendKey val="0"/>
          <c:showVal val="1"/>
          <c:showCatName val="0"/>
          <c:showSerName val="0"/>
          <c:showPercent val="0"/>
          <c:showBubbleSize val="0"/>
        </c:dLbls>
        <c:gapWidth val="81"/>
        <c:overlap val="100"/>
        <c:axId val="-1227176944"/>
        <c:axId val="-1227179664"/>
      </c:barChart>
      <c:catAx>
        <c:axId val="-12271769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9664"/>
        <c:crosses val="autoZero"/>
        <c:auto val="1"/>
        <c:lblAlgn val="ctr"/>
        <c:lblOffset val="100"/>
        <c:noMultiLvlLbl val="0"/>
      </c:catAx>
      <c:valAx>
        <c:axId val="-1227179664"/>
        <c:scaling>
          <c:orientation val="minMax"/>
          <c:max val="1"/>
          <c:min val="0"/>
        </c:scaling>
        <c:delete val="0"/>
        <c:axPos val="b"/>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6944"/>
        <c:crosses val="autoZero"/>
        <c:crossBetween val="between"/>
      </c:valAx>
      <c:spPr>
        <a:noFill/>
        <a:ln>
          <a:noFill/>
        </a:ln>
        <a:effectLst/>
      </c:spPr>
    </c:plotArea>
    <c:plotVisOnly val="1"/>
    <c:dispBlanksAs val="gap"/>
    <c:showDLblsOverMax val="0"/>
  </c:chart>
  <c:spPr>
    <a:noFill/>
    <a:ln>
      <a:noFill/>
    </a:ln>
    <a:effectLst/>
  </c:spPr>
  <c:txPr>
    <a:bodyPr/>
    <a:lstStyle/>
    <a:p>
      <a:pPr>
        <a:defRPr sz="100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3"/>
            <a:ext cx="2950529" cy="499033"/>
          </a:xfrm>
          <a:prstGeom prst="rect">
            <a:avLst/>
          </a:prstGeom>
        </p:spPr>
        <p:txBody>
          <a:bodyPr vert="horz" lIns="91542" tIns="45770" rIns="91542" bIns="45770"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3855083" y="3"/>
            <a:ext cx="2950529" cy="499033"/>
          </a:xfrm>
          <a:prstGeom prst="rect">
            <a:avLst/>
          </a:prstGeom>
        </p:spPr>
        <p:txBody>
          <a:bodyPr vert="horz" lIns="91542" tIns="45770" rIns="91542" bIns="45770"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2026-09-16</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0" y="9440309"/>
            <a:ext cx="2950529" cy="499033"/>
          </a:xfrm>
          <a:prstGeom prst="rect">
            <a:avLst/>
          </a:prstGeom>
        </p:spPr>
        <p:txBody>
          <a:bodyPr vert="horz" lIns="91542" tIns="45770" rIns="91542" bIns="45770"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3855083" y="9440309"/>
            <a:ext cx="2950529" cy="499033"/>
          </a:xfrm>
          <a:prstGeom prst="rect">
            <a:avLst/>
          </a:prstGeom>
        </p:spPr>
        <p:txBody>
          <a:bodyPr vert="horz" lIns="91542" tIns="45770" rIns="91542" bIns="45770"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7" y="4"/>
            <a:ext cx="2949786" cy="496967"/>
          </a:xfrm>
          <a:prstGeom prst="rect">
            <a:avLst/>
          </a:prstGeom>
        </p:spPr>
        <p:txBody>
          <a:bodyPr vert="horz" lIns="91524" tIns="45761" rIns="91524" bIns="45761"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3855846" y="4"/>
            <a:ext cx="2949786" cy="496967"/>
          </a:xfrm>
          <a:prstGeom prst="rect">
            <a:avLst/>
          </a:prstGeom>
        </p:spPr>
        <p:txBody>
          <a:bodyPr vert="horz" lIns="91524" tIns="45761" rIns="91524" bIns="45761"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2026-09-16</a:t>
            </a:fld>
            <a:endParaRPr lang="ko-KR" altLang="en-US"/>
          </a:p>
        </p:txBody>
      </p:sp>
      <p:sp>
        <p:nvSpPr>
          <p:cNvPr id="4" name="슬라이드 이미지 개체 틀 3"/>
          <p:cNvSpPr>
            <a:spLocks noGrp="1" noRot="1" noChangeAspect="1"/>
          </p:cNvSpPr>
          <p:nvPr>
            <p:ph type="sldImg" idx="2"/>
          </p:nvPr>
        </p:nvSpPr>
        <p:spPr>
          <a:xfrm>
            <a:off x="768350" y="746125"/>
            <a:ext cx="5270500" cy="3727450"/>
          </a:xfrm>
          <a:prstGeom prst="rect">
            <a:avLst/>
          </a:prstGeom>
          <a:noFill/>
          <a:ln w="12700">
            <a:solidFill>
              <a:prstClr val="black"/>
            </a:solidFill>
          </a:ln>
        </p:spPr>
        <p:txBody>
          <a:bodyPr vert="horz" lIns="91524" tIns="45761" rIns="91524" bIns="45761" rtlCol="0" anchor="ctr"/>
          <a:lstStyle/>
          <a:p>
            <a:endParaRPr lang="ko-KR" altLang="en-US" dirty="0"/>
          </a:p>
        </p:txBody>
      </p:sp>
      <p:sp>
        <p:nvSpPr>
          <p:cNvPr id="5" name="슬라이드 노트 개체 틀 4"/>
          <p:cNvSpPr>
            <a:spLocks noGrp="1"/>
          </p:cNvSpPr>
          <p:nvPr>
            <p:ph type="body" sz="quarter" idx="3"/>
          </p:nvPr>
        </p:nvSpPr>
        <p:spPr>
          <a:xfrm>
            <a:off x="680721" y="4721191"/>
            <a:ext cx="5445760" cy="4472702"/>
          </a:xfrm>
          <a:prstGeom prst="rect">
            <a:avLst/>
          </a:prstGeom>
        </p:spPr>
        <p:txBody>
          <a:bodyPr vert="horz" lIns="91524" tIns="45761" rIns="91524" bIns="45761"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7" y="9440650"/>
            <a:ext cx="2949786" cy="496967"/>
          </a:xfrm>
          <a:prstGeom prst="rect">
            <a:avLst/>
          </a:prstGeom>
        </p:spPr>
        <p:txBody>
          <a:bodyPr vert="horz" lIns="91524" tIns="45761" rIns="91524" bIns="45761"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3855846" y="9440650"/>
            <a:ext cx="2949786" cy="496967"/>
          </a:xfrm>
          <a:prstGeom prst="rect">
            <a:avLst/>
          </a:prstGeom>
        </p:spPr>
        <p:txBody>
          <a:bodyPr vert="horz" lIns="91524" tIns="45761" rIns="91524" bIns="45761"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0</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p:cNvSpPr>
            <a:spLocks noGrp="1"/>
          </p:cNvSpPr>
          <p:nvPr>
            <p:ph type="sldNum" sz="quarter" idx="10"/>
          </p:nvPr>
        </p:nvSpPr>
        <p:spPr/>
        <p:txBody>
          <a:bodyPr/>
          <a:lstStyle/>
          <a:p>
            <a:pPr defTabSz="457755">
              <a:defRPr/>
            </a:pPr>
            <a:fld id="{2B8DFE68-44DA-46E6-B8A3-9F09BDCA52AB}" type="slidenum">
              <a:rPr lang="ko-KR" altLang="en-US">
                <a:solidFill>
                  <a:prstClr val="black"/>
                </a:solidFill>
              </a:rPr>
              <a:pPr defTabSz="457755">
                <a:defRPr/>
              </a:pPr>
              <a:t>2</a:t>
            </a:fld>
            <a:endParaRPr lang="ko-KR" altLang="en-US">
              <a:solidFill>
                <a:prstClr val="black"/>
              </a:solidFill>
            </a:endParaRPr>
          </a:p>
        </p:txBody>
      </p:sp>
    </p:spTree>
    <p:extLst>
      <p:ext uri="{BB962C8B-B14F-4D97-AF65-F5344CB8AC3E}">
        <p14:creationId xmlns:p14="http://schemas.microsoft.com/office/powerpoint/2010/main" val="1229835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8</a:t>
            </a:fld>
            <a:endParaRPr lang="ko-KR" altLang="en-US"/>
          </a:p>
        </p:txBody>
      </p:sp>
    </p:spTree>
    <p:extLst>
      <p:ext uri="{BB962C8B-B14F-4D97-AF65-F5344CB8AC3E}">
        <p14:creationId xmlns:p14="http://schemas.microsoft.com/office/powerpoint/2010/main" val="3077805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AE0D8-1321-460A-0E64-3EE156F56C7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A65280A-2655-98E5-8643-168ECE824CA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3040F80-F548-59E9-38A8-ECDE30B829BB}"/>
              </a:ext>
            </a:extLst>
          </p:cNvPr>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a:extLst>
              <a:ext uri="{FF2B5EF4-FFF2-40B4-BE49-F238E27FC236}">
                <a16:creationId xmlns:a16="http://schemas.microsoft.com/office/drawing/2014/main" id="{3D5B94C4-441D-0D42-9F0C-4EB3C2D7897D}"/>
              </a:ext>
            </a:extLst>
          </p:cNvPr>
          <p:cNvSpPr>
            <a:spLocks noGrp="1"/>
          </p:cNvSpPr>
          <p:nvPr>
            <p:ph type="sldNum" sz="quarter" idx="5"/>
          </p:nvPr>
        </p:nvSpPr>
        <p:spPr/>
        <p:txBody>
          <a:bodyPr/>
          <a:lstStyle/>
          <a:p>
            <a:fld id="{2B8DFE68-44DA-46E6-B8A3-9F09BDCA52AB}" type="slidenum">
              <a:rPr lang="ko-KR" altLang="en-US" smtClean="0"/>
              <a:pPr/>
              <a:t>9</a:t>
            </a:fld>
            <a:endParaRPr lang="ko-KR" altLang="en-US"/>
          </a:p>
        </p:txBody>
      </p:sp>
    </p:spTree>
    <p:extLst>
      <p:ext uri="{BB962C8B-B14F-4D97-AF65-F5344CB8AC3E}">
        <p14:creationId xmlns:p14="http://schemas.microsoft.com/office/powerpoint/2010/main" val="1237848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11</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13</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14</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15</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21</a:t>
            </a:fld>
            <a:endParaRPr lang="ko-KR" altLang="en-US">
              <a:solidFill>
                <a:prstClr val="black"/>
              </a:solidFill>
            </a:endParaRPr>
          </a:p>
        </p:txBody>
      </p:sp>
    </p:spTree>
    <p:extLst>
      <p:ext uri="{BB962C8B-B14F-4D97-AF65-F5344CB8AC3E}">
        <p14:creationId xmlns:p14="http://schemas.microsoft.com/office/powerpoint/2010/main" val="1054850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22</a:t>
            </a:fld>
            <a:endParaRPr lang="ko-KR" altLang="en-US">
              <a:solidFill>
                <a:prstClr val="black"/>
              </a:solidFill>
            </a:endParaRPr>
          </a:p>
        </p:txBody>
      </p:sp>
    </p:spTree>
    <p:extLst>
      <p:ext uri="{BB962C8B-B14F-4D97-AF65-F5344CB8AC3E}">
        <p14:creationId xmlns:p14="http://schemas.microsoft.com/office/powerpoint/2010/main" val="3277750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3058-06E1-18A5-E76E-D38E3BB6503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3D5638-473E-93C1-A616-DFF4534A86E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A8CFAF1-35C8-BF5B-5A9A-05620BC3ED2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7273E23-B973-0165-EE34-7AE46732191E}"/>
              </a:ext>
            </a:extLst>
          </p:cNvPr>
          <p:cNvSpPr>
            <a:spLocks noGrp="1"/>
          </p:cNvSpPr>
          <p:nvPr>
            <p:ph type="sldNum" sz="quarter" idx="10"/>
          </p:nvPr>
        </p:nvSpPr>
        <p:spPr/>
        <p:txBody>
          <a:bodyPr/>
          <a:lstStyle/>
          <a:p>
            <a:fld id="{2B8DFE68-44DA-46E6-B8A3-9F09BDCA52AB}" type="slidenum">
              <a:rPr lang="ko-KR" altLang="en-US" smtClean="0"/>
              <a:pPr/>
              <a:t>24</a:t>
            </a:fld>
            <a:endParaRPr lang="ko-KR" altLang="en-US"/>
          </a:p>
        </p:txBody>
      </p:sp>
    </p:spTree>
    <p:extLst>
      <p:ext uri="{BB962C8B-B14F-4D97-AF65-F5344CB8AC3E}">
        <p14:creationId xmlns:p14="http://schemas.microsoft.com/office/powerpoint/2010/main" val="2542284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29</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1BC8-5EE0-E69D-399E-B2293C1D7E7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AA68858-8ECC-2BAF-AA56-6A3FC127073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45ACDC3-B25E-41BB-3421-D1E00257861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92BAC4B-94D0-9636-33EE-8D860CC7A49D}"/>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30</a:t>
            </a:fld>
            <a:endParaRPr lang="ko-KR" altLang="en-US">
              <a:solidFill>
                <a:prstClr val="black"/>
              </a:solidFill>
            </a:endParaRPr>
          </a:p>
        </p:txBody>
      </p:sp>
    </p:spTree>
    <p:extLst>
      <p:ext uri="{BB962C8B-B14F-4D97-AF65-F5344CB8AC3E}">
        <p14:creationId xmlns:p14="http://schemas.microsoft.com/office/powerpoint/2010/main" val="613106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ECA4-4D05-F978-E763-083EE2A0421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6B22C0B-6FA6-0F72-CCDC-CBA9FE6B480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66EAD13-D9A9-EB9A-59C0-9C31D83508E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C5AF98C-89F2-0F0D-43D5-F07A0F43AC51}"/>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31</a:t>
            </a:fld>
            <a:endParaRPr lang="ko-KR" altLang="en-US">
              <a:solidFill>
                <a:prstClr val="black"/>
              </a:solidFill>
            </a:endParaRPr>
          </a:p>
        </p:txBody>
      </p:sp>
    </p:spTree>
    <p:extLst>
      <p:ext uri="{BB962C8B-B14F-4D97-AF65-F5344CB8AC3E}">
        <p14:creationId xmlns:p14="http://schemas.microsoft.com/office/powerpoint/2010/main" val="2273422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1F4FA-D0CC-9DDE-DA6C-E6171122A3F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E0960AB-C532-4BAC-5859-A254B3AE4AD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1DF924F-4F1B-D6DC-D94A-1E48BC0036CE}"/>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816C15-A821-8025-C928-1C56DAF53793}"/>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32</a:t>
            </a:fld>
            <a:endParaRPr lang="ko-KR" altLang="en-US">
              <a:solidFill>
                <a:prstClr val="black"/>
              </a:solidFill>
            </a:endParaRPr>
          </a:p>
        </p:txBody>
      </p:sp>
    </p:spTree>
    <p:extLst>
      <p:ext uri="{BB962C8B-B14F-4D97-AF65-F5344CB8AC3E}">
        <p14:creationId xmlns:p14="http://schemas.microsoft.com/office/powerpoint/2010/main" val="3526725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18E7A-BE18-122A-00B2-0F3489C93AD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A45C3A-CB33-9AE2-161A-66E87A09E1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A95EA1C-FB1C-4377-1B73-6916FA6EE65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4030EE0F-828F-BDCF-E795-0C188CCA43D9}"/>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33</a:t>
            </a:fld>
            <a:endParaRPr lang="ko-KR" altLang="en-US">
              <a:solidFill>
                <a:prstClr val="black"/>
              </a:solidFill>
            </a:endParaRPr>
          </a:p>
        </p:txBody>
      </p:sp>
    </p:spTree>
    <p:extLst>
      <p:ext uri="{BB962C8B-B14F-4D97-AF65-F5344CB8AC3E}">
        <p14:creationId xmlns:p14="http://schemas.microsoft.com/office/powerpoint/2010/main" val="2055727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C5A5-6206-C698-1F2A-266F137A44A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DF94628-021E-C2D4-F74B-8309DCE2DCF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F79887-404E-3029-6E36-AC4A23958B9D}"/>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5FC82912-8B06-C87F-B861-13E16409B265}"/>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34</a:t>
            </a:fld>
            <a:endParaRPr lang="ko-KR" altLang="en-US">
              <a:solidFill>
                <a:prstClr val="black"/>
              </a:solidFill>
            </a:endParaRPr>
          </a:p>
        </p:txBody>
      </p:sp>
    </p:spTree>
    <p:extLst>
      <p:ext uri="{BB962C8B-B14F-4D97-AF65-F5344CB8AC3E}">
        <p14:creationId xmlns:p14="http://schemas.microsoft.com/office/powerpoint/2010/main" val="111761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26FA-1BE0-0B49-EF1D-C29F48765DF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B65FAE0-6B53-8081-0728-815E34723D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9DA5618-196E-9C6C-997F-A4DBD4669E22}"/>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B3D3F2B7-EB39-D84E-EF8B-8DB8D44B8502}"/>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36</a:t>
            </a:fld>
            <a:endParaRPr lang="ko-KR" altLang="en-US">
              <a:solidFill>
                <a:prstClr val="black"/>
              </a:solidFill>
            </a:endParaRPr>
          </a:p>
        </p:txBody>
      </p:sp>
    </p:spTree>
    <p:extLst>
      <p:ext uri="{BB962C8B-B14F-4D97-AF65-F5344CB8AC3E}">
        <p14:creationId xmlns:p14="http://schemas.microsoft.com/office/powerpoint/2010/main" val="2864844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5CD9-EFA8-8A27-07E4-6A31FD019E1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AE8D87-75B3-12E2-8329-02E71159C88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9776968-5E55-0617-D6CE-1E4B23E00D5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F00B0016-03D6-0452-1F10-74597AD2366F}"/>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37</a:t>
            </a:fld>
            <a:endParaRPr lang="ko-KR" altLang="en-US">
              <a:solidFill>
                <a:prstClr val="black"/>
              </a:solidFill>
            </a:endParaRPr>
          </a:p>
        </p:txBody>
      </p:sp>
    </p:spTree>
    <p:extLst>
      <p:ext uri="{BB962C8B-B14F-4D97-AF65-F5344CB8AC3E}">
        <p14:creationId xmlns:p14="http://schemas.microsoft.com/office/powerpoint/2010/main" val="11332873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3496F34-2D2E-7200-596D-F5A884BEB510}"/>
              </a:ext>
            </a:extLst>
          </p:cNvPr>
          <p:cNvSpPr/>
          <p:nvPr userDrawn="1"/>
        </p:nvSpPr>
        <p:spPr>
          <a:xfrm>
            <a:off x="6388270" y="7142318"/>
            <a:ext cx="4261488" cy="25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FF3DAC25-3C73-5200-93E9-4A840B104936}"/>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0AD58965-4F98-1A73-F8FC-D5222B70604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197B6F54-0315-951A-50F1-10ED03E2F56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1493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772160A2-C39D-56FE-7995-5A43B4A6338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4318152-D1D7-599B-1278-DD568174EB87}"/>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 투자개요">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37432D96-AC78-AE08-F52D-853EBD0B422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89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8A6B8528-268D-FF81-075B-13B4540033AF}"/>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60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53F51F5-2033-9B4E-E332-7A24DA56B9F9}"/>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6859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F6B38A0F-6595-3B67-99AA-2059109C8AE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4507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a:t>
            </a:r>
            <a:r>
              <a:rPr lang="en-US" altLang="ko-KR" sz="1886" b="1" kern="120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향후조치 예정사항</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518CF041-E7A6-8CE4-32F4-38B13947478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1770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A66CB652-AC17-B956-4B4C-F16F1A40A3B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018D775-8D4D-2DC9-D188-3F967A8C02F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3825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47">
            <a:extLst>
              <a:ext uri="{FF2B5EF4-FFF2-40B4-BE49-F238E27FC236}">
                <a16:creationId xmlns:a16="http://schemas.microsoft.com/office/drawing/2014/main" id="{330C79B4-2F4A-FF14-8AC4-9B44C2C04EE9}"/>
              </a:ext>
            </a:extLst>
          </p:cNvPr>
          <p:cNvSpPr>
            <a:spLocks noChangeArrowheads="1"/>
          </p:cNvSpPr>
          <p:nvPr userDrawn="1">
            <p:custDataLst>
              <p:tags r:id="rId14"/>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 매입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24" r:id="rId1"/>
    <p:sldLayoutId id="2147483730" r:id="rId2"/>
    <p:sldLayoutId id="2147483754" r:id="rId3"/>
    <p:sldLayoutId id="2147483731" r:id="rId4"/>
    <p:sldLayoutId id="2147483728" r:id="rId5"/>
    <p:sldLayoutId id="2147483751" r:id="rId6"/>
    <p:sldLayoutId id="2147483752" r:id="rId7"/>
    <p:sldLayoutId id="2147483755" r:id="rId8"/>
    <p:sldLayoutId id="2147483772" r:id="rId9"/>
    <p:sldLayoutId id="2147483773" r:id="rId10"/>
    <p:sldLayoutId id="2147483750" r:id="rId11"/>
    <p:sldLayoutId id="214748377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0F30820D-A359-7966-E7A3-6D53921FFA89}"/>
              </a:ext>
            </a:extLst>
          </p:cNvPr>
          <p:cNvGrpSpPr/>
          <p:nvPr userDrawn="1"/>
        </p:nvGrpSpPr>
        <p:grpSpPr>
          <a:xfrm>
            <a:off x="9276077" y="6972575"/>
            <a:ext cx="1110305" cy="316737"/>
            <a:chOff x="10506075" y="5289550"/>
            <a:chExt cx="1028701" cy="287338"/>
          </a:xfrm>
          <a:solidFill>
            <a:schemeClr val="bg1">
              <a:lumMod val="75000"/>
            </a:schemeClr>
          </a:solidFill>
        </p:grpSpPr>
        <p:sp>
          <p:nvSpPr>
            <p:cNvPr id="4" name="Freeform 5">
              <a:extLst>
                <a:ext uri="{FF2B5EF4-FFF2-40B4-BE49-F238E27FC236}">
                  <a16:creationId xmlns:a16="http://schemas.microsoft.com/office/drawing/2014/main" id="{3E564AFD-C30C-9DBA-5002-F6E812779AF7}"/>
                </a:ext>
              </a:extLst>
            </p:cNvPr>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 name="Freeform 6">
              <a:extLst>
                <a:ext uri="{FF2B5EF4-FFF2-40B4-BE49-F238E27FC236}">
                  <a16:creationId xmlns:a16="http://schemas.microsoft.com/office/drawing/2014/main" id="{D51E90CC-8D7A-63E0-36C9-AF29EA1B88E8}"/>
                </a:ext>
              </a:extLst>
            </p:cNvPr>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 name="Freeform 7">
              <a:extLst>
                <a:ext uri="{FF2B5EF4-FFF2-40B4-BE49-F238E27FC236}">
                  <a16:creationId xmlns:a16="http://schemas.microsoft.com/office/drawing/2014/main" id="{AD9911ED-3B18-00E4-3E1F-2979344E1ACE}"/>
                </a:ext>
              </a:extLst>
            </p:cNvPr>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 name="Rectangle 8">
              <a:extLst>
                <a:ext uri="{FF2B5EF4-FFF2-40B4-BE49-F238E27FC236}">
                  <a16:creationId xmlns:a16="http://schemas.microsoft.com/office/drawing/2014/main" id="{28D1B741-163F-BD1E-F371-EF1C16255328}"/>
                </a:ext>
              </a:extLst>
            </p:cNvPr>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9" name="Rectangle 9">
              <a:extLst>
                <a:ext uri="{FF2B5EF4-FFF2-40B4-BE49-F238E27FC236}">
                  <a16:creationId xmlns:a16="http://schemas.microsoft.com/office/drawing/2014/main" id="{157805D9-22D3-6A19-3CCE-7740ECA7307E}"/>
                </a:ext>
              </a:extLst>
            </p:cNvPr>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0" name="Freeform 10">
              <a:extLst>
                <a:ext uri="{FF2B5EF4-FFF2-40B4-BE49-F238E27FC236}">
                  <a16:creationId xmlns:a16="http://schemas.microsoft.com/office/drawing/2014/main" id="{FE49BD92-816A-33A5-E5B1-CA0F31E5E793}"/>
                </a:ext>
              </a:extLst>
            </p:cNvPr>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Rectangle 11">
              <a:extLst>
                <a:ext uri="{FF2B5EF4-FFF2-40B4-BE49-F238E27FC236}">
                  <a16:creationId xmlns:a16="http://schemas.microsoft.com/office/drawing/2014/main" id="{C7A4CB68-9CD6-9FB1-3B7D-A4AEA808FE20}"/>
                </a:ext>
              </a:extLst>
            </p:cNvPr>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12">
              <a:extLst>
                <a:ext uri="{FF2B5EF4-FFF2-40B4-BE49-F238E27FC236}">
                  <a16:creationId xmlns:a16="http://schemas.microsoft.com/office/drawing/2014/main" id="{25623848-DB6D-6EAC-929B-EF75EBA8508C}"/>
                </a:ext>
              </a:extLst>
            </p:cNvPr>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Freeform 13">
              <a:extLst>
                <a:ext uri="{FF2B5EF4-FFF2-40B4-BE49-F238E27FC236}">
                  <a16:creationId xmlns:a16="http://schemas.microsoft.com/office/drawing/2014/main" id="{47B4E377-9786-FEB2-84CD-BF77601A4C47}"/>
                </a:ext>
              </a:extLst>
            </p:cNvPr>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Freeform 14">
              <a:extLst>
                <a:ext uri="{FF2B5EF4-FFF2-40B4-BE49-F238E27FC236}">
                  <a16:creationId xmlns:a16="http://schemas.microsoft.com/office/drawing/2014/main" id="{1E863C8B-3EA1-71B1-E55C-9C546CB7F328}"/>
                </a:ext>
              </a:extLst>
            </p:cNvPr>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5">
              <a:extLst>
                <a:ext uri="{FF2B5EF4-FFF2-40B4-BE49-F238E27FC236}">
                  <a16:creationId xmlns:a16="http://schemas.microsoft.com/office/drawing/2014/main" id="{98CE2AC9-0A90-B93A-2322-B5027C97F0BC}"/>
                </a:ext>
              </a:extLst>
            </p:cNvPr>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Freeform 16">
              <a:extLst>
                <a:ext uri="{FF2B5EF4-FFF2-40B4-BE49-F238E27FC236}">
                  <a16:creationId xmlns:a16="http://schemas.microsoft.com/office/drawing/2014/main" id="{62C7CDC0-65B5-4EA3-1269-C5B79B4CE494}"/>
                </a:ext>
              </a:extLst>
            </p:cNvPr>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7">
              <a:extLst>
                <a:ext uri="{FF2B5EF4-FFF2-40B4-BE49-F238E27FC236}">
                  <a16:creationId xmlns:a16="http://schemas.microsoft.com/office/drawing/2014/main" id="{EE68990B-E719-BF89-4E46-9E95607155E1}"/>
                </a:ext>
              </a:extLst>
            </p:cNvPr>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8">
              <a:extLst>
                <a:ext uri="{FF2B5EF4-FFF2-40B4-BE49-F238E27FC236}">
                  <a16:creationId xmlns:a16="http://schemas.microsoft.com/office/drawing/2014/main" id="{17AFFF04-2310-2736-FCE0-00A78AF97FC9}"/>
                </a:ext>
              </a:extLst>
            </p:cNvPr>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9">
              <a:extLst>
                <a:ext uri="{FF2B5EF4-FFF2-40B4-BE49-F238E27FC236}">
                  <a16:creationId xmlns:a16="http://schemas.microsoft.com/office/drawing/2014/main" id="{CCB03CC3-003A-1743-7260-263292960A9B}"/>
                </a:ext>
              </a:extLst>
            </p:cNvPr>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20">
              <a:extLst>
                <a:ext uri="{FF2B5EF4-FFF2-40B4-BE49-F238E27FC236}">
                  <a16:creationId xmlns:a16="http://schemas.microsoft.com/office/drawing/2014/main" id="{D5A67BFA-6211-D110-8D34-5E771458DDFA}"/>
                </a:ext>
              </a:extLst>
            </p:cNvPr>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21">
              <a:extLst>
                <a:ext uri="{FF2B5EF4-FFF2-40B4-BE49-F238E27FC236}">
                  <a16:creationId xmlns:a16="http://schemas.microsoft.com/office/drawing/2014/main" id="{CF298147-97CF-1936-ED12-83D42AD031BD}"/>
                </a:ext>
              </a:extLst>
            </p:cNvPr>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22">
              <a:extLst>
                <a:ext uri="{FF2B5EF4-FFF2-40B4-BE49-F238E27FC236}">
                  <a16:creationId xmlns:a16="http://schemas.microsoft.com/office/drawing/2014/main" id="{EE68E8DA-22BC-A222-CE49-BB01A56D585D}"/>
                </a:ext>
              </a:extLst>
            </p:cNvPr>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Rectangle 23">
              <a:extLst>
                <a:ext uri="{FF2B5EF4-FFF2-40B4-BE49-F238E27FC236}">
                  <a16:creationId xmlns:a16="http://schemas.microsoft.com/office/drawing/2014/main" id="{8CB9C02C-C91E-B9F8-E84D-1366EF0C4A2E}"/>
                </a:ext>
              </a:extLst>
            </p:cNvPr>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24">
              <a:extLst>
                <a:ext uri="{FF2B5EF4-FFF2-40B4-BE49-F238E27FC236}">
                  <a16:creationId xmlns:a16="http://schemas.microsoft.com/office/drawing/2014/main" id="{B09F1CF6-EF49-4A31-6EAE-95A6421D830F}"/>
                </a:ext>
              </a:extLst>
            </p:cNvPr>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5">
              <a:extLst>
                <a:ext uri="{FF2B5EF4-FFF2-40B4-BE49-F238E27FC236}">
                  <a16:creationId xmlns:a16="http://schemas.microsoft.com/office/drawing/2014/main" id="{5338A05C-71C0-4AEE-BE4D-24449A096183}"/>
                </a:ext>
              </a:extLst>
            </p:cNvPr>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6">
              <a:extLst>
                <a:ext uri="{FF2B5EF4-FFF2-40B4-BE49-F238E27FC236}">
                  <a16:creationId xmlns:a16="http://schemas.microsoft.com/office/drawing/2014/main" id="{33539291-3DFD-940E-3EFB-4DCEA1EA4384}"/>
                </a:ext>
              </a:extLst>
            </p:cNvPr>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7">
              <a:extLst>
                <a:ext uri="{FF2B5EF4-FFF2-40B4-BE49-F238E27FC236}">
                  <a16:creationId xmlns:a16="http://schemas.microsoft.com/office/drawing/2014/main" id="{7AD7A24A-5774-01ED-0B1F-3D814948897F}"/>
                </a:ext>
              </a:extLst>
            </p:cNvPr>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Freeform 28">
              <a:extLst>
                <a:ext uri="{FF2B5EF4-FFF2-40B4-BE49-F238E27FC236}">
                  <a16:creationId xmlns:a16="http://schemas.microsoft.com/office/drawing/2014/main" id="{4F6879C6-A900-9C7C-B73E-2C5961A777B2}"/>
                </a:ext>
              </a:extLst>
            </p:cNvPr>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9">
              <a:extLst>
                <a:ext uri="{FF2B5EF4-FFF2-40B4-BE49-F238E27FC236}">
                  <a16:creationId xmlns:a16="http://schemas.microsoft.com/office/drawing/2014/main" id="{29E86578-D7C1-FD51-6643-4C655C259304}"/>
                </a:ext>
              </a:extLst>
            </p:cNvPr>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30">
              <a:extLst>
                <a:ext uri="{FF2B5EF4-FFF2-40B4-BE49-F238E27FC236}">
                  <a16:creationId xmlns:a16="http://schemas.microsoft.com/office/drawing/2014/main" id="{6C0D2284-EB70-80AF-B795-2BAAE4370589}"/>
                </a:ext>
              </a:extLst>
            </p:cNvPr>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31">
              <a:extLst>
                <a:ext uri="{FF2B5EF4-FFF2-40B4-BE49-F238E27FC236}">
                  <a16:creationId xmlns:a16="http://schemas.microsoft.com/office/drawing/2014/main" id="{7AACA248-6704-C346-B420-D06E7EE76D6F}"/>
                </a:ext>
              </a:extLst>
            </p:cNvPr>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32">
              <a:extLst>
                <a:ext uri="{FF2B5EF4-FFF2-40B4-BE49-F238E27FC236}">
                  <a16:creationId xmlns:a16="http://schemas.microsoft.com/office/drawing/2014/main" id="{091A4110-B0E7-87CA-1B61-CE1ECAECDD7E}"/>
                </a:ext>
              </a:extLst>
            </p:cNvPr>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33">
              <a:extLst>
                <a:ext uri="{FF2B5EF4-FFF2-40B4-BE49-F238E27FC236}">
                  <a16:creationId xmlns:a16="http://schemas.microsoft.com/office/drawing/2014/main" id="{5122087A-17AC-9E88-CF76-6B852337016E}"/>
                </a:ext>
              </a:extLst>
            </p:cNvPr>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34">
              <a:extLst>
                <a:ext uri="{FF2B5EF4-FFF2-40B4-BE49-F238E27FC236}">
                  <a16:creationId xmlns:a16="http://schemas.microsoft.com/office/drawing/2014/main" id="{92B888F4-2318-1261-10C8-0E5556A39772}"/>
                </a:ext>
              </a:extLst>
            </p:cNvPr>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5">
              <a:extLst>
                <a:ext uri="{FF2B5EF4-FFF2-40B4-BE49-F238E27FC236}">
                  <a16:creationId xmlns:a16="http://schemas.microsoft.com/office/drawing/2014/main" id="{DDEB4D31-2AD9-ADE7-19AA-73784831EFB4}"/>
                </a:ext>
              </a:extLst>
            </p:cNvPr>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36" name="직선 연결선 35">
            <a:extLst>
              <a:ext uri="{FF2B5EF4-FFF2-40B4-BE49-F238E27FC236}">
                <a16:creationId xmlns:a16="http://schemas.microsoft.com/office/drawing/2014/main" id="{1B393208-F0B9-89DF-4F8D-388AAF628197}"/>
              </a:ext>
            </a:extLst>
          </p:cNvPr>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그림 36">
            <a:extLst>
              <a:ext uri="{FF2B5EF4-FFF2-40B4-BE49-F238E27FC236}">
                <a16:creationId xmlns:a16="http://schemas.microsoft.com/office/drawing/2014/main" id="{52BA00D0-0115-35ED-37F4-19021EEC7083}"/>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2596996874"/>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247269"/>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chart" Target="../charts/chart5.xml"/><Relationship Id="rId7" Type="http://schemas.openxmlformats.org/officeDocument/2006/relationships/image" Target="../media/image40.jpeg"/><Relationship Id="rId2" Type="http://schemas.openxmlformats.org/officeDocument/2006/relationships/image" Target="../media/image36.png"/><Relationship Id="rId1" Type="http://schemas.openxmlformats.org/officeDocument/2006/relationships/slideLayout" Target="../slideLayouts/slideLayout8.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ㅣ신규</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투자의 건</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16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투자심의위원회 심의자료</a:t>
            </a:r>
          </a:p>
          <a:p>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September.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6" name="Picture 6" descr="CI기본형">
            <a:extLst>
              <a:ext uri="{FF2B5EF4-FFF2-40B4-BE49-F238E27FC236}">
                <a16:creationId xmlns:a16="http://schemas.microsoft.com/office/drawing/2014/main" id="{1536FE6F-3B17-0312-DB34-D3DD7EBC7885}"/>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3228632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2185" y="2079170"/>
            <a:ext cx="3115642" cy="262701"/>
          </a:xfrm>
          <a:prstGeom prst="rect">
            <a:avLst/>
          </a:prstGeom>
          <a:noFill/>
        </p:spPr>
        <p:txBody>
          <a:bodyPr wrap="square" rtlCol="0">
            <a:spAutoFit/>
          </a:bodyPr>
          <a:lstStyle/>
          <a:p>
            <a:r>
              <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투자심의위원회 </a:t>
            </a:r>
            <a:r>
              <a:rPr lang="ko-KR" altLang="en-US" sz="1107" dirty="0" err="1">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심의자료</a:t>
            </a:r>
            <a:endPar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4" name="직선 연결선 3"/>
          <p:cNvCxnSpPr/>
          <p:nvPr/>
        </p:nvCxnSpPr>
        <p:spPr>
          <a:xfrm>
            <a:off x="2285566" y="2195512"/>
            <a:ext cx="7956984"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p:cNvSpPr txBox="1"/>
          <p:nvPr/>
        </p:nvSpPr>
        <p:spPr>
          <a:xfrm>
            <a:off x="7211958" y="3240217"/>
            <a:ext cx="3246515" cy="1688924"/>
          </a:xfrm>
          <a:prstGeom prst="rect">
            <a:avLst/>
          </a:prstGeom>
          <a:noFill/>
        </p:spPr>
        <p:txBody>
          <a:bodyPr wrap="square" rtlCol="0" anchor="t" anchorCtr="0">
            <a:spAutoFit/>
          </a:bodyPr>
          <a:lstStyle/>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개요</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안건</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Ⅰ. 매매계약서의 체결</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Ⅱ. 주주간계약서의 체결</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Ⅲ. 코람코라이프인프라리츠 매입확약서(LOC) 날인</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 관계사 인수확약서 및 당사 예상수익</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[별첨] 투자 대상 물건 설명자료</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93301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심의안건</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 추진일정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283368" y="1040097"/>
            <a:ext cx="10175106" cy="701918"/>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a:t>
            </a:r>
            <a:r>
              <a:rPr lang="ko-KR" altLang="en-US" sz="14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 안</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건은 매매계약·주주간계약 체결 및 </a:t>
            </a:r>
            <a:r>
              <a:rPr lang="en-US" altLang="ko-KR" sz="14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KLI</a:t>
            </a:r>
            <a:r>
              <a:rPr lang="ko-KR" altLang="en-US" sz="14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의 </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매입확약서(LOC) 날인 건임</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심의 종료로부터 </a:t>
            </a:r>
            <a:r>
              <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 내 자 리츠의 부동산 소유권 이전으로 거래종결을 완료할 예정</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4" name="그룹 3"/>
          <p:cNvGrpSpPr/>
          <p:nvPr/>
        </p:nvGrpSpPr>
        <p:grpSpPr>
          <a:xfrm>
            <a:off x="458887" y="1987916"/>
            <a:ext cx="9783663" cy="247712"/>
            <a:chOff x="417444" y="1605420"/>
            <a:chExt cx="8983731" cy="247712"/>
          </a:xfrm>
        </p:grpSpPr>
        <p:sp>
          <p:nvSpPr>
            <p:cNvPr id="5" name="직사각형 4"/>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p:cNvSpPr txBox="1"/>
            <p:nvPr/>
          </p:nvSpPr>
          <p:spPr>
            <a:xfrm>
              <a:off x="417444" y="1652332"/>
              <a:ext cx="107847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심의안</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건 및 추진일정</a:t>
              </a:r>
            </a:p>
          </p:txBody>
        </p:sp>
      </p:grpSp>
      <p:graphicFrame>
        <p:nvGraphicFramePr>
          <p:cNvPr id="11" name="표 10"/>
          <p:cNvGraphicFramePr>
            <a:graphicFrameLocks noGrp="1"/>
          </p:cNvGraphicFramePr>
          <p:nvPr>
            <p:extLst>
              <p:ext uri="{D42A27DB-BD31-4B8C-83A1-F6EECF244321}">
                <p14:modId xmlns:p14="http://schemas.microsoft.com/office/powerpoint/2010/main" val="4241037282"/>
              </p:ext>
            </p:extLst>
          </p:nvPr>
        </p:nvGraphicFramePr>
        <p:xfrm>
          <a:off x="509644" y="2357351"/>
          <a:ext cx="9756000" cy="1752600"/>
        </p:xfrm>
        <a:graphic>
          <a:graphicData uri="http://schemas.openxmlformats.org/drawingml/2006/table">
            <a:tbl>
              <a:tblPr>
                <a:tableStyleId>{5940675A-B579-460E-94D1-54222C63F5DA}</a:tableStyleId>
              </a:tblPr>
              <a:tblGrid>
                <a:gridCol w="1368000">
                  <a:extLst>
                    <a:ext uri="{9D8B030D-6E8A-4147-A177-3AD203B41FA5}">
                      <a16:colId xmlns:a16="http://schemas.microsoft.com/office/drawing/2014/main" val="20000"/>
                    </a:ext>
                  </a:extLst>
                </a:gridCol>
                <a:gridCol w="2136114">
                  <a:extLst>
                    <a:ext uri="{9D8B030D-6E8A-4147-A177-3AD203B41FA5}">
                      <a16:colId xmlns:a16="http://schemas.microsoft.com/office/drawing/2014/main" val="20001"/>
                    </a:ext>
                  </a:extLst>
                </a:gridCol>
                <a:gridCol w="6251886">
                  <a:extLst>
                    <a:ext uri="{9D8B030D-6E8A-4147-A177-3AD203B41FA5}">
                      <a16:colId xmlns:a16="http://schemas.microsoft.com/office/drawing/2014/main" val="4219783623"/>
                    </a:ext>
                  </a:extLst>
                </a:gridCol>
              </a:tblGrid>
              <a:tr h="237744">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안건명</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Ⅰ</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latinLnBrk="1">
                        <a:lnSpc>
                          <a:spcPct val="120000"/>
                        </a:lnSpc>
                        <a:buNone/>
                      </a:pP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매매계약서의 체결</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코크렙안양㈜와 매매대금 2,700억원의 부동산매매계약 체결 (거래종결 10/22 예정)</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Ⅱ</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주주간계약서의 체결</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lstStyle/>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우리투자증권·삼성증권·㈜엘에프·KLI리츠 간 주주간계약 체결 (배당·매입확약·지배구조)</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Ⅲ</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KLI리츠 매입확약서(LOC) 날인</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lstStyle/>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제1종(24개월)·제2종(12개월) 종류주식 매입확약서를 주주간계약 체결일에 제출</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286226292"/>
                  </a:ext>
                </a:extLst>
              </a:tr>
            </a:tbl>
          </a:graphicData>
        </a:graphic>
      </p:graphicFrame>
      <p:cxnSp>
        <p:nvCxnSpPr>
          <p:cNvPr id="37" name="꺾인 연결선 22">
            <a:extLst>
              <a:ext uri="{FF2B5EF4-FFF2-40B4-BE49-F238E27FC236}">
                <a16:creationId xmlns:a16="http://schemas.microsoft.com/office/drawing/2014/main" id="{0DB8BE85-BA40-2273-2D22-D6062390D50C}"/>
              </a:ext>
            </a:extLst>
          </p:cNvPr>
          <p:cNvCxnSpPr>
            <a:cxnSpLocks/>
            <a:stCxn id="128" idx="0"/>
            <a:endCxn id="107" idx="0"/>
          </p:cNvCxnSpPr>
          <p:nvPr/>
        </p:nvCxnSpPr>
        <p:spPr>
          <a:xfrm rot="5400000" flipH="1" flipV="1">
            <a:off x="5225871" y="3778929"/>
            <a:ext cx="12700" cy="2414585"/>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F6741AF1-BAD2-5C01-53D6-56C22C06D785}"/>
              </a:ext>
            </a:extLst>
          </p:cNvPr>
          <p:cNvSpPr txBox="1"/>
          <p:nvPr/>
        </p:nvSpPr>
        <p:spPr>
          <a:xfrm>
            <a:off x="4789082" y="4680021"/>
            <a:ext cx="713905"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err="1">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실사기간</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4</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a:t>
            </a:r>
          </a:p>
        </p:txBody>
      </p:sp>
      <p:sp>
        <p:nvSpPr>
          <p:cNvPr id="41" name="직사각형 40">
            <a:extLst>
              <a:ext uri="{FF2B5EF4-FFF2-40B4-BE49-F238E27FC236}">
                <a16:creationId xmlns:a16="http://schemas.microsoft.com/office/drawing/2014/main" id="{FBF764AD-9F4D-007E-53D4-B86677FB241D}"/>
              </a:ext>
            </a:extLst>
          </p:cNvPr>
          <p:cNvSpPr/>
          <p:nvPr/>
        </p:nvSpPr>
        <p:spPr>
          <a:xfrm>
            <a:off x="521371" y="4255705"/>
            <a:ext cx="9793286" cy="244045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2" name="그룹 41">
            <a:extLst>
              <a:ext uri="{FF2B5EF4-FFF2-40B4-BE49-F238E27FC236}">
                <a16:creationId xmlns:a16="http://schemas.microsoft.com/office/drawing/2014/main" id="{27CDB938-FE60-2B09-8A37-524FC46A4095}"/>
              </a:ext>
            </a:extLst>
          </p:cNvPr>
          <p:cNvGrpSpPr/>
          <p:nvPr/>
        </p:nvGrpSpPr>
        <p:grpSpPr>
          <a:xfrm>
            <a:off x="611892" y="4169801"/>
            <a:ext cx="1939955" cy="246221"/>
            <a:chOff x="455544" y="-592941"/>
            <a:chExt cx="1939955" cy="246221"/>
          </a:xfrm>
        </p:grpSpPr>
        <p:sp>
          <p:nvSpPr>
            <p:cNvPr id="46" name="TextBox 45">
              <a:extLst>
                <a:ext uri="{FF2B5EF4-FFF2-40B4-BE49-F238E27FC236}">
                  <a16:creationId xmlns:a16="http://schemas.microsoft.com/office/drawing/2014/main" id="{E1FAB967-07D7-8FD3-425E-0D3109939F03}"/>
                </a:ext>
              </a:extLst>
            </p:cNvPr>
            <p:cNvSpPr txBox="1"/>
            <p:nvPr/>
          </p:nvSpPr>
          <p:spPr>
            <a:xfrm>
              <a:off x="455544" y="-592941"/>
              <a:ext cx="193995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진행경과 및 향후 사업 예상일정</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9" name="직사각형 48">
              <a:extLst>
                <a:ext uri="{FF2B5EF4-FFF2-40B4-BE49-F238E27FC236}">
                  <a16:creationId xmlns:a16="http://schemas.microsoft.com/office/drawing/2014/main" id="{E86436BC-529B-CDEB-D50C-452D2F00AD9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0" name="오른쪽 화살표 16">
            <a:extLst>
              <a:ext uri="{FF2B5EF4-FFF2-40B4-BE49-F238E27FC236}">
                <a16:creationId xmlns:a16="http://schemas.microsoft.com/office/drawing/2014/main" id="{77E91E03-98F2-450B-77A1-43629DA4947B}"/>
              </a:ext>
            </a:extLst>
          </p:cNvPr>
          <p:cNvSpPr/>
          <p:nvPr/>
        </p:nvSpPr>
        <p:spPr>
          <a:xfrm>
            <a:off x="845406" y="5241095"/>
            <a:ext cx="9420238" cy="468154"/>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1" name="오른쪽 화살표 17">
            <a:extLst>
              <a:ext uri="{FF2B5EF4-FFF2-40B4-BE49-F238E27FC236}">
                <a16:creationId xmlns:a16="http://schemas.microsoft.com/office/drawing/2014/main" id="{CD838F5B-8BA9-2276-8BBF-715F081CA06D}"/>
              </a:ext>
            </a:extLst>
          </p:cNvPr>
          <p:cNvSpPr/>
          <p:nvPr/>
        </p:nvSpPr>
        <p:spPr>
          <a:xfrm>
            <a:off x="7172456" y="5241095"/>
            <a:ext cx="3093188" cy="468154"/>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3" name="TextBox 52">
            <a:extLst>
              <a:ext uri="{FF2B5EF4-FFF2-40B4-BE49-F238E27FC236}">
                <a16:creationId xmlns:a16="http://schemas.microsoft.com/office/drawing/2014/main" id="{D970675F-0876-D174-6135-52B374A54357}"/>
              </a:ext>
            </a:extLst>
          </p:cNvPr>
          <p:cNvSpPr txBox="1"/>
          <p:nvPr/>
        </p:nvSpPr>
        <p:spPr>
          <a:xfrm>
            <a:off x="2352916" y="4986221"/>
            <a:ext cx="822566" cy="230832"/>
          </a:xfrm>
          <a:prstGeom prst="rect">
            <a:avLst/>
          </a:prstGeom>
          <a:solidFill>
            <a:schemeClr val="bg1"/>
          </a:solid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8" name="타원 67">
            <a:extLst>
              <a:ext uri="{FF2B5EF4-FFF2-40B4-BE49-F238E27FC236}">
                <a16:creationId xmlns:a16="http://schemas.microsoft.com/office/drawing/2014/main" id="{70D1D696-6606-5D96-F8CA-FCD3F6A9FB36}"/>
              </a:ext>
            </a:extLst>
          </p:cNvPr>
          <p:cNvSpPr/>
          <p:nvPr/>
        </p:nvSpPr>
        <p:spPr>
          <a:xfrm>
            <a:off x="2641486"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69" name="TextBox 68">
            <a:extLst>
              <a:ext uri="{FF2B5EF4-FFF2-40B4-BE49-F238E27FC236}">
                <a16:creationId xmlns:a16="http://schemas.microsoft.com/office/drawing/2014/main" id="{7D2E9ED6-7362-DE30-0B31-C1578C9866B8}"/>
              </a:ext>
            </a:extLst>
          </p:cNvPr>
          <p:cNvSpPr txBox="1"/>
          <p:nvPr/>
        </p:nvSpPr>
        <p:spPr>
          <a:xfrm>
            <a:off x="2245982" y="5738449"/>
            <a:ext cx="1400757" cy="415498"/>
          </a:xfrm>
          <a:prstGeom prst="rect">
            <a:avLst/>
          </a:prstGeom>
          <a:noFill/>
        </p:spPr>
        <p:txBody>
          <a:bodyPr wrap="square" lIns="0" tIns="0" rIns="0" bIns="0" rtlCol="0">
            <a:noAutofit/>
          </a:bodyPr>
          <a:lstStyle/>
          <a:p>
            <a:pPr marL="0" marR="0" lvl="0" indent="0" algn="l"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예비투자심의위원회</a:t>
            </a:r>
          </a:p>
          <a:p>
            <a:pPr lvl="0">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양해각서 체결의 건</a:t>
            </a:r>
          </a:p>
          <a:p>
            <a:pPr lvl="0">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실사기관 선정의 건</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1" name="TextBox 70">
            <a:extLst>
              <a:ext uri="{FF2B5EF4-FFF2-40B4-BE49-F238E27FC236}">
                <a16:creationId xmlns:a16="http://schemas.microsoft.com/office/drawing/2014/main" id="{115C11F2-9E38-B74F-254D-622DC354C0D0}"/>
              </a:ext>
            </a:extLst>
          </p:cNvPr>
          <p:cNvSpPr txBox="1"/>
          <p:nvPr/>
        </p:nvSpPr>
        <p:spPr>
          <a:xfrm>
            <a:off x="8858900"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2" name="TextBox 71">
            <a:extLst>
              <a:ext uri="{FF2B5EF4-FFF2-40B4-BE49-F238E27FC236}">
                <a16:creationId xmlns:a16="http://schemas.microsoft.com/office/drawing/2014/main" id="{5802985F-42AB-2FCB-80B6-76F06B19D051}"/>
              </a:ext>
            </a:extLst>
          </p:cNvPr>
          <p:cNvSpPr txBox="1"/>
          <p:nvPr/>
        </p:nvSpPr>
        <p:spPr>
          <a:xfrm>
            <a:off x="8825409"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73" name="타원 72">
            <a:extLst>
              <a:ext uri="{FF2B5EF4-FFF2-40B4-BE49-F238E27FC236}">
                <a16:creationId xmlns:a16="http://schemas.microsoft.com/office/drawing/2014/main" id="{432A4B53-2301-9464-B196-EC65F5A61494}"/>
              </a:ext>
            </a:extLst>
          </p:cNvPr>
          <p:cNvSpPr/>
          <p:nvPr/>
        </p:nvSpPr>
        <p:spPr>
          <a:xfrm>
            <a:off x="9054277"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80" name="TextBox 79">
            <a:extLst>
              <a:ext uri="{FF2B5EF4-FFF2-40B4-BE49-F238E27FC236}">
                <a16:creationId xmlns:a16="http://schemas.microsoft.com/office/drawing/2014/main" id="{6DFFD4EE-87BB-0698-6FED-0AACAF2F6A79}"/>
              </a:ext>
            </a:extLst>
          </p:cNvPr>
          <p:cNvSpPr txBox="1"/>
          <p:nvPr/>
        </p:nvSpPr>
        <p:spPr>
          <a:xfrm>
            <a:off x="497196" y="5736740"/>
            <a:ext cx="672932" cy="347353"/>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입찰참여</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1" name="TextBox 80">
            <a:extLst>
              <a:ext uri="{FF2B5EF4-FFF2-40B4-BE49-F238E27FC236}">
                <a16:creationId xmlns:a16="http://schemas.microsoft.com/office/drawing/2014/main" id="{D1397358-E35E-A927-FB9E-0BD060B3B4A0}"/>
              </a:ext>
            </a:extLst>
          </p:cNvPr>
          <p:cNvSpPr txBox="1"/>
          <p:nvPr/>
        </p:nvSpPr>
        <p:spPr>
          <a:xfrm>
            <a:off x="463705"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타원 83">
            <a:extLst>
              <a:ext uri="{FF2B5EF4-FFF2-40B4-BE49-F238E27FC236}">
                <a16:creationId xmlns:a16="http://schemas.microsoft.com/office/drawing/2014/main" id="{AD94EA02-D19C-8C10-B6A4-826DD48CB6FC}"/>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147" name="그룹 146">
            <a:extLst>
              <a:ext uri="{FF2B5EF4-FFF2-40B4-BE49-F238E27FC236}">
                <a16:creationId xmlns:a16="http://schemas.microsoft.com/office/drawing/2014/main" id="{D82D1F4D-AC1D-336B-F40F-C3F225004812}"/>
              </a:ext>
            </a:extLst>
          </p:cNvPr>
          <p:cNvGrpSpPr/>
          <p:nvPr/>
        </p:nvGrpSpPr>
        <p:grpSpPr>
          <a:xfrm>
            <a:off x="1183060" y="4992572"/>
            <a:ext cx="925254" cy="889018"/>
            <a:chOff x="1777019" y="4986221"/>
            <a:chExt cx="925254" cy="889018"/>
          </a:xfrm>
        </p:grpSpPr>
        <p:sp>
          <p:nvSpPr>
            <p:cNvPr id="95" name="TextBox 94">
              <a:extLst>
                <a:ext uri="{FF2B5EF4-FFF2-40B4-BE49-F238E27FC236}">
                  <a16:creationId xmlns:a16="http://schemas.microsoft.com/office/drawing/2014/main" id="{F6431406-7568-7589-EB39-B69A904D4348}"/>
                </a:ext>
              </a:extLst>
            </p:cNvPr>
            <p:cNvSpPr txBox="1"/>
            <p:nvPr/>
          </p:nvSpPr>
          <p:spPr>
            <a:xfrm>
              <a:off x="1777019" y="5736740"/>
              <a:ext cx="925254" cy="1384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우선협상자 통지</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6" name="TextBox 95">
              <a:extLst>
                <a:ext uri="{FF2B5EF4-FFF2-40B4-BE49-F238E27FC236}">
                  <a16:creationId xmlns:a16="http://schemas.microsoft.com/office/drawing/2014/main" id="{AD0C1413-248E-C2E6-DD04-800B8BC8E6E1}"/>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18일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7" name="타원 96">
              <a:extLst>
                <a:ext uri="{FF2B5EF4-FFF2-40B4-BE49-F238E27FC236}">
                  <a16:creationId xmlns:a16="http://schemas.microsoft.com/office/drawing/2014/main" id="{856E6372-F09C-2050-1115-6439A40C5986}"/>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6" name="TextBox 105">
            <a:extLst>
              <a:ext uri="{FF2B5EF4-FFF2-40B4-BE49-F238E27FC236}">
                <a16:creationId xmlns:a16="http://schemas.microsoft.com/office/drawing/2014/main" id="{F2ACFEBC-6570-5CB2-BCC3-51851881A24B}"/>
              </a:ext>
            </a:extLst>
          </p:cNvPr>
          <p:cNvSpPr txBox="1"/>
          <p:nvPr/>
        </p:nvSpPr>
        <p:spPr>
          <a:xfrm>
            <a:off x="6096697"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영업인가 접수(9/11)</a:t>
            </a: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최종본(9/17)</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7" name="TextBox 106">
            <a:extLst>
              <a:ext uri="{FF2B5EF4-FFF2-40B4-BE49-F238E27FC236}">
                <a16:creationId xmlns:a16="http://schemas.microsoft.com/office/drawing/2014/main" id="{A9303C4E-5718-6FBB-625F-B6A060B01B66}"/>
              </a:ext>
            </a:extLst>
          </p:cNvPr>
          <p:cNvSpPr txBox="1"/>
          <p:nvPr/>
        </p:nvSpPr>
        <p:spPr>
          <a:xfrm>
            <a:off x="6063206"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9월 17일</a:t>
            </a:r>
          </a:p>
        </p:txBody>
      </p:sp>
      <p:sp>
        <p:nvSpPr>
          <p:cNvPr id="108" name="타원 107">
            <a:extLst>
              <a:ext uri="{FF2B5EF4-FFF2-40B4-BE49-F238E27FC236}">
                <a16:creationId xmlns:a16="http://schemas.microsoft.com/office/drawing/2014/main" id="{59A4AA78-428E-DDCC-B56C-2DACCA88C748}"/>
              </a:ext>
            </a:extLst>
          </p:cNvPr>
          <p:cNvSpPr/>
          <p:nvPr/>
        </p:nvSpPr>
        <p:spPr>
          <a:xfrm>
            <a:off x="629207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3385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설립자본금 3억원 출자 및 발기설립 완료(8/28)</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FontTx/>
              <a:buAutoNum type="arabicParenR"/>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a:t>
            </a:r>
          </a:p>
        </p:txBody>
      </p:sp>
      <p:sp>
        <p:nvSpPr>
          <p:cNvPr id="117" name="TextBox 116">
            <a:extLst>
              <a:ext uri="{FF2B5EF4-FFF2-40B4-BE49-F238E27FC236}">
                <a16:creationId xmlns:a16="http://schemas.microsoft.com/office/drawing/2014/main" id="{91A8CA2F-12BF-26F2-3FD2-6FF1D0B79A7F}"/>
              </a:ext>
            </a:extLst>
          </p:cNvPr>
          <p:cNvSpPr txBox="1"/>
          <p:nvPr/>
        </p:nvSpPr>
        <p:spPr>
          <a:xfrm>
            <a:off x="9610895" y="5743842"/>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독점적 협상기간</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만료일</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8" name="TextBox 117">
            <a:extLst>
              <a:ext uri="{FF2B5EF4-FFF2-40B4-BE49-F238E27FC236}">
                <a16:creationId xmlns:a16="http://schemas.microsoft.com/office/drawing/2014/main" id="{03DE435F-1FA6-57EA-F3C7-96C660A9F6F9}"/>
              </a:ext>
            </a:extLst>
          </p:cNvPr>
          <p:cNvSpPr txBox="1"/>
          <p:nvPr/>
        </p:nvSpPr>
        <p:spPr>
          <a:xfrm>
            <a:off x="9577404"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26일</a:t>
            </a:r>
          </a:p>
        </p:txBody>
      </p:sp>
      <p:sp>
        <p:nvSpPr>
          <p:cNvPr id="119" name="타원 118">
            <a:extLst>
              <a:ext uri="{FF2B5EF4-FFF2-40B4-BE49-F238E27FC236}">
                <a16:creationId xmlns:a16="http://schemas.microsoft.com/office/drawing/2014/main" id="{438AADBD-DB37-CD70-39AF-101D0F9E270E}"/>
              </a:ext>
            </a:extLst>
          </p:cNvPr>
          <p:cNvSpPr/>
          <p:nvPr/>
        </p:nvSpPr>
        <p:spPr>
          <a:xfrm>
            <a:off x="980627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27" name="TextBox 126">
            <a:extLst>
              <a:ext uri="{FF2B5EF4-FFF2-40B4-BE49-F238E27FC236}">
                <a16:creationId xmlns:a16="http://schemas.microsoft.com/office/drawing/2014/main" id="{C14872E0-8C10-B7A7-708E-8488ACE5348B}"/>
              </a:ext>
            </a:extLst>
          </p:cNvPr>
          <p:cNvSpPr txBox="1"/>
          <p:nvPr/>
        </p:nvSpPr>
        <p:spPr>
          <a:xfrm>
            <a:off x="3685903" y="5765897"/>
            <a:ext cx="908761"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체결</a:t>
            </a:r>
          </a:p>
        </p:txBody>
      </p:sp>
      <p:sp>
        <p:nvSpPr>
          <p:cNvPr id="128" name="TextBox 127">
            <a:extLst>
              <a:ext uri="{FF2B5EF4-FFF2-40B4-BE49-F238E27FC236}">
                <a16:creationId xmlns:a16="http://schemas.microsoft.com/office/drawing/2014/main" id="{A54E3A0F-3C25-CB6F-412C-53299D74FC9F}"/>
              </a:ext>
            </a:extLst>
          </p:cNvPr>
          <p:cNvSpPr txBox="1"/>
          <p:nvPr/>
        </p:nvSpPr>
        <p:spPr>
          <a:xfrm>
            <a:off x="3648621"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27일</a:t>
            </a:r>
          </a:p>
        </p:txBody>
      </p:sp>
      <p:sp>
        <p:nvSpPr>
          <p:cNvPr id="129" name="타원 128">
            <a:extLst>
              <a:ext uri="{FF2B5EF4-FFF2-40B4-BE49-F238E27FC236}">
                <a16:creationId xmlns:a16="http://schemas.microsoft.com/office/drawing/2014/main" id="{8B34E54B-59F8-FB4D-CEC4-4B5848F7C560}"/>
              </a:ext>
            </a:extLst>
          </p:cNvPr>
          <p:cNvSpPr/>
          <p:nvPr/>
        </p:nvSpPr>
        <p:spPr>
          <a:xfrm>
            <a:off x="387748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99" name="TextBox 98">
            <a:extLst>
              <a:ext uri="{FF2B5EF4-FFF2-40B4-BE49-F238E27FC236}">
                <a16:creationId xmlns:a16="http://schemas.microsoft.com/office/drawing/2014/main" id="{53B93C17-3FD3-D6EE-FDDB-04EDF93F10E3}"/>
              </a:ext>
            </a:extLst>
          </p:cNvPr>
          <p:cNvSpPr txBox="1"/>
          <p:nvPr/>
        </p:nvSpPr>
        <p:spPr>
          <a:xfrm>
            <a:off x="6946251"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100" name="타원 99">
            <a:extLst>
              <a:ext uri="{FF2B5EF4-FFF2-40B4-BE49-F238E27FC236}">
                <a16:creationId xmlns:a16="http://schemas.microsoft.com/office/drawing/2014/main" id="{9AE1258E-3BEF-8BEC-2A4C-5E2DF185077B}"/>
              </a:ext>
            </a:extLst>
          </p:cNvPr>
          <p:cNvSpPr/>
          <p:nvPr/>
        </p:nvSpPr>
        <p:spPr>
          <a:xfrm>
            <a:off x="717511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16" name="그룹 15">
            <a:extLst>
              <a:ext uri="{FF2B5EF4-FFF2-40B4-BE49-F238E27FC236}">
                <a16:creationId xmlns:a16="http://schemas.microsoft.com/office/drawing/2014/main" id="{77391365-80BF-7F00-621D-CA55310CCAC4}"/>
              </a:ext>
            </a:extLst>
          </p:cNvPr>
          <p:cNvGrpSpPr/>
          <p:nvPr/>
        </p:nvGrpSpPr>
        <p:grpSpPr>
          <a:xfrm>
            <a:off x="6054076" y="4327490"/>
            <a:ext cx="1668094" cy="892507"/>
            <a:chOff x="147739" y="4679937"/>
            <a:chExt cx="1668094" cy="892507"/>
          </a:xfrm>
          <a:effectLst>
            <a:outerShdw blurRad="50800" dist="38100" dir="2700000" algn="tl" rotWithShape="0">
              <a:prstClr val="black">
                <a:alpha val="40000"/>
              </a:prstClr>
            </a:outerShdw>
          </a:effectLst>
        </p:grpSpPr>
        <p:cxnSp>
          <p:nvCxnSpPr>
            <p:cNvPr id="35" name="직선 화살표 연결선 34">
              <a:extLst>
                <a:ext uri="{FF2B5EF4-FFF2-40B4-BE49-F238E27FC236}">
                  <a16:creationId xmlns:a16="http://schemas.microsoft.com/office/drawing/2014/main" id="{463ED6E2-9651-4166-80F6-1E19766039E0}"/>
                </a:ext>
              </a:extLst>
            </p:cNvPr>
            <p:cNvCxnSpPr>
              <a:cxnSpLocks/>
            </p:cNvCxnSpPr>
            <p:nvPr/>
          </p:nvCxnSpPr>
          <p:spPr>
            <a:xfrm>
              <a:off x="1382831" y="4679937"/>
              <a:ext cx="0" cy="892507"/>
            </a:xfrm>
            <a:prstGeom prst="straightConnector1">
              <a:avLst/>
            </a:prstGeom>
            <a:ln>
              <a:solidFill>
                <a:schemeClr val="tx1">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6" name="직사각형 35">
              <a:extLst>
                <a:ext uri="{FF2B5EF4-FFF2-40B4-BE49-F238E27FC236}">
                  <a16:creationId xmlns:a16="http://schemas.microsoft.com/office/drawing/2014/main" id="{759A2804-C822-6514-AB52-33AEADC618F7}"/>
                </a:ext>
              </a:extLst>
            </p:cNvPr>
            <p:cNvSpPr/>
            <p:nvPr/>
          </p:nvSpPr>
          <p:spPr>
            <a:xfrm>
              <a:off x="147739" y="4679937"/>
              <a:ext cx="1668094" cy="296662"/>
            </a:xfrm>
            <a:prstGeom prst="rect">
              <a:avLst/>
            </a:prstGeom>
            <a:solidFill>
              <a:srgbClr val="74808A">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당 투자심의위원회</a:t>
              </a:r>
              <a:r>
                <a:rPr kumimoji="0" lang="en-US" altLang="ko-KR"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[9/30]</a:t>
              </a:r>
              <a:endPar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19" name="TextBox 18">
            <a:extLst>
              <a:ext uri="{FF2B5EF4-FFF2-40B4-BE49-F238E27FC236}">
                <a16:creationId xmlns:a16="http://schemas.microsoft.com/office/drawing/2014/main" id="{39A7B024-B9AB-71BD-BEAA-BE016B6C55ED}"/>
              </a:ext>
            </a:extLst>
          </p:cNvPr>
          <p:cNvSpPr txBox="1"/>
          <p:nvPr/>
        </p:nvSpPr>
        <p:spPr>
          <a:xfrm>
            <a:off x="7614158" y="5764444"/>
            <a:ext cx="1296144" cy="203362"/>
          </a:xfrm>
          <a:prstGeom prst="rect">
            <a:avLst/>
          </a:prstGeom>
          <a:noFill/>
        </p:spPr>
        <p:txBody>
          <a:bodyPr wrap="none" tIns="0" bIns="0" rtlCol="0">
            <a:noAutofit/>
          </a:bodyPr>
          <a:lstStyle/>
          <a:p>
            <a:pPr marL="171450" marR="0" lvl="0" indent="-171450" defTabSz="457200" rtl="0" eaLnBrk="1" fontAlgn="auto" latinLnBrk="0" hangingPunct="1">
              <a:spcBef>
                <a:spcPts val="0"/>
              </a:spcBef>
              <a:spcAft>
                <a:spcPts val="0"/>
              </a:spcAft>
              <a:buClrTx/>
              <a:buSzTx/>
              <a:buFont typeface="Arial" panose="020B0604020202020204" pitchFamily="34" charset="0"/>
              <a:buChar char="•"/>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 체결</a:t>
            </a:r>
          </a:p>
          <a:p>
            <a:pPr marL="171450" marR="0" lvl="0" indent="-171450" defTabSz="457200" rtl="0" eaLnBrk="1" fontAlgn="auto" latinLnBrk="0" hangingPunct="1">
              <a:spcBef>
                <a:spcPts val="0"/>
              </a:spcBef>
              <a:spcAft>
                <a:spcPts val="0"/>
              </a:spcAft>
              <a:buClrTx/>
              <a:buSzTx/>
              <a:buFont typeface="Arial" panose="020B0604020202020204" pitchFamily="34" charset="0"/>
              <a:buChar char="•"/>
              <a:tabLst/>
              <a:defRPr/>
            </a:pPr>
            <a:r>
              <a:rPr lang="ko-KR" altLang="en-US" sz="9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완료</a:t>
            </a:r>
          </a:p>
          <a:p>
            <a:pPr marL="171450" marR="0" lvl="0" indent="-171450" defTabSz="457200" rtl="0" eaLnBrk="1" fontAlgn="auto" latinLnBrk="0" hangingPunct="1">
              <a:spcBef>
                <a:spcPts val="0"/>
              </a:spcBef>
              <a:spcAft>
                <a:spcPts val="0"/>
              </a:spcAft>
              <a:buClrTx/>
              <a:buSzTx/>
              <a:buFont typeface="Arial" panose="020B0604020202020204" pitchFamily="34" charset="0"/>
              <a:buChar char="•"/>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defTabSz="457200" rtl="0" eaLnBrk="1" fontAlgn="auto" latinLnBrk="0" hangingPunct="1">
              <a:spcBef>
                <a:spcPts val="0"/>
              </a:spcBef>
              <a:spcAft>
                <a:spcPts val="0"/>
              </a:spcAft>
              <a:buClrTx/>
              <a:buSzTx/>
              <a:buFont typeface="Arial" panose="020B0604020202020204" pitchFamily="34" charset="0"/>
              <a:buChar char="•"/>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대출약정서 체결</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1F472091-6262-E5A6-705F-906C7932A00C}"/>
              </a:ext>
            </a:extLst>
          </p:cNvPr>
          <p:cNvSpPr txBox="1"/>
          <p:nvPr/>
        </p:nvSpPr>
        <p:spPr>
          <a:xfrm>
            <a:off x="7758174"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13일</a:t>
            </a:r>
          </a:p>
        </p:txBody>
      </p:sp>
      <p:sp>
        <p:nvSpPr>
          <p:cNvPr id="21" name="타원 20">
            <a:extLst>
              <a:ext uri="{FF2B5EF4-FFF2-40B4-BE49-F238E27FC236}">
                <a16:creationId xmlns:a16="http://schemas.microsoft.com/office/drawing/2014/main" id="{9CF824AA-60CE-FFD4-2C83-4B2C908A4346}"/>
              </a:ext>
            </a:extLst>
          </p:cNvPr>
          <p:cNvSpPr/>
          <p:nvPr/>
        </p:nvSpPr>
        <p:spPr>
          <a:xfrm>
            <a:off x="798704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30" name="그룹 29">
            <a:extLst>
              <a:ext uri="{FF2B5EF4-FFF2-40B4-BE49-F238E27FC236}">
                <a16:creationId xmlns:a16="http://schemas.microsoft.com/office/drawing/2014/main" id="{F52D1B80-0EC2-08C8-9469-555B869581D3}"/>
              </a:ext>
            </a:extLst>
          </p:cNvPr>
          <p:cNvGrpSpPr/>
          <p:nvPr/>
        </p:nvGrpSpPr>
        <p:grpSpPr>
          <a:xfrm>
            <a:off x="4589822" y="4986221"/>
            <a:ext cx="739915" cy="983038"/>
            <a:chOff x="4705046" y="4986221"/>
            <a:chExt cx="739915" cy="983038"/>
          </a:xfrm>
        </p:grpSpPr>
        <p:sp>
          <p:nvSpPr>
            <p:cNvPr id="26" name="TextBox 25">
              <a:extLst>
                <a:ext uri="{FF2B5EF4-FFF2-40B4-BE49-F238E27FC236}">
                  <a16:creationId xmlns:a16="http://schemas.microsoft.com/office/drawing/2014/main" id="{BC2AC806-326D-4F36-2226-BBD166E7B1DB}"/>
                </a:ext>
              </a:extLst>
            </p:cNvPr>
            <p:cNvSpPr txBox="1"/>
            <p:nvPr/>
          </p:nvSpPr>
          <p:spPr>
            <a:xfrm>
              <a:off x="4738537"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발기설립 완료</a:t>
              </a:r>
            </a:p>
          </p:txBody>
        </p:sp>
        <p:sp>
          <p:nvSpPr>
            <p:cNvPr id="27" name="TextBox 26">
              <a:extLst>
                <a:ext uri="{FF2B5EF4-FFF2-40B4-BE49-F238E27FC236}">
                  <a16:creationId xmlns:a16="http://schemas.microsoft.com/office/drawing/2014/main" id="{C859A1E0-2E46-A9D7-5879-E87608313D74}"/>
                </a:ext>
              </a:extLst>
            </p:cNvPr>
            <p:cNvSpPr txBox="1"/>
            <p:nvPr/>
          </p:nvSpPr>
          <p:spPr>
            <a:xfrm>
              <a:off x="4705046"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28일</a:t>
              </a:r>
            </a:p>
          </p:txBody>
        </p:sp>
        <p:sp>
          <p:nvSpPr>
            <p:cNvPr id="28" name="타원 27">
              <a:extLst>
                <a:ext uri="{FF2B5EF4-FFF2-40B4-BE49-F238E27FC236}">
                  <a16:creationId xmlns:a16="http://schemas.microsoft.com/office/drawing/2014/main" id="{EB389287-1073-4887-0213-7ACEF76434D8}"/>
                </a:ext>
              </a:extLst>
            </p:cNvPr>
            <p:cNvSpPr/>
            <p:nvPr/>
          </p:nvSpPr>
          <p:spPr>
            <a:xfrm>
              <a:off x="493391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Tree>
    <p:extLst>
      <p:ext uri="{BB962C8B-B14F-4D97-AF65-F5344CB8AC3E}">
        <p14:creationId xmlns:p14="http://schemas.microsoft.com/office/powerpoint/2010/main" val="104622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매매계약 주요 조건</a:t>
              </a:r>
            </a:p>
          </p:txBody>
        </p:sp>
      </p:grpSp>
      <p:graphicFrame>
        <p:nvGraphicFramePr>
          <p:cNvPr id="8" name="표 7">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3888928633"/>
              </p:ext>
            </p:extLst>
          </p:nvPr>
        </p:nvGraphicFramePr>
        <p:xfrm>
          <a:off x="521371" y="1450179"/>
          <a:ext cx="9756000" cy="4901184"/>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체결 예정일</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2026년 10월 13일(</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체결</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체결당사자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코크렙안양 주식회사 (PFV) / 매수인: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코람코라이프로지스위탁관리부동산투자회사</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매매목적물</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관양동 934 외 2필지 토지 및 지상 건물, 부속 동산·시설·설비 일체</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면적개요</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대지 15,287.5㎡ (4,624.47평) / 연면적 95,474.59㎡ (28,881.06평) / 임대면적 69,058.12㎡ (20,890.08평)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420624">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매매대금</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 2,700억원 (건물·동산 부가가치세 별도)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420624">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 방식</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거래종결일 현재의 법률상·사실상 현황 그대로(as-is, where-is) 매수</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420624">
                <a:tc>
                  <a:txBody>
                    <a:bodyPr/>
                    <a:lstStyle/>
                    <a:p>
                      <a:pPr algn="ctr" fontAlgn="ctr">
                        <a:lnSpc>
                          <a:spcPct val="100000"/>
                        </a:lnSpc>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거래종결시 지급금액</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매매대금 − 승계 임대차보증금 ± 정산금(세금·부담금·유틸리티·임대료 일할 정산) + 부가가치세</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420624">
                <a:tc>
                  <a:txBody>
                    <a:bodyPr/>
                    <a:lstStyle/>
                    <a:p>
                      <a:pPr algn="ctr" fontAlgn="ctr">
                        <a:lnSpc>
                          <a:spcPct val="100000"/>
                        </a:lnSpc>
                        <a:buNone/>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임대차 승계</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매수인이 임대차계약 전부 승계, 보증금 반환의무 인수 (승계동의서 미징구가 거래종결에 영향 없음)</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420624">
                <a:tc>
                  <a:txBody>
                    <a:bodyPr/>
                    <a:lstStyle/>
                    <a:p>
                      <a:pPr algn="ctr" fontAlgn="ctr">
                        <a:lnSpc>
                          <a:spcPct val="100000"/>
                        </a:lnSpc>
                        <a:buNone/>
                      </a:pPr>
                      <a:r>
                        <a:rPr lang="ko-KR" altLang="en-US" sz="1000" kern="1200" baseline="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매도인의 진술 및 보장</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설립·존속, 권한, 제3자 동의, 상충 없음, 완전한 소유권(허용된 부담 제외), 소송 부존재 — 거래종결일로부터 2개월간 유효</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손해배상책임 한도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매매대금의 5% 상당액 (135억원), 청구기한 거래종결일로부터 2개월</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거래신고 / 준거법</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계약일 30일 이내 부동산 거래신고 / 대한민국 법, 서울중앙지방법원 전속관할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bl>
          </a:graphicData>
        </a:graphic>
      </p:graphicFrame>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 (1/2)</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부동산매매계약서(clean, 2026-09-07) 제1~5조, 제9조 / 감정평가서(미래새한, 기준시점 2026-08-31). 상기 내용 중 일부는 협의 과정에서 변동될 수 있음.</a:t>
            </a:r>
          </a:p>
        </p:txBody>
      </p:sp>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565F0-F335-9001-86A0-316D685CE569}"/>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3321FD17-662F-2125-8B77-E6AEA05FD089}"/>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87A7E55A-9090-62F6-4CF1-17D35684EDD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9B6D70F0-C694-405F-2E0E-48BCEB7466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2B5D0CDF-DC2D-D7FE-BD64-A93EA06A04A5}"/>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4421265-02B2-C0D5-5F84-BFE81D0071C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43EBC35A-2451-D1E9-AF5D-E6FB54DBA07E}"/>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조항 및 검토 의견</a:t>
              </a:r>
            </a:p>
          </p:txBody>
        </p:sp>
      </p:grpSp>
      <p:sp>
        <p:nvSpPr>
          <p:cNvPr id="13" name="직사각형 12">
            <a:extLst>
              <a:ext uri="{FF2B5EF4-FFF2-40B4-BE49-F238E27FC236}">
                <a16:creationId xmlns:a16="http://schemas.microsoft.com/office/drawing/2014/main" id="{5B572E70-AEA2-C681-F179-884219B16CB2}"/>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부동산매매계약서(clean, 2026-09-07) 제4~9조. 본 검토는 내부 검토이며 최종 법률자문은 외부 법무법인 확인이 필요함.</a:t>
            </a:r>
          </a:p>
        </p:txBody>
      </p:sp>
      <p:sp>
        <p:nvSpPr>
          <p:cNvPr id="14" name="TextBox 13">
            <a:extLst>
              <a:ext uri="{FF2B5EF4-FFF2-40B4-BE49-F238E27FC236}">
                <a16:creationId xmlns:a16="http://schemas.microsoft.com/office/drawing/2014/main" id="{7EDA7A46-1285-9E8A-7E90-E660D0CEE6DC}"/>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 (2/2)</a:t>
            </a:r>
          </a:p>
        </p:txBody>
      </p:sp>
      <p:graphicFrame>
        <p:nvGraphicFramePr>
          <p:cNvPr id="15" name="신규표"/>
          <p:cNvGraphicFramePr>
            <a:graphicFrameLocks noGrp="1"/>
          </p:cNvGraphicFramePr>
          <p:nvPr>
            <p:extLst>
              <p:ext uri="{D42A27DB-BD31-4B8C-83A1-F6EECF244321}">
                <p14:modId xmlns:p14="http://schemas.microsoft.com/office/powerpoint/2010/main" val="827079413"/>
              </p:ext>
            </p:extLst>
          </p:nvPr>
        </p:nvGraphicFramePr>
        <p:xfrm>
          <a:off x="457200" y="1453896"/>
          <a:ext cx="9875520" cy="4754880"/>
        </p:xfrm>
        <a:graphic>
          <a:graphicData uri="http://schemas.openxmlformats.org/drawingml/2006/table">
            <a:tbl>
              <a:tblPr>
                <a:tableStyleId>{5940675A-B579-460E-94D1-54222C63F5DA}</a:tableStyleId>
              </a:tblPr>
              <a:tblGrid>
                <a:gridCol w="155448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조항</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제4조 진술 및 보장</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설립·존속, 권한, 제3자 동의, 상충 없음, 완전한 소유권, 소송 부존재</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 권한, 실사 완료, 담보책임 배제 (as-is 매입 확인)</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실사 완료 진술로 미발견 하자는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부담</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제4.4조 존속기간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진술·보장은 거래종결일로부터 2개월간 유효, 기간 내 서면청구 없으면 면책</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제5조 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거래종결 노력, 특정사항 통지, 거래신고, 임대차 승계, 매도인 운영 유지·협상 금지·세금 완납</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승계동의서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확보</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완료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제6조 선행조건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확약·의무 이행, 진술·보장의 진실성, 중대한 부정적 법규·행정절차·소송 부존재</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제7조 손해배상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 매매대금의 5%, 청구기한 거래종결일로부터 2개월, 간접·특별·징벌적 손해 배제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 135억원 수준</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제8조 해제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서면 합의 / 불가항력 30일 지속 / 중요 위반 후 10영업일 미시정 / 도산절차 / </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선행조건</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미충족</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위약금</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금액 [협의 중]</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제9조 일반조항</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양도 제한, 비밀유지(종결 후 1년), 비용 각자 부담, 준거법·전속관할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3188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 구성 및 배당 구조</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 (1/2)</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v22(clean) 제1.2조·제2조·제5조 / IM(2026.09) p.15. 종류주식 셀다운 예정으로 계약서상 인수 주식수 표는 지분 구성 확정 후 보충 예정.</a:t>
            </a:r>
          </a:p>
        </p:txBody>
      </p:sp>
      <p:graphicFrame>
        <p:nvGraphicFramePr>
          <p:cNvPr id="17" name="신규표"/>
          <p:cNvGraphicFramePr>
            <a:graphicFrameLocks noGrp="1"/>
          </p:cNvGraphicFramePr>
          <p:nvPr>
            <p:extLst>
              <p:ext uri="{D42A27DB-BD31-4B8C-83A1-F6EECF244321}">
                <p14:modId xmlns:p14="http://schemas.microsoft.com/office/powerpoint/2010/main" val="1376695811"/>
              </p:ext>
            </p:extLst>
          </p:nvPr>
        </p:nvGraphicFramePr>
        <p:xfrm>
          <a:off x="457200" y="1453896"/>
          <a:ext cx="9875520" cy="1920240"/>
        </p:xfrm>
        <a:graphic>
          <a:graphicData uri="http://schemas.openxmlformats.org/drawingml/2006/table">
            <a:tbl>
              <a:tblPr>
                <a:tableStyleId>{5940675A-B579-460E-94D1-54222C63F5DA}</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금액(백만원)</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지분율</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배분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투자자</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918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 종류주식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누적확정 연 7.0%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없음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 (LOC 완료)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제2종 종류주식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누적확정 연 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삼성증권 (LOC 완료)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제3종 종류주식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무배당·무의결권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없음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엘에프</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승인완료</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잔여배당 (초기 1년 연 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합계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14" name="그룹 1">
            <a:extLst>
              <a:ext uri="{FF2B5EF4-FFF2-40B4-BE49-F238E27FC236}">
                <a16:creationId xmlns:a16="http://schemas.microsoft.com/office/drawing/2014/main" id="{1E241363-A27F-F3D9-54EB-21A376A61587}"/>
              </a:ext>
            </a:extLst>
          </p:cNvPr>
          <p:cNvGrpSpPr/>
          <p:nvPr/>
        </p:nvGrpSpPr>
        <p:grpSpPr>
          <a:xfrm>
            <a:off x="458887" y="361188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자본거래 구조 (유상증자·유상감자)</a:t>
              </a:r>
            </a:p>
          </p:txBody>
        </p:sp>
      </p:grpSp>
      <p:graphicFrame>
        <p:nvGraphicFramePr>
          <p:cNvPr id="18" name="신규표"/>
          <p:cNvGraphicFramePr>
            <a:graphicFrameLocks noGrp="1"/>
          </p:cNvGraphicFramePr>
          <p:nvPr>
            <p:extLst>
              <p:ext uri="{D42A27DB-BD31-4B8C-83A1-F6EECF244321}">
                <p14:modId xmlns:p14="http://schemas.microsoft.com/office/powerpoint/2010/main" val="1975177706"/>
              </p:ext>
            </p:extLst>
          </p:nvPr>
        </p:nvGraphicFramePr>
        <p:xfrm>
          <a:off x="457200" y="3986784"/>
          <a:ext cx="9875520" cy="2322576"/>
        </p:xfrm>
        <a:graphic>
          <a:graphicData uri="http://schemas.openxmlformats.org/drawingml/2006/table">
            <a:tbl>
              <a:tblPr>
                <a:tableStyleId>{5940675A-B579-460E-94D1-54222C63F5DA}</a:tableStyleId>
              </a:tblPr>
              <a:tblGrid>
                <a:gridCol w="210312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5120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 순위 (제1.2조)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 연 7.0%·제2종 연 7.5% 누적배당 → 제3종 무배당 → 보통주 잔여배당. 보통주는 초기 1년간 발행가액의 연 7.5%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협조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(자본준비금 감액 포함)</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유상증자 (제2.1~2.2조)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매매계약상 거래종결일 2영업일 전까지 이사회 결의, 주주별 납입예정일 15:00까지 출자금 전액 납입</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유상감자 (제2.3조)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증자 완료 후 발기인(코람코라이프인프라리츠) 보유 보통주식 300,000주 전부를 감자비율 100%(1주당 1,000원)로 유상감자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제3종 유상감자 (제5조)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24개월 내 유상감자로 소각</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㈜엘에프에 발행가액 기준 감자대금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지급</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채권자보호절차</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지연 시 최대 3개월 연장)</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 · 지배구조 · 양도 제한</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 (2/2)</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v22(clean) 제3~7조. 대괄호 항목은 협의 중. 본 검토는 내부 검토이며 최종 법률자문은 외부 법무법인 확인이 필요함.</a:t>
            </a:r>
          </a:p>
        </p:txBody>
      </p:sp>
      <p:graphicFrame>
        <p:nvGraphicFramePr>
          <p:cNvPr id="17" name="신규표"/>
          <p:cNvGraphicFramePr>
            <a:graphicFrameLocks noGrp="1"/>
          </p:cNvGraphicFramePr>
          <p:nvPr>
            <p:extLst>
              <p:ext uri="{D42A27DB-BD31-4B8C-83A1-F6EECF244321}">
                <p14:modId xmlns:p14="http://schemas.microsoft.com/office/powerpoint/2010/main" val="965355978"/>
              </p:ext>
            </p:extLst>
          </p:nvPr>
        </p:nvGraphicFramePr>
        <p:xfrm>
          <a:off x="457200" y="1453895"/>
          <a:ext cx="9875520" cy="4901366"/>
        </p:xfrm>
        <a:graphic>
          <a:graphicData uri="http://schemas.openxmlformats.org/drawingml/2006/table">
            <a:tbl>
              <a:tblPr>
                <a:tableStyleId>{5940675A-B579-460E-94D1-54222C63F5DA}</a:tableStyleId>
              </a:tblPr>
              <a:tblGrid>
                <a:gridCol w="1737360">
                  <a:extLst>
                    <a:ext uri="{9D8B030D-6E8A-4147-A177-3AD203B41FA5}">
                      <a16:colId xmlns:a16="http://schemas.microsoft.com/office/drawing/2014/main" val="20000"/>
                    </a:ext>
                  </a:extLst>
                </a:gridCol>
                <a:gridCol w="61264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297654">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조항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5754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 매입확약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24개월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응당일까지</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코람코라이프인프라리츠가</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전부를</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발행가액으로</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분할</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주식수</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비례</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제3.1~3.2조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5754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제2종 매입확약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12개월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응당일까지</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코람코라이프인프라리츠가</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제2종 전부를 발행가액으로 매입</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제4.1~4.2조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5754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 방식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지분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양수</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또는</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유상증자 후 구주감자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 동일한 경제적 효과를 달성하는 거래 포함</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제3.2조·제4.2조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5754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배당금 정산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매입완료일 직전일까지 누적배당률 기준 최대한도액에서 기수령 배당을 공제한 금액을 매입금액과 함께 정산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제3.3~3.4조·제4.3~4.4조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575464">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 </a:t>
                      </a: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확약서 제출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인수의무기간</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도래 후 </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우선주에 대하여 </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코람코라이프인프라리츠로</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매도를 확약하며</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 이행 시 손해배상 및 </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위약벌</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부과</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제3.5조·제4.5조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5754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이사회·대표이사</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이사 [3]인 중 [2]인 및 대표이사를 코람코라이프인프라리츠가 지명, 나머지 1인과 감사는 주주총회 선임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제6.1~6.3조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5754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양도 제한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 전원 서면동의 없이 양도·담보제공 금지, 정관에 주식양도 시 이사회 승인 명시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제7.1조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5754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셀다운·후속양도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인수인(우리투자증권·삼성증권)의 최초 셀다운은 KLI 동의 면제, </a:t>
                      </a: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 외 셀다운·후속양도는 KLI 사전 서면동의 필요</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제7.6조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주요 내용</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Ⅲ. 코람코라이프인프라리츠 매입확약서(LOC) 날인의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코람코 제1종·제2종 우선주 매입확약 공문(안)(투자자용) / 주주간계약서 v22 제3.5조·제4.5조. 발행회사명·주식수·문서번호는 확정 후 기재.</a:t>
            </a:r>
          </a:p>
        </p:txBody>
      </p:sp>
      <p:graphicFrame>
        <p:nvGraphicFramePr>
          <p:cNvPr id="17" name="신규표"/>
          <p:cNvGraphicFramePr>
            <a:graphicFrameLocks noGrp="1"/>
          </p:cNvGraphicFramePr>
          <p:nvPr>
            <p:extLst>
              <p:ext uri="{D42A27DB-BD31-4B8C-83A1-F6EECF244321}">
                <p14:modId xmlns:p14="http://schemas.microsoft.com/office/powerpoint/2010/main" val="2326794441"/>
              </p:ext>
            </p:extLst>
          </p:nvPr>
        </p:nvGraphicFramePr>
        <p:xfrm>
          <a:off x="457200" y="1453896"/>
          <a:ext cx="9875520" cy="2139696"/>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제1종 종류주식</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제2종 종류주식</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확약 주체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발행회사 / 기초자산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코람코라이프로지스</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자리츠</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안양물류센터 (관양동 934 외 2필지)</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우선배당률</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24개월이 되는 달의 응당일</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12개월이 되는 달의 응당일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매입금액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1주당 발행가액 25,000원 × 매입대상 주식수 (240억원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1주당 발행가액 25,000원 × 매입대상 주식수 (500억원 예정)</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제출 시점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체결일 (기준 일정 2026-10-13)</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pSp>
        <p:nvGrpSpPr>
          <p:cNvPr id="14" name="그룹 1">
            <a:extLst>
              <a:ext uri="{FF2B5EF4-FFF2-40B4-BE49-F238E27FC236}">
                <a16:creationId xmlns:a16="http://schemas.microsoft.com/office/drawing/2014/main" id="{1E241363-A27F-F3D9-54EB-21A376A61587}"/>
              </a:ext>
            </a:extLst>
          </p:cNvPr>
          <p:cNvGrpSpPr/>
          <p:nvPr/>
        </p:nvGrpSpPr>
        <p:grpSpPr>
          <a:xfrm>
            <a:off x="458887" y="3739896"/>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 매도확약서 대응 조건</a:t>
              </a:r>
            </a:p>
          </p:txBody>
        </p:sp>
      </p:grpSp>
      <p:graphicFrame>
        <p:nvGraphicFramePr>
          <p:cNvPr id="18" name="신규표"/>
          <p:cNvGraphicFramePr>
            <a:graphicFrameLocks noGrp="1"/>
          </p:cNvGraphicFramePr>
          <p:nvPr>
            <p:extLst>
              <p:ext uri="{D42A27DB-BD31-4B8C-83A1-F6EECF244321}">
                <p14:modId xmlns:p14="http://schemas.microsoft.com/office/powerpoint/2010/main" val="3223449578"/>
              </p:ext>
            </p:extLst>
          </p:nvPr>
        </p:nvGraphicFramePr>
        <p:xfrm>
          <a:off x="457200" y="4114800"/>
          <a:ext cx="9875520" cy="2651760"/>
        </p:xfrm>
        <a:graphic>
          <a:graphicData uri="http://schemas.openxmlformats.org/drawingml/2006/table">
            <a:tbl>
              <a:tblPr>
                <a:tableStyleId>{5940675A-B579-460E-94D1-54222C63F5DA}</a:tableStyleId>
              </a:tblPr>
              <a:tblGrid>
                <a:gridCol w="13716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(KLI리츠 → 종류주주)</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매도확약서 (종류주주 → KLI리츠)</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제출 의무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체결일에 KLI리츠가 각 종류주주에게 제출 (제3.5조·제4.5조)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같은 날 각 종류주주가 KLI리츠에 제출. 셀다운 양수인은 거래 완결 전 제출</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핵심 내용</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 내 대상주식 전부를 발행가액(25,000원/주)으로 매입 확약</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KLI리츠의 매도 요청일로부터 [*]일 내 동일 조건으로 매도 확약</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선행조건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① 영업인가 취득·소유권 확보 ② 종류주주의 완전한 소유권 ③ 부담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부존재</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④ 매도확약서 제출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매입확약서와 동일 — 매도확약서 제출이 매입확약 효력 발생 조건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불이행 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미매입잔액에 연 5.0% 지연손해금, 초과 손해 별도 배상, 매입의무 존속</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미매도잔액에 연 5.0% 지연이자 포함 모든 손해 배상</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배당금 정산</a:t>
                      </a:r>
                    </a:p>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효력</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매입일 전일까지 종류주주, 매입일부터 KLI리츠 귀속 (5영업일 내 정산)</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매입 목적 외 사용 불가, 주주간계약과 상충 시 주주간계약 우선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7C20337-93FE-803D-3AD4-2779E20623E6}"/>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F315987A-B3D0-CD05-A926-61AFE3518B1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FF4173C4-8E54-2961-16E6-5C58C9F4E0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3D46E3E1-8A61-9AE9-9709-E301CA190E0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1E53B446-C077-7F8B-0CAE-8773780097F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5E21DCFE-6F6B-CE40-15FC-19965D943D4E}"/>
                </a:ext>
              </a:extLst>
            </p:cNvPr>
            <p:cNvSpPr txBox="1"/>
            <p:nvPr/>
          </p:nvSpPr>
          <p:spPr>
            <a:xfrm>
              <a:off x="417444" y="1652332"/>
              <a:ext cx="104462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참여확약서</a:t>
              </a:r>
            </a:p>
          </p:txBody>
        </p:sp>
      </p:grpSp>
      <p:sp>
        <p:nvSpPr>
          <p:cNvPr id="8" name="TextBox 7">
            <a:extLst>
              <a:ext uri="{FF2B5EF4-FFF2-40B4-BE49-F238E27FC236}">
                <a16:creationId xmlns:a16="http://schemas.microsoft.com/office/drawing/2014/main" id="{BFA5D19D-DA0C-9A26-F1EF-358A2715654C}"/>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1F17B364-A95C-7BC0-7FEC-902F11BD85AE}"/>
              </a:ext>
            </a:extLst>
          </p:cNvPr>
          <p:cNvGrpSpPr/>
          <p:nvPr/>
        </p:nvGrpSpPr>
        <p:grpSpPr>
          <a:xfrm>
            <a:off x="519697" y="1722986"/>
            <a:ext cx="2021707" cy="246221"/>
            <a:chOff x="455544" y="-592941"/>
            <a:chExt cx="2021707" cy="246221"/>
          </a:xfrm>
        </p:grpSpPr>
        <p:sp>
          <p:nvSpPr>
            <p:cNvPr id="10" name="TextBox 9">
              <a:extLst>
                <a:ext uri="{FF2B5EF4-FFF2-40B4-BE49-F238E27FC236}">
                  <a16:creationId xmlns:a16="http://schemas.microsoft.com/office/drawing/2014/main" id="{78CBE6C7-8F3F-6DE0-F500-3B52268A055C}"/>
                </a:ext>
              </a:extLst>
            </p:cNvPr>
            <p:cNvSpPr txBox="1"/>
            <p:nvPr/>
          </p:nvSpPr>
          <p:spPr>
            <a:xfrm>
              <a:off x="455544" y="-592941"/>
              <a:ext cx="202170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C5B3002B-B791-1D7D-49C8-CD946C0D2D9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4EF2E80-AD69-C0B5-63CD-8D55D43FCE4A}"/>
              </a:ext>
            </a:extLst>
          </p:cNvPr>
          <p:cNvGrpSpPr/>
          <p:nvPr/>
        </p:nvGrpSpPr>
        <p:grpSpPr>
          <a:xfrm>
            <a:off x="5489922" y="1722986"/>
            <a:ext cx="2246128" cy="246221"/>
            <a:chOff x="455544" y="-592941"/>
            <a:chExt cx="2246128" cy="246221"/>
          </a:xfrm>
        </p:grpSpPr>
        <p:sp>
          <p:nvSpPr>
            <p:cNvPr id="13" name="TextBox 12">
              <a:extLst>
                <a:ext uri="{FF2B5EF4-FFF2-40B4-BE49-F238E27FC236}">
                  <a16:creationId xmlns:a16="http://schemas.microsoft.com/office/drawing/2014/main" id="{3BCFE083-9238-F4C0-5A04-4E32A12CBDF9}"/>
                </a:ext>
              </a:extLst>
            </p:cNvPr>
            <p:cNvSpPr txBox="1"/>
            <p:nvPr/>
          </p:nvSpPr>
          <p:spPr>
            <a:xfrm>
              <a:off x="455544" y="-592941"/>
              <a:ext cx="2246128"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21C58825-62FC-4665-5B13-9CD2B78A634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7" name="그림 16">
            <a:extLst>
              <a:ext uri="{FF2B5EF4-FFF2-40B4-BE49-F238E27FC236}">
                <a16:creationId xmlns:a16="http://schemas.microsoft.com/office/drawing/2014/main" id="{6396858F-9D33-1B90-FB4E-A6DA60E16D87}"/>
              </a:ext>
            </a:extLst>
          </p:cNvPr>
          <p:cNvPicPr>
            <a:picLocks noChangeAspect="1"/>
          </p:cNvPicPr>
          <p:nvPr/>
        </p:nvPicPr>
        <p:blipFill>
          <a:blip r:embed="rId3"/>
          <a:stretch>
            <a:fillRect/>
          </a:stretch>
        </p:blipFill>
        <p:spPr>
          <a:xfrm>
            <a:off x="970472" y="2007358"/>
            <a:ext cx="3141863" cy="4495281"/>
          </a:xfrm>
          <a:prstGeom prst="rect">
            <a:avLst/>
          </a:prstGeom>
          <a:ln>
            <a:solidFill>
              <a:schemeClr val="bg1">
                <a:lumMod val="50000"/>
              </a:schemeClr>
            </a:solidFill>
          </a:ln>
          <a:effectLst>
            <a:outerShdw blurRad="50800" dist="38100" dir="2700000" algn="tl" rotWithShape="0">
              <a:prstClr val="black">
                <a:alpha val="40000"/>
              </a:prstClr>
            </a:outerShdw>
          </a:effectLst>
        </p:spPr>
      </p:pic>
      <p:pic>
        <p:nvPicPr>
          <p:cNvPr id="20" name="그림 19">
            <a:extLst>
              <a:ext uri="{FF2B5EF4-FFF2-40B4-BE49-F238E27FC236}">
                <a16:creationId xmlns:a16="http://schemas.microsoft.com/office/drawing/2014/main" id="{4A49C404-4213-3078-E6C1-7BC81C074DC6}"/>
              </a:ext>
            </a:extLst>
          </p:cNvPr>
          <p:cNvPicPr>
            <a:picLocks noChangeAspect="1"/>
          </p:cNvPicPr>
          <p:nvPr/>
        </p:nvPicPr>
        <p:blipFill>
          <a:blip r:embed="rId4"/>
          <a:stretch>
            <a:fillRect/>
          </a:stretch>
        </p:blipFill>
        <p:spPr>
          <a:xfrm>
            <a:off x="5885966" y="2020609"/>
            <a:ext cx="3180531" cy="4495280"/>
          </a:xfrm>
          <a:prstGeom prst="rect">
            <a:avLst/>
          </a:prstGeom>
          <a:ln>
            <a:solidFill>
              <a:schemeClr val="bg1">
                <a:lumMod val="50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46868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8277B-EEA7-2F22-0529-1820DAE962D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4B52EC05-77DB-8DC9-1EC3-7FD1BD89987B}"/>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797F0050-974A-4AD6-73B3-8CFE5CC27C1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1DECC14-A89F-8052-57F0-B7CCD24696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03585A4F-7AE7-439E-02C0-6B72E4454F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5AC666AB-1B1A-0C70-62AF-6E0CD3A9E92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A2122AE7-EEEF-B54B-F98A-B07F013882CD}"/>
                </a:ext>
              </a:extLst>
            </p:cNvPr>
            <p:cNvSpPr txBox="1"/>
            <p:nvPr/>
          </p:nvSpPr>
          <p:spPr>
            <a:xfrm>
              <a:off x="417444" y="1652332"/>
              <a:ext cx="107847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대출관련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참여의향서</a:t>
              </a:r>
            </a:p>
          </p:txBody>
        </p:sp>
      </p:grpSp>
      <p:grpSp>
        <p:nvGrpSpPr>
          <p:cNvPr id="9" name="그룹 8">
            <a:extLst>
              <a:ext uri="{FF2B5EF4-FFF2-40B4-BE49-F238E27FC236}">
                <a16:creationId xmlns:a16="http://schemas.microsoft.com/office/drawing/2014/main" id="{F7563E82-586F-BBA9-4697-1ABA3CAD530D}"/>
              </a:ext>
            </a:extLst>
          </p:cNvPr>
          <p:cNvGrpSpPr/>
          <p:nvPr/>
        </p:nvGrpSpPr>
        <p:grpSpPr>
          <a:xfrm>
            <a:off x="519697" y="1722986"/>
            <a:ext cx="1872629" cy="246221"/>
            <a:chOff x="455544" y="-592941"/>
            <a:chExt cx="1872629" cy="246221"/>
          </a:xfrm>
        </p:grpSpPr>
        <p:sp>
          <p:nvSpPr>
            <p:cNvPr id="10" name="TextBox 9">
              <a:extLst>
                <a:ext uri="{FF2B5EF4-FFF2-40B4-BE49-F238E27FC236}">
                  <a16:creationId xmlns:a16="http://schemas.microsoft.com/office/drawing/2014/main" id="{E884DA35-AB45-6C0F-FF1B-17891F4691FF}"/>
                </a:ext>
              </a:extLst>
            </p:cNvPr>
            <p:cNvSpPr txBox="1"/>
            <p:nvPr/>
          </p:nvSpPr>
          <p:spPr>
            <a:xfrm>
              <a:off x="455544" y="-592941"/>
              <a:ext cx="187262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우리은행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인수의향서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선</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599D5268-1ECB-F70E-C70E-34A62ECB240D}"/>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5DBBD0F-0939-146E-B3B0-9D7BA2457DBA}"/>
              </a:ext>
            </a:extLst>
          </p:cNvPr>
          <p:cNvGrpSpPr/>
          <p:nvPr/>
        </p:nvGrpSpPr>
        <p:grpSpPr>
          <a:xfrm>
            <a:off x="5489922" y="1722986"/>
            <a:ext cx="2212465" cy="246221"/>
            <a:chOff x="455544" y="-592941"/>
            <a:chExt cx="2212465" cy="246221"/>
          </a:xfrm>
        </p:grpSpPr>
        <p:sp>
          <p:nvSpPr>
            <p:cNvPr id="13" name="TextBox 12">
              <a:extLst>
                <a:ext uri="{FF2B5EF4-FFF2-40B4-BE49-F238E27FC236}">
                  <a16:creationId xmlns:a16="http://schemas.microsoft.com/office/drawing/2014/main" id="{14A88CD1-9576-D48A-9668-95CB38C8E6E2}"/>
                </a:ext>
              </a:extLst>
            </p:cNvPr>
            <p:cNvSpPr txBox="1"/>
            <p:nvPr/>
          </p:nvSpPr>
          <p:spPr>
            <a:xfrm>
              <a:off x="455544" y="-592941"/>
              <a:ext cx="221246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 참여의향서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선</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D6F46E2B-BF91-E59B-402E-AFB094DBC770}"/>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6" name="그림 15">
            <a:extLst>
              <a:ext uri="{FF2B5EF4-FFF2-40B4-BE49-F238E27FC236}">
                <a16:creationId xmlns:a16="http://schemas.microsoft.com/office/drawing/2014/main" id="{FC0DEB9D-0E80-4CE4-EF9D-10F2E80C1203}"/>
              </a:ext>
            </a:extLst>
          </p:cNvPr>
          <p:cNvPicPr>
            <a:picLocks noChangeAspect="1"/>
          </p:cNvPicPr>
          <p:nvPr/>
        </p:nvPicPr>
        <p:blipFill>
          <a:blip r:embed="rId3"/>
          <a:stretch>
            <a:fillRect/>
          </a:stretch>
        </p:blipFill>
        <p:spPr>
          <a:xfrm>
            <a:off x="811011" y="2020609"/>
            <a:ext cx="3162629" cy="4495279"/>
          </a:xfrm>
          <a:prstGeom prst="rect">
            <a:avLst/>
          </a:prstGeom>
          <a:ln>
            <a:solidFill>
              <a:schemeClr val="bg1">
                <a:lumMod val="50000"/>
              </a:schemeClr>
            </a:solidFill>
          </a:ln>
          <a:effectLst>
            <a:outerShdw blurRad="50800" dist="38100" dir="2700000" algn="tl" rotWithShape="0">
              <a:prstClr val="black">
                <a:alpha val="40000"/>
              </a:prstClr>
            </a:outerShdw>
          </a:effectLst>
        </p:spPr>
      </p:pic>
      <p:pic>
        <p:nvPicPr>
          <p:cNvPr id="19" name="그림 18">
            <a:extLst>
              <a:ext uri="{FF2B5EF4-FFF2-40B4-BE49-F238E27FC236}">
                <a16:creationId xmlns:a16="http://schemas.microsoft.com/office/drawing/2014/main" id="{804E61A6-3E44-EC85-C240-A7B9C5462D71}"/>
              </a:ext>
            </a:extLst>
          </p:cNvPr>
          <p:cNvPicPr>
            <a:picLocks noChangeAspect="1"/>
          </p:cNvPicPr>
          <p:nvPr/>
        </p:nvPicPr>
        <p:blipFill>
          <a:blip r:embed="rId4"/>
          <a:stretch>
            <a:fillRect/>
          </a:stretch>
        </p:blipFill>
        <p:spPr>
          <a:xfrm>
            <a:off x="5962536" y="2023831"/>
            <a:ext cx="3176837" cy="4492058"/>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17" name="TextBox 16">
            <a:extLst>
              <a:ext uri="{FF2B5EF4-FFF2-40B4-BE49-F238E27FC236}">
                <a16:creationId xmlns:a16="http://schemas.microsoft.com/office/drawing/2014/main" id="{E71FECEC-8289-830D-FDA0-D0434D3CBECB}"/>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419866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9C2386C-E1D9-F300-0D07-AAA0F6B73025}"/>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633C2471-7675-DAE0-5778-4C4B8B1BEC7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BA508E2D-CC89-54DE-A964-BE5C04887B5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6108FAF1-A580-F67E-3ADF-B8F1790DAB7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86C77C4D-122E-5753-B476-01C4A93961C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B0CFBE6E-D334-3D36-2E26-66E1320AC839}"/>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당사 예상수익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48FD46C8-8498-35EC-48BF-FA75B1D69172}"/>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당사 예상수익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9" name="표 8">
            <a:extLst>
              <a:ext uri="{FF2B5EF4-FFF2-40B4-BE49-F238E27FC236}">
                <a16:creationId xmlns:a16="http://schemas.microsoft.com/office/drawing/2014/main" id="{CFD9F141-C04C-2146-1608-E28C80EF8167}"/>
              </a:ext>
            </a:extLst>
          </p:cNvPr>
          <p:cNvGraphicFramePr>
            <a:graphicFrameLocks noGrp="1"/>
          </p:cNvGraphicFramePr>
          <p:nvPr>
            <p:extLst>
              <p:ext uri="{D42A27DB-BD31-4B8C-83A1-F6EECF244321}">
                <p14:modId xmlns:p14="http://schemas.microsoft.com/office/powerpoint/2010/main" val="994531999"/>
              </p:ext>
            </p:extLst>
          </p:nvPr>
        </p:nvGraphicFramePr>
        <p:xfrm>
          <a:off x="449263" y="1583593"/>
          <a:ext cx="9799734" cy="2784549"/>
        </p:xfrm>
        <a:graphic>
          <a:graphicData uri="http://schemas.openxmlformats.org/drawingml/2006/table">
            <a:tbl>
              <a:tblPr firstRow="1" bandRow="1">
                <a:tableStyleId>{5940675A-B579-460E-94D1-54222C63F5DA}</a:tableStyleId>
              </a:tblPr>
              <a:tblGrid>
                <a:gridCol w="1113433">
                  <a:extLst>
                    <a:ext uri="{9D8B030D-6E8A-4147-A177-3AD203B41FA5}">
                      <a16:colId xmlns:a16="http://schemas.microsoft.com/office/drawing/2014/main" val="20000"/>
                    </a:ext>
                  </a:extLst>
                </a:gridCol>
                <a:gridCol w="1430956">
                  <a:extLst>
                    <a:ext uri="{9D8B030D-6E8A-4147-A177-3AD203B41FA5}">
                      <a16:colId xmlns:a16="http://schemas.microsoft.com/office/drawing/2014/main" val="20001"/>
                    </a:ext>
                  </a:extLst>
                </a:gridCol>
                <a:gridCol w="1612756">
                  <a:extLst>
                    <a:ext uri="{9D8B030D-6E8A-4147-A177-3AD203B41FA5}">
                      <a16:colId xmlns:a16="http://schemas.microsoft.com/office/drawing/2014/main" val="20004"/>
                    </a:ext>
                  </a:extLst>
                </a:gridCol>
                <a:gridCol w="5642589">
                  <a:extLst>
                    <a:ext uri="{9D8B030D-6E8A-4147-A177-3AD203B41FA5}">
                      <a16:colId xmlns:a16="http://schemas.microsoft.com/office/drawing/2014/main" val="20003"/>
                    </a:ext>
                  </a:extLst>
                </a:gridCol>
              </a:tblGrid>
              <a:tr h="336549">
                <a:tc gridSpan="2">
                  <a:txBody>
                    <a:bodyPr/>
                    <a:lstStyle/>
                    <a:p>
                      <a:pPr algn="ctr" latinLnBrk="1">
                        <a:buNone/>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lnSpc>
                          <a:spcPct val="150000"/>
                        </a:lnSpc>
                        <a:buNone/>
                      </a:pPr>
                      <a:endParaRPr lang="ko-KR" altLang="en-US" sz="105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10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345B86"/>
                    </a:solidFill>
                  </a:tcPr>
                </a:tc>
                <a:tc>
                  <a:txBody>
                    <a:bodyPr/>
                    <a:lstStyle/>
                    <a:p>
                      <a:pPr algn="ctr" latinLnBrk="1">
                        <a:lnSpc>
                          <a:spcPct val="150000"/>
                        </a:lnSpc>
                        <a:buNone/>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 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lnSpc>
                          <a:spcPct val="150000"/>
                        </a:lnSpc>
                        <a:buNone/>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360000">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운용수익</a:t>
                      </a:r>
                      <a:endParaRPr lang="ko-KR" altLang="en-US" sz="1100" b="1" baseline="30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13.5억원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매입금액 </a:t>
                      </a:r>
                      <a:r>
                        <a:rPr lang="en-US" altLang="ko-KR" sz="10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altLang="ko-KR" sz="1000" b="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 </a:t>
                      </a:r>
                      <a:r>
                        <a:rPr lang="en-US" altLang="ko-KR" sz="10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6000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10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66.7억원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Arial" panose="020B0604020202020204" pitchFamily="34" charset="0"/>
                        <a:buNone/>
                      </a:pPr>
                      <a:r>
                        <a:rPr lang="en-US" altLang="ko-KR" sz="10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2,989억원 (매입장부금액의 0.223%/연) x 운용기간 약 10년</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60000">
                <a:tc vMerge="1">
                  <a:txBody>
                    <a:bodyPr/>
                    <a:lstStyle/>
                    <a:p>
                      <a:pPr latinLnBrk="1">
                        <a:buNone/>
                      </a:pPr>
                      <a:endParaRPr lang="ko-KR" altLang="en-US"/>
                    </a:p>
                  </a:txBody>
                  <a:tcPr>
                    <a:lnT w="3175" cap="flat" cmpd="sng" algn="ctr">
                      <a:solidFill>
                        <a:schemeClr val="tx1">
                          <a:lumMod val="50000"/>
                          <a:lumOff val="50000"/>
                        </a:schemeClr>
                      </a:solidFill>
                      <a:prstDash val="solid"/>
                      <a:round/>
                      <a:headEnd type="none" w="med" len="med"/>
                      <a:tailEnd type="none" w="med" len="med"/>
                    </a:lnT>
                  </a:tcPr>
                </a:tc>
                <a:tc>
                  <a:txBody>
                    <a:bodyPr/>
                    <a:lstStyle/>
                    <a:p>
                      <a:pPr algn="l" latinLnBrk="1">
                        <a:buNone/>
                      </a:pPr>
                      <a:r>
                        <a:rPr lang="ko-KR" altLang="en-US"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고정보수</a:t>
                      </a:r>
                      <a:r>
                        <a:rPr lang="en-US" altLang="ko-KR"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소계</a:t>
                      </a:r>
                      <a:r>
                        <a:rPr lang="en-US" altLang="ko-KR"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rPr>
                        <a:t>80.2억원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171450" indent="-171450" algn="l" latinLnBrk="1">
                        <a:lnSpc>
                          <a:spcPct val="150000"/>
                        </a:lnSpc>
                        <a:buFont typeface="Arial" panose="020B0604020202020204" pitchFamily="34" charset="0"/>
                        <a:buNone/>
                      </a:pPr>
                      <a:endParaRPr lang="ko-KR" altLang="en-US" sz="1100" b="0" u="sng"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651194603"/>
                  </a:ext>
                </a:extLst>
              </a:tr>
              <a:tr h="504000">
                <a:tc vMerge="1">
                  <a:txBody>
                    <a:bodyPr/>
                    <a:lstStyle/>
                    <a:p>
                      <a:pPr latinLnBrk="1">
                        <a:buNone/>
                      </a:pPr>
                      <a:endParaRPr lang="ko-KR" altLang="en-US"/>
                    </a:p>
                  </a:txBody>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18.8억원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 </a:t>
                      </a:r>
                      <a:r>
                        <a:rPr lang="en-US" altLang="ko-KR" sz="1000" kern="1200" spc="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4.89%, </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사업기간 </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가정</a:t>
                      </a:r>
                      <a:endPar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513910"/>
                  </a:ext>
                </a:extLst>
              </a:tr>
              <a:tr h="504000">
                <a:tc vMerge="1">
                  <a:txBody>
                    <a:bodyPr/>
                    <a:lstStyle/>
                    <a:p>
                      <a:pPr latinLnBrk="1">
                        <a:buNone/>
                      </a:pPr>
                      <a:endParaRPr lang="ko-KR" altLang="en-US"/>
                    </a:p>
                  </a:txBody>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매각성과보수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124.8억원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 </a:t>
                      </a:r>
                      <a:r>
                        <a:rPr lang="en-US" altLang="ko-KR" sz="1000" kern="1200" spc="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4.89%, </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사업기간 </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가정</a:t>
                      </a:r>
                      <a:endPar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a:t>
                      </a:r>
                      <a:r>
                        <a:rPr lang="ko-KR" altLang="en-US" sz="1000" b="0" kern="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차감후</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이익</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매입장부금액</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매각부대비용</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 </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853191"/>
                  </a:ext>
                </a:extLst>
              </a:tr>
              <a:tr h="36000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10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buNone/>
                      </a:pPr>
                      <a:r>
                        <a:rPr lang="ko-KR" altLang="en-US" sz="1000" b="1"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rPr>
                        <a:t>223.8억원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indent="0" algn="l" latinLnBrk="1">
                        <a:lnSpc>
                          <a:spcPct val="150000"/>
                        </a:lnSpc>
                        <a:buFont typeface="Arial" panose="020B0604020202020204" pitchFamily="34" charset="0"/>
                        <a:buNone/>
                      </a:pPr>
                      <a:endPar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ACE028EC-FB3D-2FFD-08AB-44B2CE25272D}"/>
              </a:ext>
            </a:extLst>
          </p:cNvPr>
          <p:cNvSpPr/>
          <p:nvPr/>
        </p:nvSpPr>
        <p:spPr>
          <a:xfrm>
            <a:off x="458887" y="4377020"/>
            <a:ext cx="9793287" cy="276999"/>
          </a:xfrm>
          <a:prstGeom prst="rect">
            <a:avLst/>
          </a:prstGeom>
        </p:spPr>
        <p:txBody>
          <a:bodyPr wrap="square">
            <a:spAutoFit/>
          </a:bodyPr>
          <a:lstStyle/>
          <a:p>
            <a:pPr marL="228600" marR="0" lvl="0" indent="-228600" algn="l" defTabSz="457200" rtl="0" eaLnBrk="1" fontAlgn="auto" latinLnBrk="0" hangingPunct="1">
              <a:lnSpc>
                <a:spcPct val="120000"/>
              </a:lnSpc>
              <a:spcBef>
                <a:spcPts val="0"/>
              </a:spcBef>
              <a:spcAft>
                <a:spcPts val="0"/>
              </a:spcAft>
              <a:buClrTx/>
              <a:buSzTx/>
              <a:buAutoNum type="arabicParenR"/>
              <a:tabLst/>
              <a:defRPr/>
            </a:pPr>
            <a:r>
              <a:rPr lang="ko-KR" altLang="en-US" sz="10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취득부대비용을 제외한 매입 금액</a:t>
            </a:r>
            <a:endParaRPr lang="en-US" altLang="ko-KR" sz="10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76341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코크렙</a:t>
            </a: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안양물류센터 투자</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rPr>
              <a:t>투자설명자료</a:t>
            </a:r>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be</a:t>
            </a:r>
            <a:r>
              <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August.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4" name="Picture 6" descr="CI기본형">
            <a:extLst>
              <a:ext uri="{FF2B5EF4-FFF2-40B4-BE49-F238E27FC236}">
                <a16:creationId xmlns:a16="http://schemas.microsoft.com/office/drawing/2014/main" id="{7B4977FB-806D-2958-D875-3C90F4D4875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1112681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a:extLst>
              <a:ext uri="{FF2B5EF4-FFF2-40B4-BE49-F238E27FC236}">
                <a16:creationId xmlns:a16="http://schemas.microsoft.com/office/drawing/2014/main" id="{92C96F38-8E59-93C1-E20F-51F06C034D7D}"/>
              </a:ext>
            </a:extLst>
          </p:cNvPr>
          <p:cNvSpPr txBox="1"/>
          <p:nvPr/>
        </p:nvSpPr>
        <p:spPr>
          <a:xfrm>
            <a:off x="4481810" y="2555701"/>
            <a:ext cx="2743300" cy="3812582"/>
          </a:xfrm>
          <a:prstGeom prst="rect">
            <a:avLst/>
          </a:prstGeom>
          <a:noFill/>
        </p:spPr>
        <p:txBody>
          <a:bodyPr wrap="square" rtlCol="0" anchor="t" anchorCtr="0">
            <a:spAutoFit/>
          </a:bodyPr>
          <a:lstStyle/>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Highlights</a:t>
            </a: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사업개요</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 및 임대현황</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endParaRPr lang="en-US" altLang="ko-KR" sz="6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defTabSz="414772" latinLnBrk="0">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lang="en-US" altLang="ko-KR"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Miliestone</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a:p>
            <a:pPr>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EA30CE58-EDFE-FED7-E353-A4A00E9AE1EA}"/>
              </a:ext>
            </a:extLst>
          </p:cNvPr>
          <p:cNvSpPr txBox="1"/>
          <p:nvPr/>
        </p:nvSpPr>
        <p:spPr>
          <a:xfrm>
            <a:off x="7339373" y="2832310"/>
            <a:ext cx="2743300" cy="1227259"/>
          </a:xfrm>
          <a:prstGeom prst="rect">
            <a:avLst/>
          </a:prstGeom>
        </p:spPr>
        <p:txBody>
          <a:bodyPr wrap="square" rtlCol="0" anchor="t" anchorCtr="0">
            <a:spAutoFit/>
          </a:bodyPr>
          <a:lstStyle/>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CPM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통합관리 </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리스크 요인분석 및 관리방안</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주요 리스크 및 대응방안</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B17316CB-563E-BCE9-B514-89D189F3C227}"/>
              </a:ext>
            </a:extLst>
          </p:cNvPr>
          <p:cNvSpPr txBox="1"/>
          <p:nvPr/>
        </p:nvSpPr>
        <p:spPr>
          <a:xfrm>
            <a:off x="432184" y="2079170"/>
            <a:ext cx="6012767" cy="276999"/>
          </a:xfrm>
          <a:prstGeom prst="rect">
            <a:avLst/>
          </a:prstGeom>
          <a:noFill/>
        </p:spPr>
        <p:txBody>
          <a:bodyPr wrap="square" rtlCol="0">
            <a:spAutoFit/>
          </a:bodyPr>
          <a:lstStyle/>
          <a:p>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 매입 프로젝트 </a:t>
            </a:r>
            <a:r>
              <a:rPr lang="en-US" altLang="ko-KR"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별첨</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대상 물건 설명자료</a:t>
            </a:r>
            <a:endParaRPr lang="ko-KR" altLang="en-US" sz="1200" dirty="0">
              <a:solidFill>
                <a:srgbClr val="40404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3" name="직선 연결선 12">
            <a:extLst>
              <a:ext uri="{FF2B5EF4-FFF2-40B4-BE49-F238E27FC236}">
                <a16:creationId xmlns:a16="http://schemas.microsoft.com/office/drawing/2014/main" id="{F05DEAE0-96D8-8384-52EE-4B952549FBD7}"/>
              </a:ext>
            </a:extLst>
          </p:cNvPr>
          <p:cNvCxnSpPr>
            <a:cxnSpLocks/>
          </p:cNvCxnSpPr>
          <p:nvPr/>
        </p:nvCxnSpPr>
        <p:spPr>
          <a:xfrm>
            <a:off x="4301790" y="2195512"/>
            <a:ext cx="5940760"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7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500" dirty="0">
                <a:solidFill>
                  <a:schemeClr val="tx1"/>
                </a:solidFill>
              </a:rPr>
              <a:t>수도권 프라임</a:t>
            </a:r>
            <a:r>
              <a:rPr lang="en-US" altLang="ko-KR" sz="1500" dirty="0">
                <a:solidFill>
                  <a:schemeClr val="tx1"/>
                </a:solidFill>
              </a:rPr>
              <a:t> </a:t>
            </a:r>
            <a:r>
              <a:rPr lang="ko-KR" altLang="en-US" sz="1500" dirty="0">
                <a:solidFill>
                  <a:schemeClr val="tx1"/>
                </a:solidFill>
              </a:rPr>
              <a:t>물류센터를 경쟁력 있는 가격에 투자할 수 있는 기회로 향후 자산가치의 상승 기대</a:t>
            </a:r>
            <a:endParaRPr lang="en-US" altLang="ko-KR" sz="1500" dirty="0">
              <a:solidFill>
                <a:schemeClr val="tx1"/>
              </a:solidFill>
            </a:endParaRPr>
          </a:p>
          <a:p>
            <a:pPr marL="180000" indent="-216000"/>
            <a:r>
              <a:rPr lang="ko-KR" altLang="en-US" sz="1500" dirty="0" err="1">
                <a:solidFill>
                  <a:schemeClr val="tx1"/>
                </a:solidFill>
              </a:rPr>
              <a:t>공실률</a:t>
            </a:r>
            <a:r>
              <a:rPr lang="ko-KR" altLang="en-US" sz="1500" dirty="0">
                <a:solidFill>
                  <a:schemeClr val="tx1"/>
                </a:solidFill>
              </a:rPr>
              <a:t> </a:t>
            </a:r>
            <a:r>
              <a:rPr lang="en-US" altLang="ko-KR" sz="1500" dirty="0">
                <a:solidFill>
                  <a:schemeClr val="tx1"/>
                </a:solidFill>
              </a:rPr>
              <a:t>0% </a:t>
            </a:r>
            <a:r>
              <a:rPr lang="ko-KR" altLang="en-US" sz="1500" dirty="0">
                <a:solidFill>
                  <a:schemeClr val="tx1"/>
                </a:solidFill>
              </a:rPr>
              <a:t>대의 안정적 운영자산으로 향후 임대료 상승 시 추가 수익률 확보 가능</a:t>
            </a:r>
          </a:p>
        </p:txBody>
      </p:sp>
      <p:grpSp>
        <p:nvGrpSpPr>
          <p:cNvPr id="56" name="그룹 55">
            <a:extLst>
              <a:ext uri="{FF2B5EF4-FFF2-40B4-BE49-F238E27FC236}">
                <a16:creationId xmlns:a16="http://schemas.microsoft.com/office/drawing/2014/main" id="{AE05554B-E9CD-E060-E1E6-B0E8DD47722C}"/>
              </a:ext>
            </a:extLst>
          </p:cNvPr>
          <p:cNvGrpSpPr/>
          <p:nvPr/>
        </p:nvGrpSpPr>
        <p:grpSpPr>
          <a:xfrm>
            <a:off x="341350" y="2213297"/>
            <a:ext cx="1941736" cy="1206500"/>
            <a:chOff x="341350" y="2213297"/>
            <a:chExt cx="1941736" cy="1206500"/>
          </a:xfrm>
        </p:grpSpPr>
        <p:sp>
          <p:nvSpPr>
            <p:cNvPr id="2" name="직사각형 1">
              <a:extLst>
                <a:ext uri="{FF2B5EF4-FFF2-40B4-BE49-F238E27FC236}">
                  <a16:creationId xmlns:a16="http://schemas.microsoft.com/office/drawing/2014/main" id="{1508EBB0-F5C6-481E-A5CB-23C12FC99495}"/>
                </a:ext>
              </a:extLst>
            </p:cNvPr>
            <p:cNvSpPr/>
            <p:nvPr/>
          </p:nvSpPr>
          <p:spPr>
            <a:xfrm>
              <a:off x="341350"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3" name="직사각형 2">
              <a:extLst>
                <a:ext uri="{FF2B5EF4-FFF2-40B4-BE49-F238E27FC236}">
                  <a16:creationId xmlns:a16="http://schemas.microsoft.com/office/drawing/2014/main" id="{834B3DBC-B308-44A6-99B1-562AC6F2991E}"/>
                </a:ext>
              </a:extLst>
            </p:cNvPr>
            <p:cNvSpPr/>
            <p:nvPr/>
          </p:nvSpPr>
          <p:spPr>
            <a:xfrm>
              <a:off x="341350" y="2213297"/>
              <a:ext cx="41983" cy="1206500"/>
            </a:xfrm>
            <a:prstGeom prst="rect">
              <a:avLst/>
            </a:prstGeom>
            <a:solidFill>
              <a:schemeClr val="accent5">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11" name="TextBox 10">
              <a:extLst>
                <a:ext uri="{FF2B5EF4-FFF2-40B4-BE49-F238E27FC236}">
                  <a16:creationId xmlns:a16="http://schemas.microsoft.com/office/drawing/2014/main" id="{0EB55AFF-2C67-475A-B4C4-285A68600DED}"/>
                </a:ext>
              </a:extLst>
            </p:cNvPr>
            <p:cNvSpPr txBox="1"/>
            <p:nvPr/>
          </p:nvSpPr>
          <p:spPr>
            <a:xfrm>
              <a:off x="467300" y="2340297"/>
              <a:ext cx="1731818" cy="203200"/>
            </a:xfrm>
            <a:prstGeom prst="rect">
              <a:avLst/>
            </a:prstGeom>
            <a:noFill/>
          </p:spPr>
          <p:txBody>
            <a:bodyPr vertOverflow="overflow" vert="horz" wrap="square" rtlCol="0" anchor="t">
              <a:noAutofit/>
            </a:bodyPr>
            <a:lstStyle/>
            <a:p>
              <a:pPr algn="l"/>
              <a:r>
                <a:rPr lang="ko-KR" altLang="en-US" sz="1000" dirty="0">
                  <a:solidFill>
                    <a:srgbClr val="666666"/>
                  </a:solidFill>
                  <a:latin typeface="KoPubWorld돋움체 Light"/>
                  <a:ea typeface="KoPubWorld돋움체 Light"/>
                  <a:cs typeface="KoPubWorld돋움체 Light"/>
                </a:rPr>
                <a:t>매입가</a:t>
              </a:r>
            </a:p>
          </p:txBody>
        </p:sp>
        <p:sp>
          <p:nvSpPr>
            <p:cNvPr id="12" name="TextBox 11">
              <a:extLst>
                <a:ext uri="{FF2B5EF4-FFF2-40B4-BE49-F238E27FC236}">
                  <a16:creationId xmlns:a16="http://schemas.microsoft.com/office/drawing/2014/main" id="{6B02F655-1100-46FF-9DAD-0DD0CCD1DE78}"/>
                </a:ext>
              </a:extLst>
            </p:cNvPr>
            <p:cNvSpPr txBox="1"/>
            <p:nvPr/>
          </p:nvSpPr>
          <p:spPr>
            <a:xfrm>
              <a:off x="467300"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2,700</a:t>
              </a:r>
              <a:r>
                <a:rPr lang="ko-KR" altLang="en-US" sz="2200" b="1" dirty="0">
                  <a:solidFill>
                    <a:srgbClr val="1F1F1F"/>
                  </a:solidFill>
                  <a:latin typeface="KoPubWorld돋움체 Bold"/>
                  <a:ea typeface="KoPubWorld돋움체 Bold"/>
                  <a:cs typeface="KoPubWorld돋움체 Bold"/>
                </a:rPr>
                <a:t>억</a:t>
              </a:r>
            </a:p>
          </p:txBody>
        </p:sp>
        <p:sp>
          <p:nvSpPr>
            <p:cNvPr id="14" name="TextBox 13">
              <a:extLst>
                <a:ext uri="{FF2B5EF4-FFF2-40B4-BE49-F238E27FC236}">
                  <a16:creationId xmlns:a16="http://schemas.microsoft.com/office/drawing/2014/main" id="{17A69AE0-7BD6-4B22-ADBC-EB5B01A4D51B}"/>
                </a:ext>
              </a:extLst>
            </p:cNvPr>
            <p:cNvSpPr txBox="1"/>
            <p:nvPr/>
          </p:nvSpPr>
          <p:spPr>
            <a:xfrm>
              <a:off x="467300" y="3038797"/>
              <a:ext cx="1731818" cy="279400"/>
            </a:xfrm>
            <a:prstGeom prst="rect">
              <a:avLst/>
            </a:prstGeom>
            <a:noFill/>
          </p:spPr>
          <p:txBody>
            <a:bodyPr vertOverflow="overflow" vert="horz" wrap="square" rtlCol="0" anchor="t">
              <a:noAutofit/>
            </a:bodyPr>
            <a:lstStyle/>
            <a:p>
              <a:pPr algn="l"/>
              <a:r>
                <a:rPr lang="ko-KR" altLang="en-US" sz="900" dirty="0">
                  <a:solidFill>
                    <a:srgbClr val="555555"/>
                  </a:solidFill>
                  <a:latin typeface="KoPubWorld돋움체 Light"/>
                  <a:ea typeface="KoPubWorld돋움체 Light"/>
                  <a:cs typeface="KoPubWorld돋움체 Light"/>
                </a:rPr>
                <a:t>감정가 3,345억 대비 −19.3%</a:t>
              </a:r>
            </a:p>
            <a:p>
              <a:pPr algn="l"/>
              <a:r>
                <a:rPr lang="en-US" altLang="ko-KR" sz="900" dirty="0" err="1">
                  <a:solidFill>
                    <a:srgbClr val="555555"/>
                  </a:solidFill>
                  <a:latin typeface="KoPubWorld돋움체 Light"/>
                  <a:ea typeface="KoPubWorld돋움체 Light"/>
                  <a:cs typeface="KoPubWorld돋움체 Light"/>
                </a:rPr>
                <a:t>Cap.Rate</a:t>
              </a:r>
              <a:r>
                <a:rPr lang="en-US" altLang="ko-KR" sz="900" dirty="0">
                  <a:solidFill>
                    <a:srgbClr val="555555"/>
                  </a:solidFill>
                  <a:latin typeface="KoPubWorld돋움체 Light"/>
                  <a:ea typeface="KoPubWorld돋움체 Light"/>
                  <a:cs typeface="KoPubWorld돋움체 Light"/>
                </a:rPr>
                <a:t> – 4.9%*</a:t>
              </a:r>
              <a:endParaRPr lang="ko-KR" altLang="en-US" sz="900" dirty="0">
                <a:solidFill>
                  <a:srgbClr val="555555"/>
                </a:solidFill>
                <a:latin typeface="KoPubWorld돋움체 Light"/>
                <a:ea typeface="KoPubWorld돋움체 Light"/>
                <a:cs typeface="KoPubWorld돋움체 Light"/>
              </a:endParaRPr>
            </a:p>
          </p:txBody>
        </p:sp>
      </p:grpSp>
      <p:grpSp>
        <p:nvGrpSpPr>
          <p:cNvPr id="55" name="그룹 54">
            <a:extLst>
              <a:ext uri="{FF2B5EF4-FFF2-40B4-BE49-F238E27FC236}">
                <a16:creationId xmlns:a16="http://schemas.microsoft.com/office/drawing/2014/main" id="{1576D645-7BD9-BB56-A1D4-A07BD2137393}"/>
              </a:ext>
            </a:extLst>
          </p:cNvPr>
          <p:cNvGrpSpPr/>
          <p:nvPr/>
        </p:nvGrpSpPr>
        <p:grpSpPr>
          <a:xfrm>
            <a:off x="2349193" y="2213297"/>
            <a:ext cx="1941736" cy="1206500"/>
            <a:chOff x="2367052" y="2213297"/>
            <a:chExt cx="1941736" cy="1206500"/>
          </a:xfrm>
        </p:grpSpPr>
        <p:sp>
          <p:nvSpPr>
            <p:cNvPr id="15" name="직사각형 14">
              <a:extLst>
                <a:ext uri="{FF2B5EF4-FFF2-40B4-BE49-F238E27FC236}">
                  <a16:creationId xmlns:a16="http://schemas.microsoft.com/office/drawing/2014/main" id="{6A107BD8-3D97-4D18-BEAE-24F90421861F}"/>
                </a:ext>
              </a:extLst>
            </p:cNvPr>
            <p:cNvSpPr/>
            <p:nvPr/>
          </p:nvSpPr>
          <p:spPr>
            <a:xfrm>
              <a:off x="236705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6" name="직사각형 15">
              <a:extLst>
                <a:ext uri="{FF2B5EF4-FFF2-40B4-BE49-F238E27FC236}">
                  <a16:creationId xmlns:a16="http://schemas.microsoft.com/office/drawing/2014/main" id="{12E6E23E-9947-4B84-BFDC-FC9B8A685F35}"/>
                </a:ext>
              </a:extLst>
            </p:cNvPr>
            <p:cNvSpPr/>
            <p:nvPr/>
          </p:nvSpPr>
          <p:spPr>
            <a:xfrm>
              <a:off x="2367052" y="2213297"/>
              <a:ext cx="41983" cy="1206500"/>
            </a:xfrm>
            <a:prstGeom prst="rect">
              <a:avLst/>
            </a:prstGeom>
            <a:solidFill>
              <a:schemeClr val="bg1">
                <a:lumMod val="5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grpSp>
          <p:nvGrpSpPr>
            <p:cNvPr id="43" name="그룹 42">
              <a:extLst>
                <a:ext uri="{FF2B5EF4-FFF2-40B4-BE49-F238E27FC236}">
                  <a16:creationId xmlns:a16="http://schemas.microsoft.com/office/drawing/2014/main" id="{64D74B52-E89D-2ABA-67C1-6D0F7C111520}"/>
                </a:ext>
              </a:extLst>
            </p:cNvPr>
            <p:cNvGrpSpPr/>
            <p:nvPr/>
          </p:nvGrpSpPr>
          <p:grpSpPr>
            <a:xfrm>
              <a:off x="2496134" y="2339677"/>
              <a:ext cx="1731818" cy="977900"/>
              <a:chOff x="2493003" y="2340297"/>
              <a:chExt cx="1731818" cy="977900"/>
            </a:xfrm>
          </p:grpSpPr>
          <p:sp>
            <p:nvSpPr>
              <p:cNvPr id="17" name="TextBox 16">
                <a:extLst>
                  <a:ext uri="{FF2B5EF4-FFF2-40B4-BE49-F238E27FC236}">
                    <a16:creationId xmlns:a16="http://schemas.microsoft.com/office/drawing/2014/main" id="{785F5D26-8874-4AD8-ABB9-3B007BF6B9FA}"/>
                  </a:ext>
                </a:extLst>
              </p:cNvPr>
              <p:cNvSpPr txBox="1"/>
              <p:nvPr/>
            </p:nvSpPr>
            <p:spPr>
              <a:xfrm>
                <a:off x="2493003"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LTV (</a:t>
                </a:r>
                <a:r>
                  <a:rPr lang="ko-KR" altLang="en-US" sz="1000" dirty="0">
                    <a:solidFill>
                      <a:srgbClr val="666666"/>
                    </a:solidFill>
                    <a:latin typeface="KoPubWorld돋움체 Light"/>
                    <a:ea typeface="KoPubWorld돋움체 Light"/>
                    <a:cs typeface="KoPubWorld돋움체 Light"/>
                  </a:rPr>
                  <a:t>감정가 기준</a:t>
                </a:r>
                <a:r>
                  <a:rPr lang="en-US" altLang="ko-KR" sz="1000" dirty="0">
                    <a:solidFill>
                      <a:srgbClr val="666666"/>
                    </a:solidFill>
                    <a:latin typeface="KoPubWorld돋움체 Light"/>
                    <a:ea typeface="KoPubWorld돋움체 Light"/>
                    <a:cs typeface="KoPubWorld돋움체 Light"/>
                  </a:rPr>
                  <a:t>)</a:t>
                </a:r>
                <a:endParaRPr lang="ko-KR" altLang="en-US" sz="1000" dirty="0">
                  <a:solidFill>
                    <a:srgbClr val="666666"/>
                  </a:solidFill>
                  <a:latin typeface="KoPubWorld돋움체 Light"/>
                  <a:ea typeface="KoPubWorld돋움체 Light"/>
                  <a:cs typeface="KoPubWorld돋움체 Light"/>
                </a:endParaRPr>
              </a:p>
            </p:txBody>
          </p:sp>
          <p:sp>
            <p:nvSpPr>
              <p:cNvPr id="19" name="TextBox 18">
                <a:extLst>
                  <a:ext uri="{FF2B5EF4-FFF2-40B4-BE49-F238E27FC236}">
                    <a16:creationId xmlns:a16="http://schemas.microsoft.com/office/drawing/2014/main" id="{153DF888-06A0-48FE-99DE-C87B0DA17AF2}"/>
                  </a:ext>
                </a:extLst>
              </p:cNvPr>
              <p:cNvSpPr txBox="1"/>
              <p:nvPr/>
            </p:nvSpPr>
            <p:spPr>
              <a:xfrm>
                <a:off x="249300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59.8%</a:t>
                </a:r>
                <a:endParaRPr lang="ko-KR" altLang="en-US" sz="2200" b="1" dirty="0">
                  <a:solidFill>
                    <a:srgbClr val="1F1F1F"/>
                  </a:solidFill>
                  <a:latin typeface="KoPubWorld돋움체 Bold"/>
                  <a:ea typeface="KoPubWorld돋움체 Bold"/>
                  <a:cs typeface="KoPubWorld돋움체 Bold"/>
                </a:endParaRPr>
              </a:p>
            </p:txBody>
          </p:sp>
          <p:sp>
            <p:nvSpPr>
              <p:cNvPr id="20" name="TextBox 19">
                <a:extLst>
                  <a:ext uri="{FF2B5EF4-FFF2-40B4-BE49-F238E27FC236}">
                    <a16:creationId xmlns:a16="http://schemas.microsoft.com/office/drawing/2014/main" id="{380ABB3E-4E35-4422-9A14-D778538EFFE9}"/>
                  </a:ext>
                </a:extLst>
              </p:cNvPr>
              <p:cNvSpPr txBox="1"/>
              <p:nvPr/>
            </p:nvSpPr>
            <p:spPr>
              <a:xfrm>
                <a:off x="2493003" y="3038797"/>
                <a:ext cx="1731818" cy="279400"/>
              </a:xfrm>
              <a:prstGeom prst="rect">
                <a:avLst/>
              </a:prstGeom>
              <a:noFill/>
            </p:spPr>
            <p:txBody>
              <a:bodyPr vertOverflow="overflow" vert="horz" wrap="square" rtlCol="0" anchor="t">
                <a:noAutofit/>
              </a:bodyPr>
              <a:lstStyle/>
              <a:p>
                <a:r>
                  <a:rPr lang="ko-KR" altLang="en-US" sz="900" dirty="0">
                    <a:solidFill>
                      <a:srgbClr val="555555"/>
                    </a:solidFill>
                    <a:latin typeface="KoPubWorld돋움체 Light"/>
                    <a:ea typeface="KoPubWorld돋움체 Light"/>
                    <a:cs typeface="KoPubWorld돋움체 Light"/>
                  </a:rPr>
                  <a:t>보증금</a:t>
                </a:r>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선순위</a:t>
                </a:r>
                <a:r>
                  <a:rPr lang="en-US" altLang="ko-KR" sz="900" dirty="0">
                    <a:solidFill>
                      <a:srgbClr val="555555"/>
                    </a:solidFill>
                    <a:latin typeface="KoPubWorld돋움체 Light"/>
                    <a:ea typeface="KoPubWorld돋움체 Light"/>
                    <a:cs typeface="KoPubWorld돋움체 Light"/>
                  </a:rPr>
                  <a:t>·</a:t>
                </a:r>
                <a:r>
                  <a:rPr lang="ko-KR" altLang="en-US" sz="900" dirty="0" err="1">
                    <a:solidFill>
                      <a:srgbClr val="555555"/>
                    </a:solidFill>
                    <a:latin typeface="KoPubWorld돋움체 Light"/>
                    <a:ea typeface="KoPubWorld돋움체 Light"/>
                    <a:cs typeface="KoPubWorld돋움체 Light"/>
                  </a:rPr>
                  <a:t>중순위</a:t>
                </a:r>
                <a:r>
                  <a:rPr lang="ko-KR" altLang="en-US" sz="900" dirty="0">
                    <a:solidFill>
                      <a:srgbClr val="555555"/>
                    </a:solidFill>
                    <a:latin typeface="KoPubWorld돋움체 Light"/>
                    <a:ea typeface="KoPubWorld돋움체 Light"/>
                    <a:cs typeface="KoPubWorld돋움체 Light"/>
                  </a:rPr>
                  <a:t> 포함</a:t>
                </a:r>
                <a:r>
                  <a:rPr lang="en-US" altLang="ko-KR" sz="900" dirty="0">
                    <a:solidFill>
                      <a:srgbClr val="555555"/>
                    </a:solidFill>
                    <a:latin typeface="KoPubWorld돋움체 Light"/>
                    <a:ea typeface="KoPubWorld돋움체 Light"/>
                    <a:cs typeface="KoPubWorld돋움체 Light"/>
                  </a:rPr>
                  <a:t> </a:t>
                </a:r>
              </a:p>
              <a:p>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매도인 제시 </a:t>
                </a:r>
                <a:r>
                  <a:rPr lang="ko-KR" altLang="en-US" sz="900" dirty="0" err="1">
                    <a:solidFill>
                      <a:srgbClr val="555555"/>
                    </a:solidFill>
                    <a:latin typeface="KoPubWorld돋움체 Light"/>
                    <a:ea typeface="KoPubWorld돋움체 Light"/>
                    <a:cs typeface="KoPubWorld돋움체 Light"/>
                  </a:rPr>
                  <a:t>담보감정가</a:t>
                </a:r>
                <a:r>
                  <a:rPr lang="ko-KR" altLang="en-US" sz="900" dirty="0">
                    <a:solidFill>
                      <a:srgbClr val="555555"/>
                    </a:solidFill>
                    <a:latin typeface="KoPubWorld돋움체 Light"/>
                    <a:ea typeface="KoPubWorld돋움체 Light"/>
                    <a:cs typeface="KoPubWorld돋움체 Light"/>
                  </a:rPr>
                  <a:t> 기준</a:t>
                </a:r>
                <a:r>
                  <a:rPr lang="en-US" altLang="ko-KR" sz="900" dirty="0">
                    <a:solidFill>
                      <a:srgbClr val="555555"/>
                    </a:solidFill>
                    <a:latin typeface="KoPubWorld돋움체 Light"/>
                    <a:ea typeface="KoPubWorld돋움체 Light"/>
                    <a:cs typeface="KoPubWorld돋움체 Light"/>
                  </a:rPr>
                  <a:t>)</a:t>
                </a:r>
                <a:endParaRPr lang="ko-KR" altLang="en-US" sz="900" dirty="0">
                  <a:solidFill>
                    <a:srgbClr val="555555"/>
                  </a:solidFill>
                  <a:latin typeface="KoPubWorld돋움체 Light"/>
                  <a:ea typeface="KoPubWorld돋움체 Light"/>
                  <a:cs typeface="KoPubWorld돋움체 Light"/>
                </a:endParaRPr>
              </a:p>
            </p:txBody>
          </p:sp>
        </p:grpSp>
      </p:grpSp>
      <p:grpSp>
        <p:nvGrpSpPr>
          <p:cNvPr id="51" name="그룹 50">
            <a:extLst>
              <a:ext uri="{FF2B5EF4-FFF2-40B4-BE49-F238E27FC236}">
                <a16:creationId xmlns:a16="http://schemas.microsoft.com/office/drawing/2014/main" id="{4B60B213-CEFB-9F68-4A51-1FFC6A46493D}"/>
              </a:ext>
            </a:extLst>
          </p:cNvPr>
          <p:cNvGrpSpPr/>
          <p:nvPr/>
        </p:nvGrpSpPr>
        <p:grpSpPr>
          <a:xfrm>
            <a:off x="4357036" y="2213297"/>
            <a:ext cx="1941736" cy="1206500"/>
            <a:chOff x="4315051" y="2213297"/>
            <a:chExt cx="1941736" cy="1206500"/>
          </a:xfrm>
        </p:grpSpPr>
        <p:sp>
          <p:nvSpPr>
            <p:cNvPr id="21" name="직사각형 20">
              <a:extLst>
                <a:ext uri="{FF2B5EF4-FFF2-40B4-BE49-F238E27FC236}">
                  <a16:creationId xmlns:a16="http://schemas.microsoft.com/office/drawing/2014/main" id="{7B89996E-EEC0-4146-8AEE-31D535487067}"/>
                </a:ext>
              </a:extLst>
            </p:cNvPr>
            <p:cNvSpPr/>
            <p:nvPr/>
          </p:nvSpPr>
          <p:spPr>
            <a:xfrm>
              <a:off x="4315051"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2" name="직사각형 21">
              <a:extLst>
                <a:ext uri="{FF2B5EF4-FFF2-40B4-BE49-F238E27FC236}">
                  <a16:creationId xmlns:a16="http://schemas.microsoft.com/office/drawing/2014/main" id="{F436A070-EDF5-4124-8180-3594E3596333}"/>
                </a:ext>
              </a:extLst>
            </p:cNvPr>
            <p:cNvSpPr/>
            <p:nvPr/>
          </p:nvSpPr>
          <p:spPr>
            <a:xfrm>
              <a:off x="4315051" y="2213297"/>
              <a:ext cx="41983" cy="1206500"/>
            </a:xfrm>
            <a:prstGeom prst="rect">
              <a:avLst/>
            </a:prstGeom>
            <a:solidFill>
              <a:schemeClr val="accent2">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23" name="TextBox 22">
              <a:extLst>
                <a:ext uri="{FF2B5EF4-FFF2-40B4-BE49-F238E27FC236}">
                  <a16:creationId xmlns:a16="http://schemas.microsoft.com/office/drawing/2014/main" id="{BE3C658D-81DA-4C16-9F82-281FB7ECD01E}"/>
                </a:ext>
              </a:extLst>
            </p:cNvPr>
            <p:cNvSpPr txBox="1"/>
            <p:nvPr/>
          </p:nvSpPr>
          <p:spPr>
            <a:xfrm>
              <a:off x="4441001"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1</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24" name="TextBox 23">
              <a:extLst>
                <a:ext uri="{FF2B5EF4-FFF2-40B4-BE49-F238E27FC236}">
                  <a16:creationId xmlns:a16="http://schemas.microsoft.com/office/drawing/2014/main" id="{8B08EA08-E414-47A3-81FA-366CE630FDBB}"/>
                </a:ext>
              </a:extLst>
            </p:cNvPr>
            <p:cNvSpPr txBox="1"/>
            <p:nvPr/>
          </p:nvSpPr>
          <p:spPr>
            <a:xfrm>
              <a:off x="4441001"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7.0%</a:t>
              </a:r>
              <a:endParaRPr lang="ko-KR" altLang="en-US" sz="2200" b="1" dirty="0">
                <a:solidFill>
                  <a:srgbClr val="1F1F1F"/>
                </a:solidFill>
                <a:latin typeface="KoPubWorld돋움체 Bold"/>
                <a:ea typeface="KoPubWorld돋움체 Bold"/>
                <a:cs typeface="KoPubWorld돋움체 Bold"/>
              </a:endParaRPr>
            </a:p>
          </p:txBody>
        </p:sp>
        <p:sp>
          <p:nvSpPr>
            <p:cNvPr id="25" name="TextBox 24">
              <a:extLst>
                <a:ext uri="{FF2B5EF4-FFF2-40B4-BE49-F238E27FC236}">
                  <a16:creationId xmlns:a16="http://schemas.microsoft.com/office/drawing/2014/main" id="{9AC09EFC-001B-4669-ABAF-505795D3CCC9}"/>
                </a:ext>
              </a:extLst>
            </p:cNvPr>
            <p:cNvSpPr txBox="1"/>
            <p:nvPr/>
          </p:nvSpPr>
          <p:spPr>
            <a:xfrm>
              <a:off x="4441001"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a:t>
              </a:r>
              <a:r>
                <a:rPr lang="ko-KR" altLang="en-US" sz="900" dirty="0">
                  <a:solidFill>
                    <a:srgbClr val="555555"/>
                  </a:solidFill>
                  <a:latin typeface="KoPubWorld돋움체 Light"/>
                  <a:ea typeface="KoPubWorld돋움체 Light"/>
                  <a:cs typeface="KoPubWorld돋움체 Light"/>
                </a:rPr>
                <a:t>년 평균 추정 </a:t>
              </a:r>
              <a:r>
                <a:rPr lang="en-US" altLang="ko-KR" sz="900" dirty="0">
                  <a:solidFill>
                    <a:srgbClr val="555555"/>
                  </a:solidFill>
                  <a:latin typeface="KoPubWorld돋움체 Light"/>
                  <a:ea typeface="KoPubWorld돋움체 Light"/>
                  <a:cs typeface="KoPubWorld돋움체 Light"/>
                </a:rPr>
                <a:t>IRR 7.1%</a:t>
              </a:r>
            </a:p>
          </p:txBody>
        </p:sp>
      </p:grpSp>
      <p:grpSp>
        <p:nvGrpSpPr>
          <p:cNvPr id="54" name="그룹 53">
            <a:extLst>
              <a:ext uri="{FF2B5EF4-FFF2-40B4-BE49-F238E27FC236}">
                <a16:creationId xmlns:a16="http://schemas.microsoft.com/office/drawing/2014/main" id="{46778238-3527-D098-3B29-ED25E17E6A09}"/>
              </a:ext>
            </a:extLst>
          </p:cNvPr>
          <p:cNvGrpSpPr/>
          <p:nvPr/>
        </p:nvGrpSpPr>
        <p:grpSpPr>
          <a:xfrm>
            <a:off x="8372722" y="2213297"/>
            <a:ext cx="1941736" cy="1206500"/>
            <a:chOff x="8372722" y="2213297"/>
            <a:chExt cx="1941736" cy="1206500"/>
          </a:xfrm>
        </p:grpSpPr>
        <p:sp>
          <p:nvSpPr>
            <p:cNvPr id="26" name="직사각형 25">
              <a:extLst>
                <a:ext uri="{FF2B5EF4-FFF2-40B4-BE49-F238E27FC236}">
                  <a16:creationId xmlns:a16="http://schemas.microsoft.com/office/drawing/2014/main" id="{F02CC458-68CE-4525-9C6F-D6E75CC16EBE}"/>
                </a:ext>
              </a:extLst>
            </p:cNvPr>
            <p:cNvSpPr/>
            <p:nvPr/>
          </p:nvSpPr>
          <p:spPr>
            <a:xfrm>
              <a:off x="837272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7" name="직사각형 26">
              <a:extLst>
                <a:ext uri="{FF2B5EF4-FFF2-40B4-BE49-F238E27FC236}">
                  <a16:creationId xmlns:a16="http://schemas.microsoft.com/office/drawing/2014/main" id="{8C6D2269-FD9E-4D88-883C-A2F4C17F8261}"/>
                </a:ext>
              </a:extLst>
            </p:cNvPr>
            <p:cNvSpPr/>
            <p:nvPr/>
          </p:nvSpPr>
          <p:spPr>
            <a:xfrm>
              <a:off x="8372722" y="2213297"/>
              <a:ext cx="41983" cy="1206500"/>
            </a:xfrm>
            <a:prstGeom prst="rect">
              <a:avLst/>
            </a:prstGeom>
            <a:solidFill>
              <a:schemeClr val="accent6">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28" name="TextBox 27">
              <a:extLst>
                <a:ext uri="{FF2B5EF4-FFF2-40B4-BE49-F238E27FC236}">
                  <a16:creationId xmlns:a16="http://schemas.microsoft.com/office/drawing/2014/main" id="{A8F7D32F-6910-40A9-8518-41A351DFAC85}"/>
                </a:ext>
              </a:extLst>
            </p:cNvPr>
            <p:cNvSpPr txBox="1"/>
            <p:nvPr/>
          </p:nvSpPr>
          <p:spPr>
            <a:xfrm>
              <a:off x="8498673" y="2340297"/>
              <a:ext cx="1731818" cy="203200"/>
            </a:xfrm>
            <a:prstGeom prst="rect">
              <a:avLst/>
            </a:prstGeom>
            <a:noFill/>
          </p:spPr>
          <p:txBody>
            <a:bodyPr vertOverflow="overflow" vert="horz" wrap="square" rtlCol="0" anchor="t">
              <a:noAutofit/>
            </a:bodyPr>
            <a:lstStyle/>
            <a:p>
              <a:pPr algn="l"/>
              <a:r>
                <a:rPr lang="ko-KR" altLang="en-US" sz="1000" dirty="0" err="1">
                  <a:solidFill>
                    <a:srgbClr val="666666"/>
                  </a:solidFill>
                  <a:latin typeface="KoPubWorld돋움체 Light"/>
                  <a:ea typeface="KoPubWorld돋움체 Light"/>
                  <a:cs typeface="KoPubWorld돋움체 Light"/>
                </a:rPr>
                <a:t>보통주</a:t>
              </a:r>
              <a:r>
                <a:rPr lang="ko-KR" altLang="en-US" sz="1000" dirty="0">
                  <a:solidFill>
                    <a:srgbClr val="666666"/>
                  </a:solidFill>
                  <a:latin typeface="KoPubWorld돋움체 Light"/>
                  <a:ea typeface="KoPubWorld돋움체 Light"/>
                  <a:cs typeface="KoPubWorld돋움체 Light"/>
                </a:rPr>
                <a:t> 투자수익률</a:t>
              </a:r>
            </a:p>
          </p:txBody>
        </p:sp>
        <p:sp>
          <p:nvSpPr>
            <p:cNvPr id="29" name="TextBox 28">
              <a:extLst>
                <a:ext uri="{FF2B5EF4-FFF2-40B4-BE49-F238E27FC236}">
                  <a16:creationId xmlns:a16="http://schemas.microsoft.com/office/drawing/2014/main" id="{466F0100-1A36-4964-9090-3C77C5D4737F}"/>
                </a:ext>
              </a:extLst>
            </p:cNvPr>
            <p:cNvSpPr txBox="1"/>
            <p:nvPr/>
          </p:nvSpPr>
          <p:spPr>
            <a:xfrm>
              <a:off x="849867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16.44%</a:t>
              </a:r>
              <a:endParaRPr lang="ko-KR" altLang="en-US" sz="2200" b="1" dirty="0">
                <a:solidFill>
                  <a:srgbClr val="1F1F1F"/>
                </a:solidFill>
                <a:latin typeface="KoPubWorld돋움체 Bold"/>
                <a:ea typeface="KoPubWorld돋움체 Bold"/>
                <a:cs typeface="KoPubWorld돋움체 Bold"/>
              </a:endParaRPr>
            </a:p>
          </p:txBody>
        </p:sp>
        <p:sp>
          <p:nvSpPr>
            <p:cNvPr id="30" name="TextBox 29">
              <a:extLst>
                <a:ext uri="{FF2B5EF4-FFF2-40B4-BE49-F238E27FC236}">
                  <a16:creationId xmlns:a16="http://schemas.microsoft.com/office/drawing/2014/main" id="{3D7AAD1E-86DC-4202-A234-187CA5F72817}"/>
                </a:ext>
              </a:extLst>
            </p:cNvPr>
            <p:cNvSpPr txBox="1"/>
            <p:nvPr/>
          </p:nvSpPr>
          <p:spPr>
            <a:xfrm>
              <a:off x="8498673"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E. Multiple 4.35 예상</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80%</a:t>
              </a:r>
              <a:r>
                <a:rPr lang="ko-KR" altLang="en-US" sz="900" dirty="0">
                  <a:solidFill>
                    <a:srgbClr val="555555"/>
                  </a:solidFill>
                  <a:latin typeface="KoPubWorld돋움체 Light"/>
                  <a:ea typeface="KoPubWorld돋움체 Light"/>
                  <a:cs typeface="KoPubWorld돋움체 Light"/>
                </a:rPr>
                <a:t> </a:t>
              </a:r>
            </a:p>
          </p:txBody>
        </p:sp>
      </p:grpSp>
      <p:sp>
        <p:nvSpPr>
          <p:cNvPr id="31" name="TextBox 30">
            <a:extLst>
              <a:ext uri="{FF2B5EF4-FFF2-40B4-BE49-F238E27FC236}">
                <a16:creationId xmlns:a16="http://schemas.microsoft.com/office/drawing/2014/main" id="{E53D771D-CCB0-424C-BBA2-95FB8A04A074}"/>
              </a:ext>
            </a:extLst>
          </p:cNvPr>
          <p:cNvSpPr txBox="1"/>
          <p:nvPr/>
        </p:nvSpPr>
        <p:spPr>
          <a:xfrm>
            <a:off x="457200" y="3707829"/>
            <a:ext cx="5080000" cy="279400"/>
          </a:xfrm>
          <a:prstGeom prst="rect">
            <a:avLst/>
          </a:prstGeom>
          <a:noFill/>
        </p:spPr>
        <p:txBody>
          <a:bodyPr vertOverflow="overflow" vert="horz" wrap="square" rtlCol="0" anchor="t">
            <a:noAutofit/>
          </a:bodyPr>
          <a:lstStyle/>
          <a:p>
            <a:pPr algn="l"/>
            <a:r>
              <a:rPr lang="en-US" altLang="ko-KR" sz="1300" b="1" dirty="0">
                <a:solidFill>
                  <a:srgbClr val="8B0000"/>
                </a:solidFill>
                <a:latin typeface="KoPubWorld돋움체 Bold"/>
                <a:ea typeface="KoPubWorld돋움체 Bold"/>
                <a:cs typeface="KoPubWorld돋움체 Bold"/>
              </a:rPr>
              <a:t>Key Investment Highlights</a:t>
            </a:r>
            <a:endParaRPr lang="ko-KR" altLang="en-US" sz="1300" b="1" dirty="0">
              <a:solidFill>
                <a:srgbClr val="8B0000"/>
              </a:solidFill>
              <a:latin typeface="KoPubWorld돋움체 Bold"/>
              <a:ea typeface="KoPubWorld돋움체 Bold"/>
              <a:cs typeface="KoPubWorld돋움체 Bold"/>
            </a:endParaRPr>
          </a:p>
        </p:txBody>
      </p:sp>
      <p:grpSp>
        <p:nvGrpSpPr>
          <p:cNvPr id="50" name="그룹 49">
            <a:extLst>
              <a:ext uri="{FF2B5EF4-FFF2-40B4-BE49-F238E27FC236}">
                <a16:creationId xmlns:a16="http://schemas.microsoft.com/office/drawing/2014/main" id="{4C8288EB-6EC7-0702-D20F-47A35AA91BA1}"/>
              </a:ext>
            </a:extLst>
          </p:cNvPr>
          <p:cNvGrpSpPr/>
          <p:nvPr/>
        </p:nvGrpSpPr>
        <p:grpSpPr>
          <a:xfrm>
            <a:off x="508000" y="4256817"/>
            <a:ext cx="9715500" cy="279400"/>
            <a:chOff x="508000" y="4267200"/>
            <a:chExt cx="9715500" cy="279400"/>
          </a:xfrm>
        </p:grpSpPr>
        <p:sp>
          <p:nvSpPr>
            <p:cNvPr id="32" name="타원 31">
              <a:extLst>
                <a:ext uri="{FF2B5EF4-FFF2-40B4-BE49-F238E27FC236}">
                  <a16:creationId xmlns:a16="http://schemas.microsoft.com/office/drawing/2014/main" id="{9FCA000F-068C-4AA9-8C56-23FA8B0B392B}"/>
                </a:ext>
              </a:extLst>
            </p:cNvPr>
            <p:cNvSpPr/>
            <p:nvPr/>
          </p:nvSpPr>
          <p:spPr>
            <a:xfrm>
              <a:off x="508000" y="43688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3" name="TextBox 32">
              <a:extLst>
                <a:ext uri="{FF2B5EF4-FFF2-40B4-BE49-F238E27FC236}">
                  <a16:creationId xmlns:a16="http://schemas.microsoft.com/office/drawing/2014/main" id="{706F4287-8232-4AE5-86B1-733B0AB0A1D0}"/>
                </a:ext>
              </a:extLst>
            </p:cNvPr>
            <p:cNvSpPr txBox="1"/>
            <p:nvPr/>
          </p:nvSpPr>
          <p:spPr>
            <a:xfrm>
              <a:off x="698500" y="42672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신축 Core 물류센터 자산을 개발원가 수준(감정가 대비 약 -19.3%, Cap.Rate 약 4.9%*)에 매입할 수 있는 기회 </a:t>
              </a:r>
            </a:p>
          </p:txBody>
        </p:sp>
      </p:grpSp>
      <p:grpSp>
        <p:nvGrpSpPr>
          <p:cNvPr id="49" name="그룹 48">
            <a:extLst>
              <a:ext uri="{FF2B5EF4-FFF2-40B4-BE49-F238E27FC236}">
                <a16:creationId xmlns:a16="http://schemas.microsoft.com/office/drawing/2014/main" id="{5F1A5529-50D3-F422-1EEF-9F37F0E4C1BA}"/>
              </a:ext>
            </a:extLst>
          </p:cNvPr>
          <p:cNvGrpSpPr/>
          <p:nvPr/>
        </p:nvGrpSpPr>
        <p:grpSpPr>
          <a:xfrm>
            <a:off x="508000" y="4685889"/>
            <a:ext cx="9715500" cy="279400"/>
            <a:chOff x="508000" y="4610100"/>
            <a:chExt cx="9715500" cy="279400"/>
          </a:xfrm>
        </p:grpSpPr>
        <p:sp>
          <p:nvSpPr>
            <p:cNvPr id="34" name="타원 33">
              <a:extLst>
                <a:ext uri="{FF2B5EF4-FFF2-40B4-BE49-F238E27FC236}">
                  <a16:creationId xmlns:a16="http://schemas.microsoft.com/office/drawing/2014/main" id="{6239E00D-6041-4C43-B521-2EEFCEAC37AC}"/>
                </a:ext>
              </a:extLst>
            </p:cNvPr>
            <p:cNvSpPr/>
            <p:nvPr/>
          </p:nvSpPr>
          <p:spPr>
            <a:xfrm>
              <a:off x="508000" y="47117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5" name="TextBox 34">
              <a:extLst>
                <a:ext uri="{FF2B5EF4-FFF2-40B4-BE49-F238E27FC236}">
                  <a16:creationId xmlns:a16="http://schemas.microsoft.com/office/drawing/2014/main" id="{4C7C4C48-134C-4022-8596-289BB65D736C}"/>
                </a:ext>
              </a:extLst>
            </p:cNvPr>
            <p:cNvSpPr txBox="1"/>
            <p:nvPr/>
          </p:nvSpPr>
          <p:spPr>
            <a:xfrm>
              <a:off x="698500" y="4610100"/>
              <a:ext cx="9525000" cy="279400"/>
            </a:xfrm>
            <a:prstGeom prst="rect">
              <a:avLst/>
            </a:prstGeom>
            <a:noFill/>
          </p:spPr>
          <p:txBody>
            <a:bodyPr vertOverflow="overflow" vert="horz" wrap="square" rtlCol="0" anchor="t">
              <a:noAutofit/>
            </a:bodyPr>
            <a:lstStyle/>
            <a:p>
              <a:r>
                <a:rPr lang="ko-KR" altLang="en-US" sz="1200" dirty="0">
                  <a:solidFill>
                    <a:srgbClr val="1F1F1F"/>
                  </a:solidFill>
                  <a:latin typeface="KoPubWorld돋움체 Light"/>
                  <a:ea typeface="KoPubWorld돋움체 Light"/>
                  <a:cs typeface="KoPubWorld돋움체 Light"/>
                </a:rPr>
                <a:t>강남권역을 비롯한 수도권 주요 소비지에 초 근접한 입지로 향후 공급제한으로 인한 임대료 및 자산가치 상승 기대</a:t>
              </a:r>
            </a:p>
          </p:txBody>
        </p:sp>
      </p:grpSp>
      <p:grpSp>
        <p:nvGrpSpPr>
          <p:cNvPr id="48" name="그룹 47">
            <a:extLst>
              <a:ext uri="{FF2B5EF4-FFF2-40B4-BE49-F238E27FC236}">
                <a16:creationId xmlns:a16="http://schemas.microsoft.com/office/drawing/2014/main" id="{11FE37DF-C513-F154-7E1A-E6ABEB33FA56}"/>
              </a:ext>
            </a:extLst>
          </p:cNvPr>
          <p:cNvGrpSpPr/>
          <p:nvPr/>
        </p:nvGrpSpPr>
        <p:grpSpPr>
          <a:xfrm>
            <a:off x="508000" y="5114961"/>
            <a:ext cx="9715500" cy="279400"/>
            <a:chOff x="508000" y="4953000"/>
            <a:chExt cx="9715500" cy="279400"/>
          </a:xfrm>
        </p:grpSpPr>
        <p:sp>
          <p:nvSpPr>
            <p:cNvPr id="36" name="타원 35">
              <a:extLst>
                <a:ext uri="{FF2B5EF4-FFF2-40B4-BE49-F238E27FC236}">
                  <a16:creationId xmlns:a16="http://schemas.microsoft.com/office/drawing/2014/main" id="{03C24AE0-5850-47B6-B686-DA0B0267A499}"/>
                </a:ext>
              </a:extLst>
            </p:cNvPr>
            <p:cNvSpPr/>
            <p:nvPr/>
          </p:nvSpPr>
          <p:spPr>
            <a:xfrm>
              <a:off x="508000" y="50546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7" name="TextBox 36">
              <a:extLst>
                <a:ext uri="{FF2B5EF4-FFF2-40B4-BE49-F238E27FC236}">
                  <a16:creationId xmlns:a16="http://schemas.microsoft.com/office/drawing/2014/main" id="{96523E2C-FB56-4BC5-BA19-6B343E739C3A}"/>
                </a:ext>
              </a:extLst>
            </p:cNvPr>
            <p:cNvSpPr txBox="1"/>
            <p:nvPr/>
          </p:nvSpPr>
          <p:spPr>
            <a:xfrm>
              <a:off x="698500" y="4953000"/>
              <a:ext cx="9525000" cy="279400"/>
            </a:xfrm>
            <a:prstGeom prst="rect">
              <a:avLst/>
            </a:prstGeom>
            <a:noFill/>
          </p:spPr>
          <p:txBody>
            <a:bodyPr vertOverflow="overflow" vert="horz" wrap="square" rtlCol="0" anchor="t">
              <a:noAutofit/>
            </a:bodyPr>
            <a:lstStyle/>
            <a:p>
              <a:r>
                <a:rPr lang="en-US" altLang="ko-KR" sz="1200" dirty="0">
                  <a:solidFill>
                    <a:srgbClr val="1F1F1F"/>
                  </a:solidFill>
                  <a:latin typeface="KoPubWorld돋움체 Light"/>
                  <a:ea typeface="KoPubWorld돋움체 Light"/>
                  <a:cs typeface="KoPubWorld돋움체 Light"/>
                </a:rPr>
                <a:t>WALE 6.7</a:t>
              </a:r>
              <a:r>
                <a:rPr lang="ko-KR" altLang="en-US" sz="1200" dirty="0">
                  <a:solidFill>
                    <a:srgbClr val="1F1F1F"/>
                  </a:solidFill>
                  <a:latin typeface="KoPubWorld돋움체 Light"/>
                  <a:ea typeface="KoPubWorld돋움체 Light"/>
                  <a:cs typeface="KoPubWorld돋움체 Light"/>
                </a:rPr>
                <a:t>년</a:t>
              </a:r>
              <a:r>
                <a:rPr lang="en-US" altLang="ko-KR" sz="1200" dirty="0">
                  <a:solidFill>
                    <a:srgbClr val="1F1F1F"/>
                  </a:solidFill>
                  <a:latin typeface="KoPubWorld돋움체 Light"/>
                  <a:ea typeface="KoPubWorld돋움체 Light"/>
                  <a:cs typeface="KoPubWorld돋움체 Light"/>
                </a:rPr>
                <a:t>(</a:t>
              </a:r>
              <a:r>
                <a:rPr lang="ko-KR" altLang="en-US" sz="1200" dirty="0">
                  <a:solidFill>
                    <a:srgbClr val="1F1F1F"/>
                  </a:solidFill>
                  <a:latin typeface="KoPubWorld돋움체 Light"/>
                  <a:ea typeface="KoPubWorld돋움체 Light"/>
                  <a:cs typeface="KoPubWorld돋움체 Light"/>
                </a:rPr>
                <a:t>거래 종결일 기준</a:t>
              </a:r>
              <a:r>
                <a:rPr lang="en-US" altLang="ko-KR" sz="1200" dirty="0">
                  <a:solidFill>
                    <a:srgbClr val="1F1F1F"/>
                  </a:solidFill>
                  <a:latin typeface="KoPubWorld돋움체 Light"/>
                  <a:ea typeface="KoPubWorld돋움체 Light"/>
                  <a:cs typeface="KoPubWorld돋움체 Light"/>
                </a:rPr>
                <a:t>), </a:t>
              </a:r>
              <a:r>
                <a:rPr lang="ko-KR" altLang="en-US" sz="1200" dirty="0" err="1">
                  <a:solidFill>
                    <a:srgbClr val="1F1F1F"/>
                  </a:solidFill>
                  <a:latin typeface="KoPubWorld돋움체 Light"/>
                  <a:ea typeface="KoPubWorld돋움체 Light"/>
                  <a:cs typeface="KoPubWorld돋움체 Light"/>
                </a:rPr>
                <a:t>공실률</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0.68%</a:t>
              </a:r>
              <a:r>
                <a:rPr lang="ko-KR" altLang="en-US" sz="1200" dirty="0">
                  <a:solidFill>
                    <a:srgbClr val="1F1F1F"/>
                  </a:solidFill>
                  <a:latin typeface="KoPubWorld돋움체 Light"/>
                  <a:ea typeface="KoPubWorld돋움체 Light"/>
                  <a:cs typeface="KoPubWorld돋움체 Light"/>
                </a:rPr>
                <a:t>의 초과 임차수요를 바탕으로 안정적 자산운영 가능</a:t>
              </a:r>
            </a:p>
          </p:txBody>
        </p:sp>
      </p:grpSp>
      <p:grpSp>
        <p:nvGrpSpPr>
          <p:cNvPr id="46" name="그룹 45">
            <a:extLst>
              <a:ext uri="{FF2B5EF4-FFF2-40B4-BE49-F238E27FC236}">
                <a16:creationId xmlns:a16="http://schemas.microsoft.com/office/drawing/2014/main" id="{91A768EA-C8EB-1082-7DCA-48CF983D6D17}"/>
              </a:ext>
            </a:extLst>
          </p:cNvPr>
          <p:cNvGrpSpPr/>
          <p:nvPr/>
        </p:nvGrpSpPr>
        <p:grpSpPr>
          <a:xfrm>
            <a:off x="508000" y="5544033"/>
            <a:ext cx="9715500" cy="279400"/>
            <a:chOff x="508000" y="5638800"/>
            <a:chExt cx="9715500" cy="279400"/>
          </a:xfrm>
        </p:grpSpPr>
        <p:sp>
          <p:nvSpPr>
            <p:cNvPr id="40" name="타원 39">
              <a:extLst>
                <a:ext uri="{FF2B5EF4-FFF2-40B4-BE49-F238E27FC236}">
                  <a16:creationId xmlns:a16="http://schemas.microsoft.com/office/drawing/2014/main" id="{A138CB4C-7E84-4D46-A7F1-3520C0FB1B2D}"/>
                </a:ext>
              </a:extLst>
            </p:cNvPr>
            <p:cNvSpPr/>
            <p:nvPr/>
          </p:nvSpPr>
          <p:spPr>
            <a:xfrm>
              <a:off x="508000" y="57404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1" name="TextBox 40">
              <a:extLst>
                <a:ext uri="{FF2B5EF4-FFF2-40B4-BE49-F238E27FC236}">
                  <a16:creationId xmlns:a16="http://schemas.microsoft.com/office/drawing/2014/main" id="{10C88C51-8E42-49C3-9188-7A06704016EA}"/>
                </a:ext>
              </a:extLst>
            </p:cNvPr>
            <p:cNvSpPr txBox="1"/>
            <p:nvPr/>
          </p:nvSpPr>
          <p:spPr>
            <a:xfrm>
              <a:off x="698500" y="56388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수도권 초 근접지로서 </a:t>
              </a:r>
              <a:r>
                <a:rPr lang="ko-KR" altLang="en-US" sz="1200" dirty="0" err="1">
                  <a:solidFill>
                    <a:srgbClr val="1F1F1F"/>
                  </a:solidFill>
                  <a:latin typeface="KoPubWorld돋움체 Light"/>
                  <a:ea typeface="KoPubWorld돋움체 Light"/>
                  <a:cs typeface="KoPubWorld돋움체 Light"/>
                </a:rPr>
                <a:t>라스트마일</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Core </a:t>
              </a:r>
              <a:r>
                <a:rPr lang="ko-KR" altLang="en-US" sz="1200" dirty="0">
                  <a:solidFill>
                    <a:srgbClr val="1F1F1F"/>
                  </a:solidFill>
                  <a:latin typeface="KoPubWorld돋움체 Light"/>
                  <a:ea typeface="KoPubWorld돋움체 Light"/>
                  <a:cs typeface="KoPubWorld돋움체 Light"/>
                </a:rPr>
                <a:t>물류센터 공급 제한</a:t>
              </a:r>
              <a:r>
                <a:rPr lang="en-US" altLang="ko-KR" sz="1200" dirty="0">
                  <a:solidFill>
                    <a:srgbClr val="1F1F1F"/>
                  </a:solidFill>
                  <a:latin typeface="KoPubWorld돋움체 Light"/>
                  <a:ea typeface="KoPubWorld돋움체 Light"/>
                  <a:cs typeface="KoPubWorld돋움체 Light"/>
                </a:rPr>
                <a:t>, </a:t>
              </a:r>
              <a:r>
                <a:rPr lang="ko-KR" altLang="en-US" sz="1200" dirty="0">
                  <a:solidFill>
                    <a:srgbClr val="1F1F1F"/>
                  </a:solidFill>
                  <a:latin typeface="KoPubWorld돋움체 Light"/>
                  <a:ea typeface="KoPubWorld돋움체 Light"/>
                  <a:cs typeface="KoPubWorld돋움체 Light"/>
                </a:rPr>
                <a:t>중부권역 희소한 자산으로 임대료 상승 시 </a:t>
              </a:r>
              <a:r>
                <a:rPr lang="en-US" altLang="ko-KR" sz="1200" dirty="0">
                  <a:solidFill>
                    <a:srgbClr val="1F1F1F"/>
                  </a:solidFill>
                  <a:latin typeface="KoPubWorld돋움체 Light"/>
                  <a:ea typeface="KoPubWorld돋움체 Light"/>
                  <a:cs typeface="KoPubWorld돋움체 Light"/>
                </a:rPr>
                <a:t>Upside Potential </a:t>
              </a:r>
              <a:r>
                <a:rPr lang="ko-KR" altLang="en-US" sz="1200" dirty="0">
                  <a:solidFill>
                    <a:srgbClr val="1F1F1F"/>
                  </a:solidFill>
                  <a:latin typeface="KoPubWorld돋움체 Light"/>
                  <a:ea typeface="KoPubWorld돋움체 Light"/>
                  <a:cs typeface="KoPubWorld돋움체 Light"/>
                </a:rPr>
                <a:t>보유</a:t>
              </a:r>
            </a:p>
          </p:txBody>
        </p:sp>
      </p:grpSp>
      <p:sp>
        <p:nvSpPr>
          <p:cNvPr id="57" name="TextBox 56">
            <a:extLst>
              <a:ext uri="{FF2B5EF4-FFF2-40B4-BE49-F238E27FC236}">
                <a16:creationId xmlns:a16="http://schemas.microsoft.com/office/drawing/2014/main" id="{19929775-EF33-C056-5A76-12E6BA7A6360}"/>
              </a:ext>
            </a:extLst>
          </p:cNvPr>
          <p:cNvSpPr txBox="1"/>
          <p:nvPr/>
        </p:nvSpPr>
        <p:spPr>
          <a:xfrm>
            <a:off x="489406" y="6552145"/>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a:t>
            </a:r>
            <a:r>
              <a:rPr lang="en-US" altLang="ko-KR" sz="1000" dirty="0" err="1">
                <a:latin typeface="KoPubWorld돋움체 Light" panose="00000300000000000000" pitchFamily="2" charset="-127"/>
                <a:ea typeface="KoPubWorld돋움체 Light" panose="00000300000000000000" pitchFamily="2" charset="-127"/>
              </a:rPr>
              <a:t>Cap.Rate</a:t>
            </a:r>
            <a:r>
              <a:rPr lang="en-US" altLang="ko-KR" sz="1000" dirty="0">
                <a:latin typeface="KoPubWorld돋움체 Light" panose="00000300000000000000" pitchFamily="2" charset="-127"/>
                <a:ea typeface="KoPubWorld돋움체 Light" panose="00000300000000000000" pitchFamily="2" charset="-127"/>
              </a:rPr>
              <a:t> : NOI/(</a:t>
            </a:r>
            <a:r>
              <a:rPr lang="ko-KR" altLang="en-US" sz="1000" dirty="0">
                <a:latin typeface="KoPubWorld돋움체 Light" panose="00000300000000000000" pitchFamily="2" charset="-127"/>
                <a:ea typeface="KoPubWorld돋움체 Light" panose="00000300000000000000" pitchFamily="2" charset="-127"/>
              </a:rPr>
              <a:t>매입가</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임대보증금</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53" name="그룹 52">
            <a:extLst>
              <a:ext uri="{FF2B5EF4-FFF2-40B4-BE49-F238E27FC236}">
                <a16:creationId xmlns:a16="http://schemas.microsoft.com/office/drawing/2014/main" id="{84E88418-7CA1-4D7E-168C-94475340F377}"/>
              </a:ext>
            </a:extLst>
          </p:cNvPr>
          <p:cNvGrpSpPr/>
          <p:nvPr/>
        </p:nvGrpSpPr>
        <p:grpSpPr>
          <a:xfrm>
            <a:off x="6364879" y="2213297"/>
            <a:ext cx="1941736" cy="1206500"/>
            <a:chOff x="6343886" y="2213297"/>
            <a:chExt cx="1941736" cy="1206500"/>
          </a:xfrm>
        </p:grpSpPr>
        <p:sp>
          <p:nvSpPr>
            <p:cNvPr id="9" name="직사각형 8">
              <a:extLst>
                <a:ext uri="{FF2B5EF4-FFF2-40B4-BE49-F238E27FC236}">
                  <a16:creationId xmlns:a16="http://schemas.microsoft.com/office/drawing/2014/main" id="{8197E956-9B08-0D0A-B85D-5BFA370BC89F}"/>
                </a:ext>
              </a:extLst>
            </p:cNvPr>
            <p:cNvSpPr/>
            <p:nvPr/>
          </p:nvSpPr>
          <p:spPr>
            <a:xfrm>
              <a:off x="6343886"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0" name="직사각형 9">
              <a:extLst>
                <a:ext uri="{FF2B5EF4-FFF2-40B4-BE49-F238E27FC236}">
                  <a16:creationId xmlns:a16="http://schemas.microsoft.com/office/drawing/2014/main" id="{8F82FFEE-728D-586E-09D6-02A1B2D328ED}"/>
                </a:ext>
              </a:extLst>
            </p:cNvPr>
            <p:cNvSpPr/>
            <p:nvPr/>
          </p:nvSpPr>
          <p:spPr>
            <a:xfrm>
              <a:off x="6343886" y="2213297"/>
              <a:ext cx="41983" cy="1206500"/>
            </a:xfrm>
            <a:prstGeom prst="rect">
              <a:avLst/>
            </a:prstGeom>
            <a:solidFill>
              <a:schemeClr val="accent4">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38" name="TextBox 37">
              <a:extLst>
                <a:ext uri="{FF2B5EF4-FFF2-40B4-BE49-F238E27FC236}">
                  <a16:creationId xmlns:a16="http://schemas.microsoft.com/office/drawing/2014/main" id="{3BD86DB4-62F8-4BBC-B788-0BFA9AEC2BE4}"/>
                </a:ext>
              </a:extLst>
            </p:cNvPr>
            <p:cNvSpPr txBox="1"/>
            <p:nvPr/>
          </p:nvSpPr>
          <p:spPr>
            <a:xfrm>
              <a:off x="6469836"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2</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39" name="TextBox 38">
              <a:extLst>
                <a:ext uri="{FF2B5EF4-FFF2-40B4-BE49-F238E27FC236}">
                  <a16:creationId xmlns:a16="http://schemas.microsoft.com/office/drawing/2014/main" id="{75DB6EB8-1711-5A17-F93C-86AB8F96DD1D}"/>
                </a:ext>
              </a:extLst>
            </p:cNvPr>
            <p:cNvSpPr txBox="1"/>
            <p:nvPr/>
          </p:nvSpPr>
          <p:spPr>
            <a:xfrm>
              <a:off x="6469836"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7.5%</a:t>
              </a:r>
            </a:p>
          </p:txBody>
        </p:sp>
        <p:sp>
          <p:nvSpPr>
            <p:cNvPr id="42" name="TextBox 41">
              <a:extLst>
                <a:ext uri="{FF2B5EF4-FFF2-40B4-BE49-F238E27FC236}">
                  <a16:creationId xmlns:a16="http://schemas.microsoft.com/office/drawing/2014/main" id="{B41C4E8A-3475-4098-25FC-CBE35492B88C}"/>
                </a:ext>
              </a:extLst>
            </p:cNvPr>
            <p:cNvSpPr txBox="1"/>
            <p:nvPr/>
          </p:nvSpPr>
          <p:spPr>
            <a:xfrm>
              <a:off x="6462030"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a:t>
              </a:r>
              <a:r>
                <a:rPr lang="ko-KR" altLang="en-US" sz="900" dirty="0">
                  <a:solidFill>
                    <a:srgbClr val="555555"/>
                  </a:solidFill>
                  <a:latin typeface="KoPubWorld돋움체 Light"/>
                  <a:ea typeface="KoPubWorld돋움체 Light"/>
                  <a:cs typeface="KoPubWorld돋움체 Light"/>
                </a:rPr>
                <a:t>년 평균 추정 </a:t>
              </a:r>
              <a:r>
                <a:rPr lang="en-US" altLang="ko-KR" sz="900" dirty="0">
                  <a:solidFill>
                    <a:srgbClr val="555555"/>
                  </a:solidFill>
                  <a:latin typeface="KoPubWorld돋움체 Light"/>
                  <a:ea typeface="KoPubWorld돋움체 Light"/>
                  <a:cs typeface="KoPubWorld돋움체 Light"/>
                </a:rPr>
                <a:t>IRR 9.24%</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20%</a:t>
              </a:r>
            </a:p>
          </p:txBody>
        </p:sp>
      </p:grpSp>
      <p:grpSp>
        <p:nvGrpSpPr>
          <p:cNvPr id="4" name="그룹 3">
            <a:extLst>
              <a:ext uri="{FF2B5EF4-FFF2-40B4-BE49-F238E27FC236}">
                <a16:creationId xmlns:a16="http://schemas.microsoft.com/office/drawing/2014/main" id="{DB322881-B859-D811-4DC2-2779BBB0C4CE}"/>
              </a:ext>
            </a:extLst>
          </p:cNvPr>
          <p:cNvGrpSpPr/>
          <p:nvPr/>
        </p:nvGrpSpPr>
        <p:grpSpPr>
          <a:xfrm>
            <a:off x="-558750" y="2591705"/>
            <a:ext cx="288032" cy="1368185"/>
            <a:chOff x="-558750" y="2591705"/>
            <a:chExt cx="288032" cy="1368185"/>
          </a:xfrm>
        </p:grpSpPr>
        <p:sp>
          <p:nvSpPr>
            <p:cNvPr id="5" name="직사각형 4">
              <a:extLst>
                <a:ext uri="{FF2B5EF4-FFF2-40B4-BE49-F238E27FC236}">
                  <a16:creationId xmlns:a16="http://schemas.microsoft.com/office/drawing/2014/main" id="{3149645B-94A4-7A4C-EB68-170AAED3F34D}"/>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4626758F-8006-D204-4118-7BFCBBABCDA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a:extLst>
                <a:ext uri="{FF2B5EF4-FFF2-40B4-BE49-F238E27FC236}">
                  <a16:creationId xmlns:a16="http://schemas.microsoft.com/office/drawing/2014/main" id="{B3DF73E6-C1A5-8FC6-3C4C-BC02D94F7D53}"/>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직사각형 46">
              <a:extLst>
                <a:ext uri="{FF2B5EF4-FFF2-40B4-BE49-F238E27FC236}">
                  <a16:creationId xmlns:a16="http://schemas.microsoft.com/office/drawing/2014/main" id="{0C44CE88-2D96-22A3-4257-533469CB14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98484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en-US" altLang="ko-KR" sz="1500" dirty="0">
                <a:solidFill>
                  <a:schemeClr val="tx1"/>
                </a:solidFill>
              </a:rPr>
              <a:t>Core </a:t>
            </a:r>
            <a:r>
              <a:rPr lang="ko-KR" altLang="en-US" sz="1500" dirty="0">
                <a:solidFill>
                  <a:schemeClr val="tx1"/>
                </a:solidFill>
              </a:rPr>
              <a:t>물류센터의 주요 투자포인트</a:t>
            </a:r>
            <a:r>
              <a:rPr lang="en-US" altLang="ko-KR" sz="1500" dirty="0">
                <a:solidFill>
                  <a:schemeClr val="tx1"/>
                </a:solidFill>
              </a:rPr>
              <a:t>(</a:t>
            </a:r>
            <a:r>
              <a:rPr lang="ko-KR" altLang="en-US" sz="1500" dirty="0">
                <a:solidFill>
                  <a:schemeClr val="tx1"/>
                </a:solidFill>
              </a:rPr>
              <a:t>가격</a:t>
            </a:r>
            <a:r>
              <a:rPr lang="en-US" altLang="ko-KR" sz="1500" dirty="0">
                <a:solidFill>
                  <a:schemeClr val="tx1"/>
                </a:solidFill>
              </a:rPr>
              <a:t>, </a:t>
            </a:r>
            <a:r>
              <a:rPr lang="ko-KR" altLang="en-US" sz="1500" dirty="0">
                <a:solidFill>
                  <a:schemeClr val="tx1"/>
                </a:solidFill>
              </a:rPr>
              <a:t>상온</a:t>
            </a:r>
            <a:r>
              <a:rPr lang="en-US" altLang="ko-KR" sz="1500" dirty="0">
                <a:solidFill>
                  <a:schemeClr val="tx1"/>
                </a:solidFill>
              </a:rPr>
              <a:t>, Last-Mile</a:t>
            </a:r>
            <a:r>
              <a:rPr lang="ko-KR" altLang="en-US" sz="1500" dirty="0">
                <a:solidFill>
                  <a:schemeClr val="tx1"/>
                </a:solidFill>
              </a:rPr>
              <a:t>, 임대차</a:t>
            </a:r>
            <a:r>
              <a:rPr lang="en-US" altLang="ko-KR" sz="1500" dirty="0">
                <a:solidFill>
                  <a:schemeClr val="tx1"/>
                </a:solidFill>
              </a:rPr>
              <a:t>)</a:t>
            </a:r>
            <a:r>
              <a:rPr lang="ko-KR" altLang="en-US" sz="1500" dirty="0">
                <a:solidFill>
                  <a:schemeClr val="tx1"/>
                </a:solidFill>
              </a:rPr>
              <a:t>를 모두 충족하는 우수한 투자 기회로 판단됨 </a:t>
            </a:r>
            <a:endParaRPr lang="en-US" altLang="ko-KR" sz="1500" dirty="0">
              <a:solidFill>
                <a:schemeClr val="tx1"/>
              </a:solidFill>
            </a:endParaRPr>
          </a:p>
          <a:p>
            <a:pPr marL="180000" indent="-216000"/>
            <a:r>
              <a:rPr lang="ko-KR" altLang="en-US" sz="1500" dirty="0">
                <a:solidFill>
                  <a:schemeClr val="tx1"/>
                </a:solidFill>
              </a:rPr>
              <a:t>향후 수도권 내 신축공급이 어려운 초 우량입지 자산으로서 안정성과 </a:t>
            </a:r>
            <a:r>
              <a:rPr lang="en-US" altLang="ko-KR" sz="1500" dirty="0">
                <a:solidFill>
                  <a:schemeClr val="tx1"/>
                </a:solidFill>
              </a:rPr>
              <a:t>Upside Potential</a:t>
            </a:r>
            <a:r>
              <a:rPr lang="ko-KR" altLang="en-US" sz="1500" dirty="0">
                <a:solidFill>
                  <a:schemeClr val="tx1"/>
                </a:solidFill>
              </a:rPr>
              <a:t>을 모두 향유 가능한 기회</a:t>
            </a:r>
          </a:p>
        </p:txBody>
      </p:sp>
      <p:sp>
        <p:nvSpPr>
          <p:cNvPr id="2" name="직사각형 1">
            <a:extLst>
              <a:ext uri="{FF2B5EF4-FFF2-40B4-BE49-F238E27FC236}">
                <a16:creationId xmlns:a16="http://schemas.microsoft.com/office/drawing/2014/main" id="{D965FE13-56A9-4E1F-9ED8-6F5FF28E9FC3}"/>
              </a:ext>
            </a:extLst>
          </p:cNvPr>
          <p:cNvSpPr/>
          <p:nvPr/>
        </p:nvSpPr>
        <p:spPr>
          <a:xfrm>
            <a:off x="4853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 name="직사각형 2">
            <a:extLst>
              <a:ext uri="{FF2B5EF4-FFF2-40B4-BE49-F238E27FC236}">
                <a16:creationId xmlns:a16="http://schemas.microsoft.com/office/drawing/2014/main" id="{1F7A63D2-56ED-4C13-ACB2-7CD9232BA069}"/>
              </a:ext>
            </a:extLst>
          </p:cNvPr>
          <p:cNvSpPr/>
          <p:nvPr/>
        </p:nvSpPr>
        <p:spPr>
          <a:xfrm>
            <a:off x="485366" y="2388641"/>
            <a:ext cx="4813300" cy="50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06BEA850-3885-40DA-9DD2-F491E9C07BDF}"/>
              </a:ext>
            </a:extLst>
          </p:cNvPr>
          <p:cNvSpPr/>
          <p:nvPr/>
        </p:nvSpPr>
        <p:spPr>
          <a:xfrm>
            <a:off x="663166" y="2566441"/>
            <a:ext cx="457200" cy="457200"/>
          </a:xfrm>
          <a:prstGeom prst="ellipse">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01</a:t>
            </a:r>
            <a:endParaRPr lang="ko-KR" altLang="en-US" sz="1400" b="1">
              <a:solidFill>
                <a:srgbClr val="FFFFFF"/>
              </a:solidFill>
              <a:latin typeface="KoPubWorld돋움체 Light"/>
              <a:ea typeface="KoPubWorld돋움체 Light"/>
              <a:cs typeface="KoPubWorld돋움체 Light"/>
            </a:endParaRPr>
          </a:p>
        </p:txBody>
      </p:sp>
      <p:sp>
        <p:nvSpPr>
          <p:cNvPr id="12" name="TextBox 11">
            <a:extLst>
              <a:ext uri="{FF2B5EF4-FFF2-40B4-BE49-F238E27FC236}">
                <a16:creationId xmlns:a16="http://schemas.microsoft.com/office/drawing/2014/main" id="{4DA81C34-215B-4115-936E-750AA01FE876}"/>
              </a:ext>
            </a:extLst>
          </p:cNvPr>
          <p:cNvSpPr txBox="1"/>
          <p:nvPr/>
        </p:nvSpPr>
        <p:spPr>
          <a:xfrm>
            <a:off x="1247366" y="2548820"/>
            <a:ext cx="2614538" cy="492443"/>
          </a:xfrm>
          <a:prstGeom prst="rect">
            <a:avLst/>
          </a:prstGeom>
          <a:noFill/>
        </p:spPr>
        <p:txBody>
          <a:bodyPr vertOverflow="overflow" vert="horz" wrap="square" rtlCol="0" anchor="ctr" anchorCtr="0">
            <a:spAutoFit/>
          </a:bodyPr>
          <a:lstStyle/>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신축 </a:t>
            </a:r>
            <a:r>
              <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Spec </a:t>
            </a:r>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매력적 매입 조건</a:t>
            </a:r>
          </a:p>
        </p:txBody>
      </p:sp>
      <p:sp>
        <p:nvSpPr>
          <p:cNvPr id="14" name="직사각형 13">
            <a:extLst>
              <a:ext uri="{FF2B5EF4-FFF2-40B4-BE49-F238E27FC236}">
                <a16:creationId xmlns:a16="http://schemas.microsoft.com/office/drawing/2014/main" id="{7D448BBD-F086-4D6F-834D-5A177D8DBC85}"/>
              </a:ext>
            </a:extLst>
          </p:cNvPr>
          <p:cNvSpPr/>
          <p:nvPr/>
        </p:nvSpPr>
        <p:spPr>
          <a:xfrm>
            <a:off x="6631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661847A2-B87E-45CC-9675-9077133D01B1}"/>
              </a:ext>
            </a:extLst>
          </p:cNvPr>
          <p:cNvSpPr txBox="1"/>
          <p:nvPr/>
        </p:nvSpPr>
        <p:spPr>
          <a:xfrm>
            <a:off x="663166" y="3226841"/>
            <a:ext cx="4457700" cy="1086836"/>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’23</a:t>
            </a:r>
            <a:r>
              <a:rPr lang="ko-KR" altLang="en-US" sz="1100" dirty="0">
                <a:solidFill>
                  <a:srgbClr val="1F1F1F"/>
                </a:solidFill>
                <a:latin typeface="KoPubWorld돋움체 Light"/>
                <a:ea typeface="KoPubWorld돋움체 Light"/>
                <a:cs typeface="KoPubWorld돋움체 Light"/>
              </a:rPr>
              <a:t>년 </a:t>
            </a:r>
            <a:r>
              <a:rPr lang="en-US" altLang="ko-KR" sz="1100" dirty="0">
                <a:solidFill>
                  <a:srgbClr val="1F1F1F"/>
                </a:solidFill>
                <a:latin typeface="KoPubWorld돋움체 Light"/>
                <a:ea typeface="KoPubWorld돋움체 Light"/>
                <a:cs typeface="KoPubWorld돋움체 Light"/>
              </a:rPr>
              <a:t>11</a:t>
            </a:r>
            <a:r>
              <a:rPr lang="ko-KR" altLang="en-US" sz="1100" dirty="0">
                <a:solidFill>
                  <a:srgbClr val="1F1F1F"/>
                </a:solidFill>
                <a:latin typeface="KoPubWorld돋움체 Light"/>
                <a:ea typeface="KoPubWorld돋움체 Light"/>
                <a:cs typeface="KoPubWorld돋움체 Light"/>
              </a:rPr>
              <a:t>월 신축된 우수한 </a:t>
            </a:r>
            <a:r>
              <a:rPr lang="en-US" altLang="ko-KR" sz="1100" dirty="0">
                <a:solidFill>
                  <a:srgbClr val="1F1F1F"/>
                </a:solidFill>
                <a:latin typeface="KoPubWorld돋움체 Light"/>
                <a:ea typeface="KoPubWorld돋움체 Light"/>
                <a:cs typeface="KoPubWorld돋움체 Light"/>
              </a:rPr>
              <a:t>Spec</a:t>
            </a:r>
            <a:r>
              <a:rPr lang="ko-KR" altLang="en-US" sz="1100" dirty="0">
                <a:solidFill>
                  <a:srgbClr val="1F1F1F"/>
                </a:solidFill>
                <a:latin typeface="KoPubWorld돋움체 Light"/>
                <a:ea typeface="KoPubWorld돋움체 Light"/>
                <a:cs typeface="KoPubWorld돋움체 Light"/>
              </a:rPr>
              <a:t>의</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프라임 상온 물류센터 </a:t>
            </a:r>
            <a:r>
              <a:rPr lang="en-US" altLang="ko-KR" sz="1100" dirty="0">
                <a:solidFill>
                  <a:srgbClr val="1F1F1F"/>
                </a:solidFill>
                <a:latin typeface="KoPubWorld돋움체 Light"/>
                <a:ea typeface="KoPubWorld돋움체 Light"/>
                <a:cs typeface="KoPubWorld돋움체 Light"/>
              </a:rPr>
              <a:t>(28,881</a:t>
            </a:r>
            <a:r>
              <a:rPr lang="ko-KR" altLang="en-US" sz="1100" dirty="0">
                <a:solidFill>
                  <a:srgbClr val="1F1F1F"/>
                </a:solidFill>
                <a:latin typeface="KoPubWorld돋움체 Light"/>
                <a:ea typeface="KoPubWorld돋움체 Light"/>
                <a:cs typeface="KoPubWorld돋움체 Light"/>
              </a:rPr>
              <a:t>평</a:t>
            </a:r>
            <a:r>
              <a:rPr lang="en-US" altLang="ko-KR" sz="1100" dirty="0">
                <a:solidFill>
                  <a:srgbClr val="1F1F1F"/>
                </a:solidFill>
                <a:latin typeface="KoPubWorld돋움체 Light"/>
                <a:ea typeface="KoPubWorld돋움체 Light"/>
                <a:cs typeface="KoPubWorld돋움체 Light"/>
              </a:rPr>
              <a:t>)</a:t>
            </a:r>
          </a:p>
          <a:p>
            <a:pPr>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감정가 334,500백만원(매도인 제시 담보가) 대비 약 ▼19.3% 할인 매입
• 매입 Init. Cap Rate 약 4.9%(운용기간 평균 Cap.Rate 약 5.6% 예상)
• 유사사례 대비 낮은 매입가격 935만원(수도권 Core센터 거래사례 중하단)</a:t>
            </a:r>
            <a:endParaRPr lang="ko-KR" altLang="en-US" sz="1100" dirty="0">
              <a:solidFill>
                <a:srgbClr val="1F1F1F"/>
              </a:solidFill>
              <a:latin typeface="KoPubWorld돋움체 Light"/>
              <a:ea typeface="KoPubWorld돋움체 Light"/>
              <a:cs typeface="KoPubWorld돋움체 Light"/>
            </a:endParaRPr>
          </a:p>
        </p:txBody>
      </p:sp>
      <p:sp>
        <p:nvSpPr>
          <p:cNvPr id="16" name="직사각형 15">
            <a:extLst>
              <a:ext uri="{FF2B5EF4-FFF2-40B4-BE49-F238E27FC236}">
                <a16:creationId xmlns:a16="http://schemas.microsoft.com/office/drawing/2014/main" id="{88B844B2-A6A4-4DBD-875F-F54299EF6D52}"/>
              </a:ext>
            </a:extLst>
          </p:cNvPr>
          <p:cNvSpPr/>
          <p:nvPr/>
        </p:nvSpPr>
        <p:spPr>
          <a:xfrm>
            <a:off x="54510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직사각형 16">
            <a:extLst>
              <a:ext uri="{FF2B5EF4-FFF2-40B4-BE49-F238E27FC236}">
                <a16:creationId xmlns:a16="http://schemas.microsoft.com/office/drawing/2014/main" id="{4B306525-023A-4534-9768-72711D262A31}"/>
              </a:ext>
            </a:extLst>
          </p:cNvPr>
          <p:cNvSpPr/>
          <p:nvPr/>
        </p:nvSpPr>
        <p:spPr>
          <a:xfrm>
            <a:off x="5451066" y="2388641"/>
            <a:ext cx="4813300" cy="50800"/>
          </a:xfrm>
          <a:prstGeom prst="rect">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타원 18">
            <a:extLst>
              <a:ext uri="{FF2B5EF4-FFF2-40B4-BE49-F238E27FC236}">
                <a16:creationId xmlns:a16="http://schemas.microsoft.com/office/drawing/2014/main" id="{AD7ED126-00C6-4EDC-813D-063C7256E7EE}"/>
              </a:ext>
            </a:extLst>
          </p:cNvPr>
          <p:cNvSpPr/>
          <p:nvPr/>
        </p:nvSpPr>
        <p:spPr>
          <a:xfrm>
            <a:off x="5628866" y="2566441"/>
            <a:ext cx="457200" cy="457200"/>
          </a:xfrm>
          <a:prstGeom prst="ellipse">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02</a:t>
            </a:r>
            <a:endParaRPr lang="ko-KR" altLang="en-US" sz="1400" b="1">
              <a:solidFill>
                <a:srgbClr val="FFFFFF"/>
              </a:solidFill>
              <a:latin typeface="KoPubWorld돋움체 Light"/>
              <a:ea typeface="KoPubWorld돋움체 Light"/>
              <a:cs typeface="KoPubWorld돋움체 Light"/>
            </a:endParaRPr>
          </a:p>
        </p:txBody>
      </p:sp>
      <p:sp>
        <p:nvSpPr>
          <p:cNvPr id="20" name="TextBox 19">
            <a:extLst>
              <a:ext uri="{FF2B5EF4-FFF2-40B4-BE49-F238E27FC236}">
                <a16:creationId xmlns:a16="http://schemas.microsoft.com/office/drawing/2014/main" id="{349E26C1-A432-4D5B-BFAF-F27143D86AAB}"/>
              </a:ext>
            </a:extLst>
          </p:cNvPr>
          <p:cNvSpPr txBox="1"/>
          <p:nvPr/>
        </p:nvSpPr>
        <p:spPr>
          <a:xfrm>
            <a:off x="6213066" y="2648847"/>
            <a:ext cx="2369880" cy="292388"/>
          </a:xfrm>
          <a:prstGeom prst="rect">
            <a:avLst/>
          </a:prstGeom>
          <a:noFill/>
        </p:spPr>
        <p:txBody>
          <a:bodyPr vertOverflow="overflow" vert="horz" wrap="none" rtlCol="0" anchor="ctr" anchorCtr="0">
            <a:spAutoFit/>
          </a:bodyPr>
          <a:lstStyle/>
          <a:p>
            <a:pPr algn="l"/>
            <a:r>
              <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프라임 입지 </a:t>
            </a:r>
            <a:r>
              <a:rPr lang="en-US" altLang="ko-KR"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Zone</a:t>
            </a:r>
            <a:endPar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직사각형 20">
            <a:extLst>
              <a:ext uri="{FF2B5EF4-FFF2-40B4-BE49-F238E27FC236}">
                <a16:creationId xmlns:a16="http://schemas.microsoft.com/office/drawing/2014/main" id="{208AD6D0-7F69-4010-9771-BFFDBDC98C12}"/>
              </a:ext>
            </a:extLst>
          </p:cNvPr>
          <p:cNvSpPr/>
          <p:nvPr/>
        </p:nvSpPr>
        <p:spPr>
          <a:xfrm>
            <a:off x="56288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A4A1B62B-C4E0-452F-B047-6A98A110E5E6}"/>
              </a:ext>
            </a:extLst>
          </p:cNvPr>
          <p:cNvSpPr txBox="1"/>
          <p:nvPr/>
        </p:nvSpPr>
        <p:spPr>
          <a:xfrm>
            <a:off x="5628866" y="3226841"/>
            <a:ext cx="4457700" cy="1086836"/>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서울 </a:t>
            </a:r>
            <a:r>
              <a:rPr lang="en-US" altLang="ko-KR" sz="1100" dirty="0">
                <a:solidFill>
                  <a:srgbClr val="1F1F1F"/>
                </a:solidFill>
                <a:latin typeface="KoPubWorld돋움체 Light"/>
                <a:ea typeface="KoPubWorld돋움체 Light"/>
                <a:cs typeface="KoPubWorld돋움체 Light"/>
              </a:rPr>
              <a:t>20km </a:t>
            </a:r>
            <a:r>
              <a:rPr lang="ko-KR" altLang="en-US" sz="1100" dirty="0">
                <a:solidFill>
                  <a:srgbClr val="1F1F1F"/>
                </a:solidFill>
                <a:latin typeface="KoPubWorld돋움체 Light"/>
                <a:ea typeface="KoPubWorld돋움체 Light"/>
                <a:cs typeface="KoPubWorld돋움체 Light"/>
              </a:rPr>
              <a:t>반경 내 안양 도심 입지</a:t>
            </a:r>
            <a:endParaRPr lang="en-US" altLang="ko-KR" sz="1100" dirty="0">
              <a:solidFill>
                <a:srgbClr val="1F1F1F"/>
              </a:solidFill>
              <a:latin typeface="KoPubWorld돋움체 Light"/>
              <a:ea typeface="KoPubWorld돋움체 Light"/>
              <a:cs typeface="KoPubWorld돋움체 Light"/>
            </a:endParaRPr>
          </a:p>
          <a:p>
            <a:pPr algn="l">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경기소재 강남권역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 내에 접근가능한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만평 이상 유일한 시설</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평촌</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북의왕</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IC 2km / </a:t>
            </a:r>
            <a:r>
              <a:rPr lang="ko-KR" altLang="en-US" sz="1100" dirty="0">
                <a:solidFill>
                  <a:srgbClr val="1F1F1F"/>
                </a:solidFill>
                <a:latin typeface="KoPubWorld돋움체 Light"/>
                <a:ea typeface="KoPubWorld돋움체 Light"/>
                <a:cs typeface="KoPubWorld돋움체 Light"/>
              </a:rPr>
              <a:t>반포 </a:t>
            </a:r>
            <a:r>
              <a:rPr lang="en-US" altLang="ko-KR" sz="1100" dirty="0">
                <a:solidFill>
                  <a:srgbClr val="1F1F1F"/>
                </a:solidFill>
                <a:latin typeface="KoPubWorld돋움체 Light"/>
                <a:ea typeface="KoPubWorld돋움체 Light"/>
                <a:cs typeface="KoPubWorld돋움체 Light"/>
              </a:rPr>
              <a:t>17km·35</a:t>
            </a:r>
            <a:r>
              <a:rPr lang="ko-KR" altLang="en-US" sz="1100" dirty="0">
                <a:solidFill>
                  <a:srgbClr val="1F1F1F"/>
                </a:solidFill>
                <a:latin typeface="KoPubWorld돋움체 Light"/>
                <a:ea typeface="KoPubWorld돋움체 Light"/>
                <a:cs typeface="KoPubWorld돋움체 Light"/>
              </a:rPr>
              <a:t>분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임대료 </a:t>
            </a:r>
            <a:r>
              <a:rPr lang="en-US" altLang="ko-KR" sz="1100" dirty="0">
                <a:solidFill>
                  <a:srgbClr val="1F1F1F"/>
                </a:solidFill>
                <a:latin typeface="KoPubWorld돋움체 Light"/>
                <a:ea typeface="KoPubWorld돋움체 Light"/>
                <a:cs typeface="KoPubWorld돋움체 Light"/>
              </a:rPr>
              <a:t>58~76</a:t>
            </a:r>
            <a:r>
              <a:rPr lang="ko-KR" altLang="en-US" sz="1100" dirty="0">
                <a:solidFill>
                  <a:srgbClr val="1F1F1F"/>
                </a:solidFill>
                <a:latin typeface="KoPubWorld돋움체 Light"/>
                <a:ea typeface="KoPubWorld돋움체 Light"/>
                <a:cs typeface="KoPubWorld돋움체 Light"/>
              </a:rPr>
              <a:t>천원</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공실률</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0~1.4% </a:t>
            </a:r>
            <a:r>
              <a:rPr lang="ko-KR" altLang="en-US" sz="1100" dirty="0">
                <a:solidFill>
                  <a:srgbClr val="1F1F1F"/>
                </a:solidFill>
                <a:latin typeface="KoPubWorld돋움체 Light"/>
                <a:ea typeface="KoPubWorld돋움체 Light"/>
                <a:cs typeface="KoPubWorld돋움체 Light"/>
              </a:rPr>
              <a:t>권역</a:t>
            </a:r>
          </a:p>
        </p:txBody>
      </p:sp>
      <p:sp>
        <p:nvSpPr>
          <p:cNvPr id="23" name="직사각형 22">
            <a:extLst>
              <a:ext uri="{FF2B5EF4-FFF2-40B4-BE49-F238E27FC236}">
                <a16:creationId xmlns:a16="http://schemas.microsoft.com/office/drawing/2014/main" id="{48297BD0-1B6F-4605-A426-5672A41898EC}"/>
              </a:ext>
            </a:extLst>
          </p:cNvPr>
          <p:cNvSpPr/>
          <p:nvPr/>
        </p:nvSpPr>
        <p:spPr>
          <a:xfrm>
            <a:off x="4853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4" name="직사각형 23">
            <a:extLst>
              <a:ext uri="{FF2B5EF4-FFF2-40B4-BE49-F238E27FC236}">
                <a16:creationId xmlns:a16="http://schemas.microsoft.com/office/drawing/2014/main" id="{139E1573-85C3-48CB-8854-2EFA91C546A1}"/>
              </a:ext>
            </a:extLst>
          </p:cNvPr>
          <p:cNvSpPr/>
          <p:nvPr/>
        </p:nvSpPr>
        <p:spPr>
          <a:xfrm>
            <a:off x="485366" y="4528591"/>
            <a:ext cx="4813300" cy="5080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타원 24">
            <a:extLst>
              <a:ext uri="{FF2B5EF4-FFF2-40B4-BE49-F238E27FC236}">
                <a16:creationId xmlns:a16="http://schemas.microsoft.com/office/drawing/2014/main" id="{02CF545C-486C-4199-A960-6540FBAC526D}"/>
              </a:ext>
            </a:extLst>
          </p:cNvPr>
          <p:cNvSpPr/>
          <p:nvPr/>
        </p:nvSpPr>
        <p:spPr>
          <a:xfrm>
            <a:off x="663166" y="4706391"/>
            <a:ext cx="457200" cy="457200"/>
          </a:xfrm>
          <a:prstGeom prst="ellipse">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dirty="0">
                <a:solidFill>
                  <a:srgbClr val="FFFFFF"/>
                </a:solidFill>
                <a:latin typeface="KoPubWorld돋움체 Light"/>
                <a:ea typeface="KoPubWorld돋움체 Light"/>
                <a:cs typeface="KoPubWorld돋움체 Light"/>
              </a:rPr>
              <a:t>03</a:t>
            </a:r>
            <a:endParaRPr lang="ko-KR" altLang="en-US" sz="1400" b="1" dirty="0">
              <a:solidFill>
                <a:srgbClr val="FFFFFF"/>
              </a:solidFill>
              <a:latin typeface="KoPubWorld돋움체 Light"/>
              <a:ea typeface="KoPubWorld돋움체 Light"/>
              <a:cs typeface="KoPubWorld돋움체 Light"/>
            </a:endParaRPr>
          </a:p>
        </p:txBody>
      </p:sp>
      <p:sp>
        <p:nvSpPr>
          <p:cNvPr id="26" name="TextBox 25">
            <a:extLst>
              <a:ext uri="{FF2B5EF4-FFF2-40B4-BE49-F238E27FC236}">
                <a16:creationId xmlns:a16="http://schemas.microsoft.com/office/drawing/2014/main" id="{FE134E10-9BCF-4AD4-B4BD-5B4CCDD23C66}"/>
              </a:ext>
            </a:extLst>
          </p:cNvPr>
          <p:cNvSpPr txBox="1"/>
          <p:nvPr/>
        </p:nvSpPr>
        <p:spPr>
          <a:xfrm>
            <a:off x="1247366" y="4788797"/>
            <a:ext cx="1808508" cy="292388"/>
          </a:xfrm>
          <a:prstGeom prst="rect">
            <a:avLst/>
          </a:prstGeom>
          <a:noFill/>
        </p:spPr>
        <p:txBody>
          <a:bodyPr vertOverflow="overflow" vert="horz" wrap="none" rtlCol="0" anchor="ctr" anchorCtr="0">
            <a:spAutoFit/>
          </a:bodyPr>
          <a:lstStyle/>
          <a:p>
            <a:pPr algn="l"/>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우량 임차인 </a:t>
            </a:r>
            <a:r>
              <a:rPr lang="en-US" altLang="ko-KR"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&amp; </a:t>
            </a:r>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장기 계약</a:t>
            </a:r>
          </a:p>
        </p:txBody>
      </p:sp>
      <p:sp>
        <p:nvSpPr>
          <p:cNvPr id="27" name="직사각형 26">
            <a:extLst>
              <a:ext uri="{FF2B5EF4-FFF2-40B4-BE49-F238E27FC236}">
                <a16:creationId xmlns:a16="http://schemas.microsoft.com/office/drawing/2014/main" id="{EFE1990D-5C7A-4D3B-9236-9864C9F4DB08}"/>
              </a:ext>
            </a:extLst>
          </p:cNvPr>
          <p:cNvSpPr/>
          <p:nvPr/>
        </p:nvSpPr>
        <p:spPr>
          <a:xfrm>
            <a:off x="6631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C49147A6-254A-49D4-B39A-64234EA34359}"/>
              </a:ext>
            </a:extLst>
          </p:cNvPr>
          <p:cNvSpPr txBox="1"/>
          <p:nvPr/>
        </p:nvSpPr>
        <p:spPr>
          <a:xfrm>
            <a:off x="663166" y="5366791"/>
            <a:ext cx="4464362" cy="832920"/>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쿠팡</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77.2% </a:t>
            </a:r>
            <a:r>
              <a:rPr lang="ko-KR" altLang="en-US" sz="1100" dirty="0">
                <a:solidFill>
                  <a:srgbClr val="1F1F1F"/>
                </a:solidFill>
                <a:latin typeface="KoPubWorld돋움체 Light"/>
                <a:ea typeface="KoPubWorld돋움체 Light"/>
                <a:cs typeface="KoPubWorld돋움체 Light"/>
              </a:rPr>
              <a:t>장기 임차 </a:t>
            </a:r>
            <a:r>
              <a:rPr lang="en-US" altLang="ko-KR" sz="1100" dirty="0">
                <a:solidFill>
                  <a:srgbClr val="1F1F1F"/>
                </a:solidFill>
                <a:latin typeface="KoPubWorld돋움체 Light"/>
                <a:ea typeface="KoPubWorld돋움체 Light"/>
                <a:cs typeface="KoPubWorld돋움체 Light"/>
              </a:rPr>
              <a:t>(WALE 6.7</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임대율</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99.3% 
• ’29</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임대차 조건 협상을 통한 </a:t>
            </a:r>
            <a:r>
              <a:rPr lang="en-US" altLang="ko-KR" sz="1100" dirty="0">
                <a:solidFill>
                  <a:srgbClr val="1F1F1F"/>
                </a:solidFill>
                <a:latin typeface="KoPubWorld돋움체 Light"/>
                <a:ea typeface="KoPubWorld돋움체 Light"/>
                <a:cs typeface="KoPubWorld돋움체 Light"/>
              </a:rPr>
              <a:t>Upside-Potential (E.R: 5.8</a:t>
            </a:r>
            <a:r>
              <a:rPr lang="ko-KR" altLang="en-US" sz="1100" dirty="0">
                <a:solidFill>
                  <a:srgbClr val="1F1F1F"/>
                </a:solidFill>
                <a:latin typeface="KoPubWorld돋움체 Light"/>
                <a:ea typeface="KoPubWorld돋움체 Light"/>
                <a:cs typeface="KoPubWorld돋움체 Light"/>
              </a:rPr>
              <a:t>만→ 상승가능</a:t>
            </a:r>
            <a:r>
              <a:rPr lang="en-US" altLang="ko-KR" sz="1100" dirty="0">
                <a:solidFill>
                  <a:srgbClr val="1F1F1F"/>
                </a:solidFill>
                <a:latin typeface="KoPubWorld돋움체 Light"/>
                <a:ea typeface="KoPubWorld돋움체 Light"/>
                <a:cs typeface="KoPubWorld돋움체 Light"/>
              </a:rPr>
              <a:t>)</a:t>
            </a:r>
            <a:r>
              <a:rPr lang="en-US" altLang="ko-KR" sz="1100" b="1" dirty="0">
                <a:solidFill>
                  <a:srgbClr val="1F1F1F"/>
                </a:solidFill>
                <a:latin typeface="KoPubWorld돋움체 Light"/>
                <a:ea typeface="KoPubWorld돋움체 Light"/>
                <a:cs typeface="KoPubWorld돋움체 Light"/>
              </a:rPr>
              <a:t>
• </a:t>
            </a:r>
            <a:r>
              <a:rPr lang="en-US" altLang="ko-KR" sz="1100" dirty="0">
                <a:solidFill>
                  <a:srgbClr val="1F1F1F"/>
                </a:solidFill>
                <a:latin typeface="KoPubWorld돋움체 Light"/>
                <a:ea typeface="KoPubWorld돋움체 Light"/>
                <a:cs typeface="KoPubWorld돋움체 Light"/>
              </a:rPr>
              <a:t>'29~'30 </a:t>
            </a:r>
            <a:r>
              <a:rPr lang="ko-KR" altLang="en-US" sz="1100" dirty="0" err="1">
                <a:solidFill>
                  <a:srgbClr val="1F1F1F"/>
                </a:solidFill>
                <a:latin typeface="KoPubWorld돋움체 Light"/>
                <a:ea typeface="KoPubWorld돋움체 Light"/>
                <a:cs typeface="KoPubWorld돋움체 Light"/>
              </a:rPr>
              <a:t>쿠팡</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농심</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키즈밀</a:t>
            </a:r>
            <a:r>
              <a:rPr lang="ko-KR" altLang="en-US" sz="1100" dirty="0">
                <a:solidFill>
                  <a:srgbClr val="1F1F1F"/>
                </a:solidFill>
                <a:latin typeface="KoPubWorld돋움체 Light"/>
                <a:ea typeface="KoPubWorld돋움체 Light"/>
                <a:cs typeface="KoPubWorld돋움체 Light"/>
              </a:rPr>
              <a:t> 재계약 업사이드</a:t>
            </a:r>
          </a:p>
        </p:txBody>
      </p:sp>
      <p:sp>
        <p:nvSpPr>
          <p:cNvPr id="29" name="직사각형 28">
            <a:extLst>
              <a:ext uri="{FF2B5EF4-FFF2-40B4-BE49-F238E27FC236}">
                <a16:creationId xmlns:a16="http://schemas.microsoft.com/office/drawing/2014/main" id="{51DEB952-6846-460D-A191-D333427F14AF}"/>
              </a:ext>
            </a:extLst>
          </p:cNvPr>
          <p:cNvSpPr/>
          <p:nvPr/>
        </p:nvSpPr>
        <p:spPr>
          <a:xfrm>
            <a:off x="54510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0" name="직사각형 29">
            <a:extLst>
              <a:ext uri="{FF2B5EF4-FFF2-40B4-BE49-F238E27FC236}">
                <a16:creationId xmlns:a16="http://schemas.microsoft.com/office/drawing/2014/main" id="{87B5B59A-A376-4C14-952E-5FC35144CEEF}"/>
              </a:ext>
            </a:extLst>
          </p:cNvPr>
          <p:cNvSpPr/>
          <p:nvPr/>
        </p:nvSpPr>
        <p:spPr>
          <a:xfrm>
            <a:off x="5451066" y="4528591"/>
            <a:ext cx="4813300" cy="50800"/>
          </a:xfrm>
          <a:prstGeom prst="rect">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1" name="타원 30">
            <a:extLst>
              <a:ext uri="{FF2B5EF4-FFF2-40B4-BE49-F238E27FC236}">
                <a16:creationId xmlns:a16="http://schemas.microsoft.com/office/drawing/2014/main" id="{71F727A6-5A38-4422-BFE0-E67FF6B3BD8F}"/>
              </a:ext>
            </a:extLst>
          </p:cNvPr>
          <p:cNvSpPr/>
          <p:nvPr/>
        </p:nvSpPr>
        <p:spPr>
          <a:xfrm>
            <a:off x="5628866" y="4706391"/>
            <a:ext cx="457200" cy="457200"/>
          </a:xfrm>
          <a:prstGeom prst="ellipse">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04</a:t>
            </a:r>
            <a:endParaRPr lang="ko-KR" altLang="en-US" sz="1400" b="1">
              <a:solidFill>
                <a:srgbClr val="FFFFFF"/>
              </a:solidFill>
              <a:latin typeface="KoPubWorld돋움체 Light"/>
              <a:ea typeface="KoPubWorld돋움체 Light"/>
              <a:cs typeface="KoPubWorld돋움체 Light"/>
            </a:endParaRPr>
          </a:p>
        </p:txBody>
      </p:sp>
      <p:sp>
        <p:nvSpPr>
          <p:cNvPr id="32" name="TextBox 31">
            <a:extLst>
              <a:ext uri="{FF2B5EF4-FFF2-40B4-BE49-F238E27FC236}">
                <a16:creationId xmlns:a16="http://schemas.microsoft.com/office/drawing/2014/main" id="{678174DD-AB1B-4E22-92F7-9A3F88C009EF}"/>
              </a:ext>
            </a:extLst>
          </p:cNvPr>
          <p:cNvSpPr txBox="1"/>
          <p:nvPr/>
        </p:nvSpPr>
        <p:spPr>
          <a:xfrm>
            <a:off x="6213066" y="4788797"/>
            <a:ext cx="1107996" cy="292388"/>
          </a:xfrm>
          <a:prstGeom prst="rect">
            <a:avLst/>
          </a:prstGeom>
          <a:noFill/>
        </p:spPr>
        <p:txBody>
          <a:bodyPr vertOverflow="overflow" vert="horz" wrap="none" rtlCol="0" anchor="ctr" anchorCtr="0">
            <a:spAutoFit/>
          </a:bodyPr>
          <a:lstStyle/>
          <a:p>
            <a:pPr algn="l"/>
            <a:r>
              <a:rPr lang="ko-KR" altLang="en-US" sz="1300" b="1" dirty="0">
                <a:solidFill>
                  <a:srgbClr val="D4C4B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구조적 안정성</a:t>
            </a:r>
          </a:p>
        </p:txBody>
      </p:sp>
      <p:sp>
        <p:nvSpPr>
          <p:cNvPr id="33" name="직사각형 32">
            <a:extLst>
              <a:ext uri="{FF2B5EF4-FFF2-40B4-BE49-F238E27FC236}">
                <a16:creationId xmlns:a16="http://schemas.microsoft.com/office/drawing/2014/main" id="{EEB03BBA-85EE-43E7-82F5-9D3F98364DB2}"/>
              </a:ext>
            </a:extLst>
          </p:cNvPr>
          <p:cNvSpPr/>
          <p:nvPr/>
        </p:nvSpPr>
        <p:spPr>
          <a:xfrm>
            <a:off x="56288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33CA23AC-F6AE-4ED3-874F-1D1F21FA699E}"/>
              </a:ext>
            </a:extLst>
          </p:cNvPr>
          <p:cNvSpPr txBox="1"/>
          <p:nvPr/>
        </p:nvSpPr>
        <p:spPr>
          <a:xfrm>
            <a:off x="5628866" y="5366791"/>
            <a:ext cx="4457700" cy="1138773"/>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10</a:t>
            </a:r>
            <a:r>
              <a:rPr lang="ko-KR" altLang="en-US" sz="1100" dirty="0">
                <a:solidFill>
                  <a:srgbClr val="1F1F1F"/>
                </a:solidFill>
                <a:latin typeface="KoPubWorld돋움체 Light"/>
                <a:ea typeface="KoPubWorld돋움체 Light"/>
                <a:cs typeface="KoPubWorld돋움체 Light"/>
              </a:rPr>
              <a:t>년 장기 보유가 가능한 안정적 사모 리츠 구조</a:t>
            </a:r>
            <a:r>
              <a:rPr lang="en-US" altLang="ko-KR" sz="1100" dirty="0">
                <a:solidFill>
                  <a:srgbClr val="1F1F1F"/>
                </a:solidFill>
                <a:latin typeface="KoPubWorld돋움체 Light"/>
                <a:ea typeface="KoPubWorld돋움체 Light"/>
                <a:cs typeface="KoPubWorld돋움체 Light"/>
              </a:rPr>
              <a:t>
• [</a:t>
            </a:r>
            <a:r>
              <a:rPr lang="ko-KR" altLang="en-US" sz="1100" i="1" dirty="0" err="1">
                <a:solidFill>
                  <a:srgbClr val="1F1F1F"/>
                </a:solidFill>
                <a:latin typeface="KoPubWorld돋움체 Light"/>
                <a:ea typeface="KoPubWorld돋움체 Light"/>
                <a:cs typeface="KoPubWorld돋움체 Light"/>
              </a:rPr>
              <a:t>공모예외기관</a:t>
            </a:r>
            <a:r>
              <a:rPr lang="en-US" altLang="ko-KR" sz="1100" i="1" dirty="0">
                <a:solidFill>
                  <a:srgbClr val="1F1F1F"/>
                </a:solidFill>
                <a:latin typeface="KoPubWorld돋움체 Light"/>
                <a:ea typeface="KoPubWorld돋움체 Light"/>
                <a:cs typeface="KoPubWorld돋움체 Light"/>
              </a:rPr>
              <a:t>]</a:t>
            </a:r>
            <a:r>
              <a:rPr lang="ko-KR" altLang="en-US" sz="1100" i="1" dirty="0">
                <a:solidFill>
                  <a:srgbClr val="1F1F1F"/>
                </a:solidFill>
                <a:latin typeface="KoPubWorld돋움체 Light"/>
                <a:ea typeface="KoPubWorld돋움체 Light"/>
                <a:cs typeface="KoPubWorld돋움체 Light"/>
              </a:rPr>
              <a:t>의 </a:t>
            </a:r>
            <a:r>
              <a:rPr lang="ko-KR" altLang="en-US" sz="1100" i="1" dirty="0" err="1">
                <a:solidFill>
                  <a:srgbClr val="1F1F1F"/>
                </a:solidFill>
                <a:latin typeface="KoPubWorld돋움체 Light"/>
                <a:ea typeface="KoPubWorld돋움체 Light"/>
                <a:cs typeface="KoPubWorld돋움체 Light"/>
              </a:rPr>
              <a:t>보통주</a:t>
            </a:r>
            <a:r>
              <a:rPr lang="ko-KR" altLang="en-US" sz="1100" i="1" dirty="0">
                <a:solidFill>
                  <a:srgbClr val="1F1F1F"/>
                </a:solidFill>
                <a:latin typeface="KoPubWorld돋움체 Light"/>
                <a:ea typeface="KoPubWorld돋움체 Light"/>
                <a:cs typeface="KoPubWorld돋움체 Light"/>
              </a:rPr>
              <a:t> 참여로 </a:t>
            </a:r>
            <a:r>
              <a:rPr lang="en-US" altLang="ko-KR" sz="1100" i="1" dirty="0">
                <a:solidFill>
                  <a:srgbClr val="1F1F1F"/>
                </a:solidFill>
                <a:latin typeface="KoPubWorld돋움체 Light"/>
                <a:ea typeface="KoPubWorld돋움체 Light"/>
                <a:cs typeface="KoPubWorld돋움체 Light"/>
              </a:rPr>
              <a:t>Equity Tranche</a:t>
            </a:r>
            <a:r>
              <a:rPr lang="ko-KR" altLang="en-US" sz="1100" i="1" dirty="0">
                <a:solidFill>
                  <a:srgbClr val="1F1F1F"/>
                </a:solidFill>
                <a:latin typeface="KoPubWorld돋움체 Light"/>
                <a:ea typeface="KoPubWorld돋움체 Light"/>
                <a:cs typeface="KoPubWorld돋움체 Light"/>
              </a:rPr>
              <a:t>별 안정적 회수가능성</a:t>
            </a:r>
            <a:endParaRPr lang="en-US" altLang="ko-KR" sz="11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- 1</a:t>
            </a:r>
            <a:r>
              <a:rPr lang="ko-KR" altLang="en-US" sz="800" i="1" dirty="0">
                <a:solidFill>
                  <a:srgbClr val="1F1F1F"/>
                </a:solidFill>
                <a:latin typeface="KoPubWorld돋움체 Light"/>
                <a:ea typeface="KoPubWorld돋움체 Light"/>
                <a:cs typeface="KoPubWorld돋움체 Light"/>
              </a:rPr>
              <a:t>종 우선주 기준</a:t>
            </a:r>
            <a:r>
              <a:rPr lang="en-US" altLang="ko-KR" sz="800" i="1" dirty="0">
                <a:solidFill>
                  <a:srgbClr val="1F1F1F"/>
                </a:solidFill>
                <a:latin typeface="KoPubWorld돋움체 Light"/>
                <a:ea typeface="KoPubWorld돋움체 Light"/>
                <a:cs typeface="KoPubWorld돋움체 Light"/>
              </a:rPr>
              <a:t>   –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6.8%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- 2</a:t>
            </a:r>
            <a:r>
              <a:rPr lang="ko-KR" altLang="en-US" sz="800" i="1" dirty="0">
                <a:solidFill>
                  <a:srgbClr val="1F1F1F"/>
                </a:solidFill>
                <a:latin typeface="KoPubWorld돋움체 Light"/>
                <a:ea typeface="KoPubWorld돋움체 Light"/>
                <a:cs typeface="KoPubWorld돋움체 Light"/>
              </a:rPr>
              <a:t>종 우선주 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5.4%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- 3</a:t>
            </a:r>
            <a:r>
              <a:rPr lang="ko-KR" altLang="en-US" sz="800" i="1" dirty="0">
                <a:solidFill>
                  <a:srgbClr val="1F1F1F"/>
                </a:solidFill>
                <a:latin typeface="KoPubWorld돋움체 Light"/>
                <a:ea typeface="KoPubWorld돋움체 Light"/>
                <a:cs typeface="KoPubWorld돋움체 Light"/>
              </a:rPr>
              <a:t>종 우선주</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5.2% </a:t>
            </a:r>
            <a:r>
              <a:rPr lang="en-US" altLang="ko-KR" sz="800" i="1" dirty="0" err="1">
                <a:solidFill>
                  <a:srgbClr val="1F1F1F"/>
                </a:solidFill>
                <a:latin typeface="KoPubWorld돋움체 Light"/>
                <a:ea typeface="KoPubWorld돋움체 Light"/>
                <a:cs typeface="KoPubWorld돋움체 Light"/>
              </a:rPr>
              <a:t>Cap.Rate</a:t>
            </a:r>
            <a:endParaRPr lang="ko-KR" altLang="en-US" sz="800" dirty="0">
              <a:solidFill>
                <a:srgbClr val="1F1F1F"/>
              </a:solidFill>
              <a:latin typeface="KoPubWorld돋움체 Light"/>
              <a:ea typeface="KoPubWorld돋움체 Light"/>
              <a:cs typeface="KoPubWorld돋움체 Light"/>
            </a:endParaRPr>
          </a:p>
        </p:txBody>
      </p:sp>
      <p:grpSp>
        <p:nvGrpSpPr>
          <p:cNvPr id="41" name="그룹 40">
            <a:extLst>
              <a:ext uri="{FF2B5EF4-FFF2-40B4-BE49-F238E27FC236}">
                <a16:creationId xmlns:a16="http://schemas.microsoft.com/office/drawing/2014/main" id="{DC9AA1F9-07AC-0996-DB64-203F407A6F50}"/>
              </a:ext>
            </a:extLst>
          </p:cNvPr>
          <p:cNvGrpSpPr/>
          <p:nvPr/>
        </p:nvGrpSpPr>
        <p:grpSpPr>
          <a:xfrm>
            <a:off x="458887" y="1987916"/>
            <a:ext cx="9783663" cy="247712"/>
            <a:chOff x="417444" y="1605420"/>
            <a:chExt cx="8983731" cy="247712"/>
          </a:xfrm>
        </p:grpSpPr>
        <p:sp>
          <p:nvSpPr>
            <p:cNvPr id="42" name="직사각형 41">
              <a:extLst>
                <a:ext uri="{FF2B5EF4-FFF2-40B4-BE49-F238E27FC236}">
                  <a16:creationId xmlns:a16="http://schemas.microsoft.com/office/drawing/2014/main" id="{D2544A25-548F-E3BA-7B9F-7C35790704E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3" name="직선 연결선 42">
              <a:extLst>
                <a:ext uri="{FF2B5EF4-FFF2-40B4-BE49-F238E27FC236}">
                  <a16:creationId xmlns:a16="http://schemas.microsoft.com/office/drawing/2014/main" id="{4A4C741D-50E6-087C-C121-B50419F12E5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4" name="자유형 6">
              <a:extLst>
                <a:ext uri="{FF2B5EF4-FFF2-40B4-BE49-F238E27FC236}">
                  <a16:creationId xmlns:a16="http://schemas.microsoft.com/office/drawing/2014/main" id="{37FEA36C-B08C-B586-D248-508A4645612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자유형 7">
              <a:extLst>
                <a:ext uri="{FF2B5EF4-FFF2-40B4-BE49-F238E27FC236}">
                  <a16:creationId xmlns:a16="http://schemas.microsoft.com/office/drawing/2014/main" id="{902BC5FA-75AB-E627-1B57-7A1FAD98994F}"/>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EE649D03-E585-69F3-64CF-4F63D13A8605}"/>
                </a:ext>
              </a:extLst>
            </p:cNvPr>
            <p:cNvSpPr txBox="1"/>
            <p:nvPr/>
          </p:nvSpPr>
          <p:spPr>
            <a:xfrm>
              <a:off x="417444" y="1652332"/>
              <a:ext cx="113588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Executive Summary</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Tree>
    <p:extLst>
      <p:ext uri="{BB962C8B-B14F-4D97-AF65-F5344CB8AC3E}">
        <p14:creationId xmlns:p14="http://schemas.microsoft.com/office/powerpoint/2010/main" val="66674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대상자산 개요</a:t>
              </a:r>
            </a:p>
          </p:txBody>
        </p:sp>
      </p:grpSp>
      <p:sp>
        <p:nvSpPr>
          <p:cNvPr id="10" name="TextBox 9">
            <a:extLst>
              <a:ext uri="{FF2B5EF4-FFF2-40B4-BE49-F238E27FC236}">
                <a16:creationId xmlns:a16="http://schemas.microsoft.com/office/drawing/2014/main" id="{2247A682-69C1-F266-6873-AE79ACDB52FF}"/>
              </a:ext>
            </a:extLst>
          </p:cNvPr>
          <p:cNvSpPr txBox="1"/>
          <p:nvPr/>
        </p:nvSpPr>
        <p:spPr>
          <a:xfrm>
            <a:off x="4589822" y="6516721"/>
            <a:ext cx="5643104" cy="246221"/>
          </a:xfrm>
          <a:prstGeom prst="rect">
            <a:avLst/>
          </a:prstGeom>
          <a:noFill/>
        </p:spPr>
        <p:txBody>
          <a:bodyPr wrap="square" lIns="72000"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기존 저온물류 면적 총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13,979.20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전체 임대면적의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에 대하여 상온전환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컨버젼</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완료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600" dirty="0">
                <a:solidFill>
                  <a:schemeClr val="tx1"/>
                </a:solidFill>
              </a:rPr>
              <a:t>경기도 안양 도심지(Last-mile Zone) 내 연면적 28,881평 규모의 신축 프라임 상온 물류센터임</a:t>
            </a:r>
          </a:p>
          <a:p>
            <a:pPr marL="432000" indent="-180000">
              <a:buFont typeface="Arial" panose="020B0604020202020204" pitchFamily="34" charset="0"/>
              <a:buChar char="•"/>
            </a:pPr>
            <a:r>
              <a:rPr lang="ko-KR" altLang="en-US" sz="1200" dirty="0">
                <a:solidFill>
                  <a:schemeClr val="tx1"/>
                </a:solidFill>
                <a:latin typeface="KoPubWorld돋움체 Light" panose="00000300000000000000" pitchFamily="2" charset="-127"/>
                <a:ea typeface="KoPubWorld돋움체 Light" panose="00000300000000000000" pitchFamily="2" charset="-127"/>
              </a:rPr>
              <a:t>9,500kW 전기용량·자동화 설비·고스펙 냉난방 — 쿠팡 등 우량 3PL·이커머스 임차인 선호 스펙</a:t>
            </a:r>
            <a:endParaRPr lang="ko-KR" altLang="en-US" sz="1200" b="1" dirty="0">
              <a:solidFill>
                <a:srgbClr val="C00000"/>
              </a:solidFill>
              <a:latin typeface="KoPubWorld돋움체 Light" panose="00000300000000000000" pitchFamily="2" charset="-127"/>
              <a:ea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1EC9DE8E-66CA-8EE8-B894-DBF1C73C678D}"/>
              </a:ext>
            </a:extLst>
          </p:cNvPr>
          <p:cNvGraphicFramePr>
            <a:graphicFrameLocks noGrp="1"/>
          </p:cNvGraphicFramePr>
          <p:nvPr>
            <p:extLst>
              <p:ext uri="{D42A27DB-BD31-4B8C-83A1-F6EECF244321}">
                <p14:modId xmlns:p14="http://schemas.microsoft.com/office/powerpoint/2010/main" val="4161839692"/>
              </p:ext>
            </p:extLst>
          </p:nvPr>
        </p:nvGraphicFramePr>
        <p:xfrm>
          <a:off x="4589822" y="2374900"/>
          <a:ext cx="5643105" cy="4144686"/>
        </p:xfrm>
        <a:graphic>
          <a:graphicData uri="http://schemas.openxmlformats.org/drawingml/2006/table">
            <a:tbl>
              <a:tblPr firstRow="1" bandRow="1">
                <a:tableStyleId>{5C22544A-7EE6-4342-B048-85BDC9FD1C3A}</a:tableStyleId>
              </a:tblPr>
              <a:tblGrid>
                <a:gridCol w="1277732">
                  <a:extLst>
                    <a:ext uri="{9D8B030D-6E8A-4147-A177-3AD203B41FA5}">
                      <a16:colId xmlns:a16="http://schemas.microsoft.com/office/drawing/2014/main" val="20000"/>
                    </a:ext>
                  </a:extLst>
                </a:gridCol>
                <a:gridCol w="4365373">
                  <a:extLst>
                    <a:ext uri="{9D8B030D-6E8A-4147-A177-3AD203B41FA5}">
                      <a16:colId xmlns:a16="http://schemas.microsoft.com/office/drawing/2014/main" val="20001"/>
                    </a:ext>
                  </a:extLst>
                </a:gridCol>
              </a:tblGrid>
              <a:tr h="250656">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12700" cmpd="sng">
                      <a:noFill/>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  용</a:t>
                      </a:r>
                    </a:p>
                  </a:txBody>
                  <a:tcPr marL="0" marR="0" marT="0" marB="0" anchor="ctr">
                    <a:lnL w="3175" cap="flat" cmpd="sng" algn="ctr">
                      <a:solidFill>
                        <a:schemeClr val="bg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18343765"/>
                  </a:ext>
                </a:extLst>
              </a:tr>
              <a:tr h="278145">
                <a:tc>
                  <a:txBody>
                    <a:bodyPr/>
                    <a:lstStyle/>
                    <a:p>
                      <a:pPr marL="0" algn="ctr" defTabSz="914400" rtl="0" eaLnBrk="1" fontAlgn="ctr" latinLnBrk="1" hangingPunct="1">
                        <a:lnSpc>
                          <a:spcPct val="100000"/>
                        </a:lnSpc>
                        <a:buNone/>
                      </a:pP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물건명</a:t>
                      </a:r>
                      <a:endPar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8875109"/>
                  </a:ext>
                </a:extLst>
              </a:tr>
              <a:tr h="278145">
                <a:tc>
                  <a:txBody>
                    <a:bodyPr/>
                    <a:lstStyle/>
                    <a:p>
                      <a:pPr marL="0" algn="ctr" defTabSz="914400" rtl="0" eaLnBrk="1" fontAlgn="ctr" latinLnBrk="1" hangingPunct="1">
                        <a:lnSpc>
                          <a:spcPct val="100000"/>
                        </a:lnSpc>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위 치</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외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필지</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지역</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지구</a:t>
                      </a:r>
                      <a:endParaRPr 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도시지역</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일반공업지역</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 도</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창고시설 </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100%*)</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대지면적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4,624.47</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(15,287.50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1335416"/>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28,881.06</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(95,474.59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32777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전용면적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(69,058.12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16,552.84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(54,720.14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0527789"/>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125435"/>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건폐율</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용적률</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  /  283.65%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045153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준공일</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041869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접안 여부</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 층 접안 가능</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250195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전력 용량</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9,500kW</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47469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임대율</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99.3%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 임차 중</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372333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감정평가액</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‘26.04</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감정평가 약 </a:t>
                      </a: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3,343</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3877831"/>
                  </a:ext>
                </a:extLst>
              </a:tr>
            </a:tbl>
          </a:graphicData>
        </a:graphic>
      </p:graphicFrame>
      <p:sp>
        <p:nvSpPr>
          <p:cNvPr id="3" name="TextBox 2">
            <a:extLst>
              <a:ext uri="{FF2B5EF4-FFF2-40B4-BE49-F238E27FC236}">
                <a16:creationId xmlns:a16="http://schemas.microsoft.com/office/drawing/2014/main" id="{A25DACE4-C35A-29F1-A0A1-BB86B65CAFD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1" name="그림 10">
            <a:extLst>
              <a:ext uri="{FF2B5EF4-FFF2-40B4-BE49-F238E27FC236}">
                <a16:creationId xmlns:a16="http://schemas.microsoft.com/office/drawing/2014/main" id="{B1835EF7-4994-367A-B8DB-CD5471891275}"/>
              </a:ext>
            </a:extLst>
          </p:cNvPr>
          <p:cNvPicPr>
            <a:picLocks noChangeAspect="1"/>
          </p:cNvPicPr>
          <p:nvPr/>
        </p:nvPicPr>
        <p:blipFill>
          <a:blip r:embed="rId3"/>
          <a:srcRect l="2944" t="4311" r="2944" b="2944"/>
          <a:stretch>
            <a:fillRect/>
          </a:stretch>
        </p:blipFill>
        <p:spPr>
          <a:xfrm>
            <a:off x="517620" y="2374900"/>
            <a:ext cx="3936050" cy="4285800"/>
          </a:xfrm>
          <a:prstGeom prst="rect">
            <a:avLst/>
          </a:prstGeom>
          <a:ln w="6350">
            <a:solidFill>
              <a:schemeClr val="accent1">
                <a:shade val="15000"/>
              </a:schemeClr>
            </a:solidFill>
          </a:ln>
        </p:spPr>
      </p:pic>
    </p:spTree>
    <p:extLst>
      <p:ext uri="{BB962C8B-B14F-4D97-AF65-F5344CB8AC3E}">
        <p14:creationId xmlns:p14="http://schemas.microsoft.com/office/powerpoint/2010/main" val="321586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A4970-6C10-96EC-DA0D-CE6DD817FC49}"/>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a:t>
            </a:r>
            <a:r>
              <a:rPr lang="en-US" altLang="ko-KR" sz="1100" b="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대상자산은 서울 및 경기남부 소비자를 </a:t>
            </a:r>
            <a:r>
              <a:rPr lang="en-US" altLang="ko-KR" sz="1600" dirty="0">
                <a:solidFill>
                  <a:schemeClr val="tx1"/>
                </a:solidFill>
              </a:rPr>
              <a:t>30</a:t>
            </a:r>
            <a:r>
              <a:rPr lang="ko-KR" altLang="en-US" sz="1600" dirty="0">
                <a:solidFill>
                  <a:schemeClr val="tx1"/>
                </a:solidFill>
              </a:rPr>
              <a:t>분내 커버하는 경기도 안양 도심지</a:t>
            </a:r>
            <a:r>
              <a:rPr lang="en-US" altLang="ko-KR" sz="1600" dirty="0">
                <a:solidFill>
                  <a:schemeClr val="tx1"/>
                </a:solidFill>
              </a:rPr>
              <a:t>(Last-mile Zone)</a:t>
            </a:r>
            <a:r>
              <a:rPr lang="ko-KR" altLang="en-US" sz="1600" dirty="0">
                <a:solidFill>
                  <a:schemeClr val="tx1"/>
                </a:solidFill>
              </a:rPr>
              <a:t>에 소재함</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핵심 입지의 신축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Core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자산으로 평촌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인덕원</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일대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고밀주거를</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배후로 물류센터 운영에 필수적인 인력수급 환경 및 배후 소비시장을 동시 충족</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D5F39CF3-CAB1-3CC9-60E1-4B08CA11D70E}"/>
              </a:ext>
            </a:extLst>
          </p:cNvPr>
          <p:cNvGrpSpPr/>
          <p:nvPr/>
        </p:nvGrpSpPr>
        <p:grpSpPr>
          <a:xfrm>
            <a:off x="397048" y="2486277"/>
            <a:ext cx="931665" cy="246221"/>
            <a:chOff x="455544" y="-592941"/>
            <a:chExt cx="931665" cy="246221"/>
          </a:xfrm>
        </p:grpSpPr>
        <p:sp>
          <p:nvSpPr>
            <p:cNvPr id="15" name="TextBox 14">
              <a:extLst>
                <a:ext uri="{FF2B5EF4-FFF2-40B4-BE49-F238E27FC236}">
                  <a16:creationId xmlns:a16="http://schemas.microsoft.com/office/drawing/2014/main" id="{C1717E4B-AFD5-468A-9150-5A0EECB1E657}"/>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광역입지분석</a:t>
              </a:r>
            </a:p>
          </p:txBody>
        </p:sp>
        <p:sp>
          <p:nvSpPr>
            <p:cNvPr id="33" name="직사각형 32">
              <a:extLst>
                <a:ext uri="{FF2B5EF4-FFF2-40B4-BE49-F238E27FC236}">
                  <a16:creationId xmlns:a16="http://schemas.microsoft.com/office/drawing/2014/main" id="{C64A611D-C1F2-2E41-FF3D-F97707E5C70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4E7F0914-61FB-5968-4030-2E55A0C36A19}"/>
              </a:ext>
            </a:extLst>
          </p:cNvPr>
          <p:cNvGrpSpPr/>
          <p:nvPr/>
        </p:nvGrpSpPr>
        <p:grpSpPr>
          <a:xfrm>
            <a:off x="4500001" y="2489500"/>
            <a:ext cx="931665" cy="246221"/>
            <a:chOff x="455544" y="-592941"/>
            <a:chExt cx="931665" cy="246221"/>
          </a:xfrm>
        </p:grpSpPr>
        <p:sp>
          <p:nvSpPr>
            <p:cNvPr id="40" name="TextBox 39">
              <a:extLst>
                <a:ext uri="{FF2B5EF4-FFF2-40B4-BE49-F238E27FC236}">
                  <a16:creationId xmlns:a16="http://schemas.microsoft.com/office/drawing/2014/main" id="{7B105C94-E235-3E75-69B2-06FAB9DF2259}"/>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협업입지 분석</a:t>
              </a:r>
            </a:p>
          </p:txBody>
        </p:sp>
        <p:sp>
          <p:nvSpPr>
            <p:cNvPr id="41" name="직사각형 40">
              <a:extLst>
                <a:ext uri="{FF2B5EF4-FFF2-40B4-BE49-F238E27FC236}">
                  <a16:creationId xmlns:a16="http://schemas.microsoft.com/office/drawing/2014/main" id="{E3C4A7E3-D19B-1501-86D7-EC30C86C6BE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입지분석</a:t>
              </a:r>
            </a:p>
          </p:txBody>
        </p:sp>
      </p:grpSp>
      <p:pic>
        <p:nvPicPr>
          <p:cNvPr id="4" name="그림 3">
            <a:extLst>
              <a:ext uri="{FF2B5EF4-FFF2-40B4-BE49-F238E27FC236}">
                <a16:creationId xmlns:a16="http://schemas.microsoft.com/office/drawing/2014/main" id="{67E3E80F-B148-C1A5-D1E5-0FDC53096975}"/>
              </a:ext>
            </a:extLst>
          </p:cNvPr>
          <p:cNvPicPr>
            <a:picLocks noChangeAspect="1"/>
          </p:cNvPicPr>
          <p:nvPr/>
        </p:nvPicPr>
        <p:blipFill>
          <a:blip r:embed="rId2"/>
          <a:srcRect l="14307" r="14949"/>
          <a:stretch>
            <a:fillRect/>
          </a:stretch>
        </p:blipFill>
        <p:spPr>
          <a:xfrm>
            <a:off x="4546389" y="2765922"/>
            <a:ext cx="5808548" cy="3894779"/>
          </a:xfrm>
          <a:prstGeom prst="rect">
            <a:avLst/>
          </a:prstGeom>
          <a:ln w="6350">
            <a:solidFill>
              <a:schemeClr val="tx1"/>
            </a:solidFill>
          </a:ln>
        </p:spPr>
      </p:pic>
      <p:grpSp>
        <p:nvGrpSpPr>
          <p:cNvPr id="5" name="그룹 4">
            <a:extLst>
              <a:ext uri="{FF2B5EF4-FFF2-40B4-BE49-F238E27FC236}">
                <a16:creationId xmlns:a16="http://schemas.microsoft.com/office/drawing/2014/main" id="{78596329-42EF-469B-9903-1A174E8990B9}"/>
              </a:ext>
            </a:extLst>
          </p:cNvPr>
          <p:cNvGrpSpPr/>
          <p:nvPr/>
        </p:nvGrpSpPr>
        <p:grpSpPr>
          <a:xfrm>
            <a:off x="416101" y="2765922"/>
            <a:ext cx="4083900" cy="3894786"/>
            <a:chOff x="762490" y="2843732"/>
            <a:chExt cx="3683277" cy="3512715"/>
          </a:xfrm>
        </p:grpSpPr>
        <p:grpSp>
          <p:nvGrpSpPr>
            <p:cNvPr id="6" name="그룹 5">
              <a:extLst>
                <a:ext uri="{FF2B5EF4-FFF2-40B4-BE49-F238E27FC236}">
                  <a16:creationId xmlns:a16="http://schemas.microsoft.com/office/drawing/2014/main" id="{1BBEBA24-6080-A1A0-B802-D1CC29D1300F}"/>
                </a:ext>
              </a:extLst>
            </p:cNvPr>
            <p:cNvGrpSpPr/>
            <p:nvPr/>
          </p:nvGrpSpPr>
          <p:grpSpPr>
            <a:xfrm>
              <a:off x="762490" y="2843732"/>
              <a:ext cx="3683277" cy="3512715"/>
              <a:chOff x="762490" y="2843732"/>
              <a:chExt cx="3683277" cy="3512715"/>
            </a:xfrm>
          </p:grpSpPr>
          <p:pic>
            <p:nvPicPr>
              <p:cNvPr id="25" name="그림 24">
                <a:extLst>
                  <a:ext uri="{FF2B5EF4-FFF2-40B4-BE49-F238E27FC236}">
                    <a16:creationId xmlns:a16="http://schemas.microsoft.com/office/drawing/2014/main" id="{E5F5B32D-7F6E-8A04-2A29-E53943392EA6}"/>
                  </a:ext>
                </a:extLst>
              </p:cNvPr>
              <p:cNvPicPr>
                <a:picLocks noChangeAspect="1"/>
              </p:cNvPicPr>
              <p:nvPr/>
            </p:nvPicPr>
            <p:blipFill>
              <a:blip r:embed="rId3"/>
              <a:srcRect l="25061" r="6792"/>
              <a:stretch>
                <a:fillRect/>
              </a:stretch>
            </p:blipFill>
            <p:spPr>
              <a:xfrm>
                <a:off x="856827" y="2843732"/>
                <a:ext cx="3547154" cy="3512715"/>
              </a:xfrm>
              <a:prstGeom prst="rect">
                <a:avLst/>
              </a:prstGeom>
              <a:ln w="6350">
                <a:solidFill>
                  <a:schemeClr val="tx1">
                    <a:lumMod val="50000"/>
                    <a:lumOff val="50000"/>
                  </a:schemeClr>
                </a:solidFill>
              </a:ln>
            </p:spPr>
          </p:pic>
          <p:sp>
            <p:nvSpPr>
              <p:cNvPr id="27" name="직사각형 26">
                <a:extLst>
                  <a:ext uri="{FF2B5EF4-FFF2-40B4-BE49-F238E27FC236}">
                    <a16:creationId xmlns:a16="http://schemas.microsoft.com/office/drawing/2014/main" id="{E9BD6772-9EAB-CB39-2E80-8E0DB876C39E}"/>
                  </a:ext>
                </a:extLst>
              </p:cNvPr>
              <p:cNvSpPr/>
              <p:nvPr/>
            </p:nvSpPr>
            <p:spPr>
              <a:xfrm>
                <a:off x="852723" y="2843732"/>
                <a:ext cx="3551259" cy="3512711"/>
              </a:xfrm>
              <a:prstGeom prst="rect">
                <a:avLst/>
              </a:prstGeom>
              <a:solidFill>
                <a:schemeClr val="tx1">
                  <a:lumMod val="50000"/>
                  <a:lumOff val="50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8" name="TextBox 27">
                <a:extLst>
                  <a:ext uri="{FF2B5EF4-FFF2-40B4-BE49-F238E27FC236}">
                    <a16:creationId xmlns:a16="http://schemas.microsoft.com/office/drawing/2014/main" id="{7DEBC540-9569-3E74-ED67-76B304694CC5}"/>
                  </a:ext>
                </a:extLst>
              </p:cNvPr>
              <p:cNvSpPr txBox="1"/>
              <p:nvPr/>
            </p:nvSpPr>
            <p:spPr>
              <a:xfrm>
                <a:off x="2456698" y="3038141"/>
                <a:ext cx="750890" cy="91622"/>
              </a:xfrm>
              <a:prstGeom prst="rect">
                <a:avLst/>
              </a:prstGeom>
              <a:noFill/>
            </p:spPr>
            <p:txBody>
              <a:bodyPr wrap="square" lIns="72000" tIns="0" rIns="72000" bIns="0" rtlCol="0" anchor="ctr">
                <a:noAutofit/>
              </a:bodyPr>
              <a:lstStyle/>
              <a:p>
                <a:pPr algn="ctr"/>
                <a:r>
                  <a:rPr lang="ko-KR" altLang="en-US" sz="16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서울시</a:t>
                </a:r>
                <a:endParaRPr lang="ko-KR" altLang="en-US" sz="10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8F110DDD-3337-46E6-CB83-3975F6296075}"/>
                  </a:ext>
                </a:extLst>
              </p:cNvPr>
              <p:cNvSpPr txBox="1"/>
              <p:nvPr/>
            </p:nvSpPr>
            <p:spPr>
              <a:xfrm>
                <a:off x="762490" y="3981404"/>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75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서부권역</a:t>
                </a:r>
              </a:p>
            </p:txBody>
          </p:sp>
          <p:sp>
            <p:nvSpPr>
              <p:cNvPr id="32" name="TextBox 31">
                <a:extLst>
                  <a:ext uri="{FF2B5EF4-FFF2-40B4-BE49-F238E27FC236}">
                    <a16:creationId xmlns:a16="http://schemas.microsoft.com/office/drawing/2014/main" id="{9A1671E4-59EC-D5EA-C828-DA943CA30FF6}"/>
                  </a:ext>
                </a:extLst>
              </p:cNvPr>
              <p:cNvSpPr txBox="1"/>
              <p:nvPr/>
            </p:nvSpPr>
            <p:spPr>
              <a:xfrm>
                <a:off x="3594917" y="4690130"/>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50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동남부권역</a:t>
                </a:r>
              </a:p>
            </p:txBody>
          </p:sp>
          <p:sp>
            <p:nvSpPr>
              <p:cNvPr id="35" name="자유형: 도형 34">
                <a:extLst>
                  <a:ext uri="{FF2B5EF4-FFF2-40B4-BE49-F238E27FC236}">
                    <a16:creationId xmlns:a16="http://schemas.microsoft.com/office/drawing/2014/main" id="{B65190EE-B291-02F4-BE59-19043B72AADF}"/>
                  </a:ext>
                </a:extLst>
              </p:cNvPr>
              <p:cNvSpPr/>
              <p:nvPr/>
            </p:nvSpPr>
            <p:spPr>
              <a:xfrm flipV="1">
                <a:off x="1887760" y="3921462"/>
                <a:ext cx="1907816" cy="2426939"/>
              </a:xfrm>
              <a:custGeom>
                <a:avLst/>
                <a:gdLst>
                  <a:gd name="csX0" fmla="*/ 1095426 w 1910393"/>
                  <a:gd name="csY0" fmla="*/ 2430217 h 2430217"/>
                  <a:gd name="csX1" fmla="*/ 1096941 w 1910393"/>
                  <a:gd name="csY1" fmla="*/ 2374330 h 2430217"/>
                  <a:gd name="csX2" fmla="*/ 1113151 w 1910393"/>
                  <a:gd name="csY2" fmla="*/ 2374330 h 2430217"/>
                  <a:gd name="csX3" fmla="*/ 1118556 w 1910393"/>
                  <a:gd name="csY3" fmla="*/ 2330489 h 2430217"/>
                  <a:gd name="csX4" fmla="*/ 1159567 w 1910393"/>
                  <a:gd name="csY4" fmla="*/ 2315537 h 2430217"/>
                  <a:gd name="csX5" fmla="*/ 1195879 w 1910393"/>
                  <a:gd name="csY5" fmla="*/ 2290461 h 2430217"/>
                  <a:gd name="csX6" fmla="*/ 1302543 w 1910393"/>
                  <a:gd name="csY6" fmla="*/ 2325792 h 2430217"/>
                  <a:gd name="csX7" fmla="*/ 1314003 w 1910393"/>
                  <a:gd name="csY7" fmla="*/ 2397818 h 2430217"/>
                  <a:gd name="csX8" fmla="*/ 1347885 w 1910393"/>
                  <a:gd name="csY8" fmla="*/ 2360822 h 2430217"/>
                  <a:gd name="csX9" fmla="*/ 1358586 w 1910393"/>
                  <a:gd name="csY9" fmla="*/ 2268061 h 2430217"/>
                  <a:gd name="csX10" fmla="*/ 1357778 w 1910393"/>
                  <a:gd name="csY10" fmla="*/ 2309578 h 2430217"/>
                  <a:gd name="csX11" fmla="*/ 1371718 w 1910393"/>
                  <a:gd name="csY11" fmla="*/ 2257102 h 2430217"/>
                  <a:gd name="csX12" fmla="*/ 1387172 w 1910393"/>
                  <a:gd name="csY12" fmla="*/ 2237327 h 2430217"/>
                  <a:gd name="csX13" fmla="*/ 1368530 w 1910393"/>
                  <a:gd name="csY13" fmla="*/ 2210582 h 2430217"/>
                  <a:gd name="csX14" fmla="*/ 1357023 w 1910393"/>
                  <a:gd name="csY14" fmla="*/ 2159770 h 2430217"/>
                  <a:gd name="csX15" fmla="*/ 1372526 w 1910393"/>
                  <a:gd name="csY15" fmla="*/ 2127723 h 2430217"/>
                  <a:gd name="csX16" fmla="*/ 1414295 w 1910393"/>
                  <a:gd name="csY16" fmla="*/ 2108782 h 2430217"/>
                  <a:gd name="csX17" fmla="*/ 1448178 w 1910393"/>
                  <a:gd name="csY17" fmla="*/ 2067440 h 2430217"/>
                  <a:gd name="csX18" fmla="*/ 1498429 w 1910393"/>
                  <a:gd name="csY18" fmla="*/ 2035874 h 2430217"/>
                  <a:gd name="csX19" fmla="*/ 1467522 w 1910393"/>
                  <a:gd name="csY19" fmla="*/ 1976425 h 2430217"/>
                  <a:gd name="csX20" fmla="*/ 1428025 w 1910393"/>
                  <a:gd name="csY20" fmla="*/ 1901848 h 2430217"/>
                  <a:gd name="csX21" fmla="*/ 1476921 w 1910393"/>
                  <a:gd name="csY21" fmla="*/ 1834293 h 2430217"/>
                  <a:gd name="csX22" fmla="*/ 1445127 w 1910393"/>
                  <a:gd name="csY22" fmla="*/ 1815192 h 2430217"/>
                  <a:gd name="csX23" fmla="*/ 1469794 w 1910393"/>
                  <a:gd name="csY23" fmla="*/ 1826311 h 2430217"/>
                  <a:gd name="csX24" fmla="*/ 1486005 w 1910393"/>
                  <a:gd name="csY24" fmla="*/ 1815352 h 2430217"/>
                  <a:gd name="csX25" fmla="*/ 1464391 w 1910393"/>
                  <a:gd name="csY25" fmla="*/ 1782469 h 2430217"/>
                  <a:gd name="csX26" fmla="*/ 1421161 w 1910393"/>
                  <a:gd name="csY26" fmla="*/ 1711228 h 2430217"/>
                  <a:gd name="csX27" fmla="*/ 1421161 w 1910393"/>
                  <a:gd name="csY27" fmla="*/ 1639986 h 2430217"/>
                  <a:gd name="csX28" fmla="*/ 1421161 w 1910393"/>
                  <a:gd name="csY28" fmla="*/ 1585183 h 2430217"/>
                  <a:gd name="csX29" fmla="*/ 1367123 w 1910393"/>
                  <a:gd name="csY29" fmla="*/ 1486540 h 2430217"/>
                  <a:gd name="csX30" fmla="*/ 1318492 w 1910393"/>
                  <a:gd name="csY30" fmla="*/ 1470100 h 2430217"/>
                  <a:gd name="csX31" fmla="*/ 1323894 w 1910393"/>
                  <a:gd name="csY31" fmla="*/ 1409817 h 2430217"/>
                  <a:gd name="csX32" fmla="*/ 1318492 w 1910393"/>
                  <a:gd name="csY32" fmla="*/ 1338575 h 2430217"/>
                  <a:gd name="csX33" fmla="*/ 1253648 w 1910393"/>
                  <a:gd name="csY33" fmla="*/ 1261854 h 2430217"/>
                  <a:gd name="csX34" fmla="*/ 1221225 w 1910393"/>
                  <a:gd name="csY34" fmla="*/ 1228971 h 2430217"/>
                  <a:gd name="csX35" fmla="*/ 1221225 w 1910393"/>
                  <a:gd name="csY35" fmla="*/ 1168689 h 2430217"/>
                  <a:gd name="csX36" fmla="*/ 1232033 w 1910393"/>
                  <a:gd name="csY36" fmla="*/ 1135809 h 2430217"/>
                  <a:gd name="csX37" fmla="*/ 1183401 w 1910393"/>
                  <a:gd name="csY37" fmla="*/ 1097447 h 2430217"/>
                  <a:gd name="csX38" fmla="*/ 1183401 w 1910393"/>
                  <a:gd name="csY38" fmla="*/ 1087602 h 2430217"/>
                  <a:gd name="csX39" fmla="*/ 1224501 w 1910393"/>
                  <a:gd name="csY39" fmla="*/ 1098024 h 2430217"/>
                  <a:gd name="csX40" fmla="*/ 1246116 w 1910393"/>
                  <a:gd name="csY40" fmla="*/ 1158305 h 2430217"/>
                  <a:gd name="csX41" fmla="*/ 1251521 w 1910393"/>
                  <a:gd name="csY41" fmla="*/ 1202145 h 2430217"/>
                  <a:gd name="csX42" fmla="*/ 1265354 w 1910393"/>
                  <a:gd name="csY42" fmla="*/ 1209529 h 2430217"/>
                  <a:gd name="csX43" fmla="*/ 1361829 w 1910393"/>
                  <a:gd name="csY43" fmla="*/ 1162355 h 2430217"/>
                  <a:gd name="csX44" fmla="*/ 1375803 w 1910393"/>
                  <a:gd name="csY44" fmla="*/ 1108983 h 2430217"/>
                  <a:gd name="csX45" fmla="*/ 1402823 w 1910393"/>
                  <a:gd name="csY45" fmla="*/ 1037742 h 2430217"/>
                  <a:gd name="csX46" fmla="*/ 1435244 w 1910393"/>
                  <a:gd name="csY46" fmla="*/ 971979 h 2430217"/>
                  <a:gd name="csX47" fmla="*/ 1440647 w 1910393"/>
                  <a:gd name="csY47" fmla="*/ 900737 h 2430217"/>
                  <a:gd name="csX48" fmla="*/ 1543317 w 1910393"/>
                  <a:gd name="csY48" fmla="*/ 867855 h 2430217"/>
                  <a:gd name="csX49" fmla="*/ 1581142 w 1910393"/>
                  <a:gd name="csY49" fmla="*/ 890256 h 2430217"/>
                  <a:gd name="csX50" fmla="*/ 1602758 w 1910393"/>
                  <a:gd name="csY50" fmla="*/ 862376 h 2430217"/>
                  <a:gd name="csX51" fmla="*/ 1659171 w 1910393"/>
                  <a:gd name="csY51" fmla="*/ 778743 h 2430217"/>
                  <a:gd name="csX52" fmla="*/ 1618969 w 1910393"/>
                  <a:gd name="csY52" fmla="*/ 714410 h 2430217"/>
                  <a:gd name="csX53" fmla="*/ 1622067 w 1910393"/>
                  <a:gd name="csY53" fmla="*/ 642931 h 2430217"/>
                  <a:gd name="csX54" fmla="*/ 1662988 w 1910393"/>
                  <a:gd name="csY54" fmla="*/ 642462 h 2430217"/>
                  <a:gd name="csX55" fmla="*/ 1712415 w 1910393"/>
                  <a:gd name="csY55" fmla="*/ 698938 h 2430217"/>
                  <a:gd name="csX56" fmla="*/ 1764936 w 1910393"/>
                  <a:gd name="csY56" fmla="*/ 683203 h 2430217"/>
                  <a:gd name="csX57" fmla="*/ 1850092 w 1910393"/>
                  <a:gd name="csY57" fmla="*/ 708222 h 2430217"/>
                  <a:gd name="csX58" fmla="*/ 1910393 w 1910393"/>
                  <a:gd name="csY58" fmla="*/ 702507 h 2430217"/>
                  <a:gd name="csX59" fmla="*/ 1845921 w 1910393"/>
                  <a:gd name="csY59" fmla="*/ 632206 h 2430217"/>
                  <a:gd name="csX60" fmla="*/ 1872939 w 1910393"/>
                  <a:gd name="csY60" fmla="*/ 654127 h 2430217"/>
                  <a:gd name="csX61" fmla="*/ 1878344 w 1910393"/>
                  <a:gd name="csY61" fmla="*/ 621247 h 2430217"/>
                  <a:gd name="csX62" fmla="*/ 1874526 w 1910393"/>
                  <a:gd name="csY62" fmla="*/ 529033 h 2430217"/>
                  <a:gd name="csX63" fmla="*/ 1781077 w 1910393"/>
                  <a:gd name="csY63" fmla="*/ 494722 h 2430217"/>
                  <a:gd name="csX64" fmla="*/ 1721637 w 1910393"/>
                  <a:gd name="csY64" fmla="*/ 467802 h 2430217"/>
                  <a:gd name="csX65" fmla="*/ 1706287 w 1910393"/>
                  <a:gd name="csY65" fmla="*/ 410618 h 2430217"/>
                  <a:gd name="csX66" fmla="*/ 1734170 w 1910393"/>
                  <a:gd name="csY66" fmla="*/ 373453 h 2430217"/>
                  <a:gd name="csX67" fmla="*/ 1804487 w 1910393"/>
                  <a:gd name="csY67" fmla="*/ 379176 h 2430217"/>
                  <a:gd name="csX68" fmla="*/ 1850022 w 1910393"/>
                  <a:gd name="csY68" fmla="*/ 416350 h 2430217"/>
                  <a:gd name="csX69" fmla="*/ 1894045 w 1910393"/>
                  <a:gd name="csY69" fmla="*/ 356540 h 2430217"/>
                  <a:gd name="csX70" fmla="*/ 1877694 w 1910393"/>
                  <a:gd name="csY70" fmla="*/ 250733 h 2430217"/>
                  <a:gd name="csX71" fmla="*/ 1869122 w 1910393"/>
                  <a:gd name="csY71" fmla="*/ 197599 h 2430217"/>
                  <a:gd name="csX72" fmla="*/ 1855284 w 1910393"/>
                  <a:gd name="csY72" fmla="*/ 147324 h 2430217"/>
                  <a:gd name="csX73" fmla="*/ 1818904 w 1910393"/>
                  <a:gd name="csY73" fmla="*/ 137323 h 2430217"/>
                  <a:gd name="csX74" fmla="*/ 1775605 w 1910393"/>
                  <a:gd name="csY74" fmla="*/ 131609 h 2430217"/>
                  <a:gd name="csX75" fmla="*/ 1721637 w 1910393"/>
                  <a:gd name="csY75" fmla="*/ 113021 h 2430217"/>
                  <a:gd name="csX76" fmla="*/ 1667602 w 1910393"/>
                  <a:gd name="csY76" fmla="*/ 34867 h 2430217"/>
                  <a:gd name="csX77" fmla="*/ 1667602 w 1910393"/>
                  <a:gd name="csY77" fmla="*/ 0 h 2430217"/>
                  <a:gd name="csX78" fmla="*/ 785319 w 1910393"/>
                  <a:gd name="csY78" fmla="*/ 0 h 2430217"/>
                  <a:gd name="csX79" fmla="*/ 770593 w 1910393"/>
                  <a:gd name="csY79" fmla="*/ 7467 h 2430217"/>
                  <a:gd name="csX80" fmla="*/ 759788 w 1910393"/>
                  <a:gd name="csY80" fmla="*/ 73229 h 2430217"/>
                  <a:gd name="csX81" fmla="*/ 759788 w 1910393"/>
                  <a:gd name="csY81" fmla="*/ 89670 h 2430217"/>
                  <a:gd name="csX82" fmla="*/ 694944 w 1910393"/>
                  <a:gd name="csY82" fmla="*/ 177353 h 2430217"/>
                  <a:gd name="csX83" fmla="*/ 662520 w 1910393"/>
                  <a:gd name="csY83" fmla="*/ 215713 h 2430217"/>
                  <a:gd name="csX84" fmla="*/ 603082 w 1910393"/>
                  <a:gd name="csY84" fmla="*/ 215713 h 2430217"/>
                  <a:gd name="csX85" fmla="*/ 565256 w 1910393"/>
                  <a:gd name="csY85" fmla="*/ 215713 h 2430217"/>
                  <a:gd name="csX86" fmla="*/ 527429 w 1910393"/>
                  <a:gd name="csY86" fmla="*/ 254075 h 2430217"/>
                  <a:gd name="csX87" fmla="*/ 511218 w 1910393"/>
                  <a:gd name="csY87" fmla="*/ 303396 h 2430217"/>
                  <a:gd name="csX88" fmla="*/ 505815 w 1910393"/>
                  <a:gd name="csY88" fmla="*/ 396561 h 2430217"/>
                  <a:gd name="csX89" fmla="*/ 495009 w 1910393"/>
                  <a:gd name="csY89" fmla="*/ 451361 h 2430217"/>
                  <a:gd name="csX90" fmla="*/ 516624 w 1910393"/>
                  <a:gd name="csY90" fmla="*/ 539044 h 2430217"/>
                  <a:gd name="csX91" fmla="*/ 536316 w 1910393"/>
                  <a:gd name="csY91" fmla="*/ 588973 h 2430217"/>
                  <a:gd name="csX92" fmla="*/ 486328 w 1910393"/>
                  <a:gd name="csY92" fmla="*/ 609712 h 2430217"/>
                  <a:gd name="csX93" fmla="*/ 486328 w 1910393"/>
                  <a:gd name="csY93" fmla="*/ 637112 h 2430217"/>
                  <a:gd name="csX94" fmla="*/ 516867 w 1910393"/>
                  <a:gd name="csY94" fmla="*/ 656468 h 2430217"/>
                  <a:gd name="csX95" fmla="*/ 506552 w 1910393"/>
                  <a:gd name="csY95" fmla="*/ 664513 h 2430217"/>
                  <a:gd name="csX96" fmla="*/ 413885 w 1910393"/>
                  <a:gd name="csY96" fmla="*/ 664513 h 2430217"/>
                  <a:gd name="csX97" fmla="*/ 420061 w 1910393"/>
                  <a:gd name="csY97" fmla="*/ 764751 h 2430217"/>
                  <a:gd name="csX98" fmla="*/ 364466 w 1910393"/>
                  <a:gd name="csY98" fmla="*/ 839929 h 2430217"/>
                  <a:gd name="csX99" fmla="*/ 296513 w 1910393"/>
                  <a:gd name="csY99" fmla="*/ 839929 h 2430217"/>
                  <a:gd name="csX100" fmla="*/ 222386 w 1910393"/>
                  <a:gd name="csY100" fmla="*/ 839929 h 2430217"/>
                  <a:gd name="csX101" fmla="*/ 129724 w 1910393"/>
                  <a:gd name="csY101" fmla="*/ 802341 h 2430217"/>
                  <a:gd name="csX102" fmla="*/ 80305 w 1910393"/>
                  <a:gd name="csY102" fmla="*/ 839929 h 2430217"/>
                  <a:gd name="csX103" fmla="*/ 30887 w 1910393"/>
                  <a:gd name="csY103" fmla="*/ 821136 h 2430217"/>
                  <a:gd name="csX104" fmla="*/ 0 w 1910393"/>
                  <a:gd name="csY104" fmla="*/ 846196 h 2430217"/>
                  <a:gd name="csX105" fmla="*/ 0 w 1910393"/>
                  <a:gd name="csY105" fmla="*/ 915107 h 2430217"/>
                  <a:gd name="csX106" fmla="*/ 67952 w 1910393"/>
                  <a:gd name="csY106" fmla="*/ 977757 h 2430217"/>
                  <a:gd name="csX107" fmla="*/ 111191 w 1910393"/>
                  <a:gd name="csY107" fmla="*/ 1071731 h 2430217"/>
                  <a:gd name="csX108" fmla="*/ 111191 w 1910393"/>
                  <a:gd name="csY108" fmla="*/ 1128114 h 2430217"/>
                  <a:gd name="csX109" fmla="*/ 160610 w 1910393"/>
                  <a:gd name="csY109" fmla="*/ 1209556 h 2430217"/>
                  <a:gd name="csX110" fmla="*/ 191499 w 1910393"/>
                  <a:gd name="csY110" fmla="*/ 1234616 h 2430217"/>
                  <a:gd name="csX111" fmla="*/ 192410 w 1910393"/>
                  <a:gd name="csY111" fmla="*/ 1290319 h 2430217"/>
                  <a:gd name="csX112" fmla="*/ 161890 w 1910393"/>
                  <a:gd name="csY112" fmla="*/ 1292863 h 2430217"/>
                  <a:gd name="csX113" fmla="*/ 145626 w 1910393"/>
                  <a:gd name="csY113" fmla="*/ 1332361 h 2430217"/>
                  <a:gd name="csX114" fmla="*/ 140979 w 1910393"/>
                  <a:gd name="csY114" fmla="*/ 1413678 h 2430217"/>
                  <a:gd name="csX115" fmla="*/ 38751 w 1910393"/>
                  <a:gd name="csY115" fmla="*/ 1597225 h 2430217"/>
                  <a:gd name="csX116" fmla="*/ 57338 w 1910393"/>
                  <a:gd name="csY116" fmla="*/ 1687837 h 2430217"/>
                  <a:gd name="csX117" fmla="*/ 71278 w 1910393"/>
                  <a:gd name="csY117" fmla="*/ 1692484 h 2430217"/>
                  <a:gd name="csX118" fmla="*/ 61984 w 1910393"/>
                  <a:gd name="csY118" fmla="*/ 1787743 h 2430217"/>
                  <a:gd name="csX119" fmla="*/ 117745 w 1910393"/>
                  <a:gd name="csY119" fmla="*/ 1799359 h 2430217"/>
                  <a:gd name="csX120" fmla="*/ 159566 w 1910393"/>
                  <a:gd name="csY120" fmla="*/ 1820270 h 2430217"/>
                  <a:gd name="csX121" fmla="*/ 203710 w 1910393"/>
                  <a:gd name="csY121" fmla="*/ 1936439 h 2430217"/>
                  <a:gd name="csX122" fmla="*/ 238561 w 1910393"/>
                  <a:gd name="csY122" fmla="*/ 1938762 h 2430217"/>
                  <a:gd name="csX123" fmla="*/ 238561 w 1910393"/>
                  <a:gd name="csY123" fmla="*/ 2050284 h 2430217"/>
                  <a:gd name="csX124" fmla="*/ 278058 w 1910393"/>
                  <a:gd name="csY124" fmla="*/ 2108368 h 2430217"/>
                  <a:gd name="csX125" fmla="*/ 278058 w 1910393"/>
                  <a:gd name="csY125" fmla="*/ 2085135 h 2430217"/>
                  <a:gd name="csX126" fmla="*/ 291999 w 1910393"/>
                  <a:gd name="csY126" fmla="*/ 2092104 h 2430217"/>
                  <a:gd name="csX127" fmla="*/ 312909 w 1910393"/>
                  <a:gd name="csY127" fmla="*/ 2071194 h 2430217"/>
                  <a:gd name="csX128" fmla="*/ 347761 w 1910393"/>
                  <a:gd name="csY128" fmla="*/ 2124632 h 2430217"/>
                  <a:gd name="csX129" fmla="*/ 340789 w 1910393"/>
                  <a:gd name="csY129" fmla="*/ 2154836 h 2430217"/>
                  <a:gd name="csX130" fmla="*/ 389580 w 1910393"/>
                  <a:gd name="csY130" fmla="*/ 2147866 h 2430217"/>
                  <a:gd name="csX131" fmla="*/ 415137 w 1910393"/>
                  <a:gd name="csY131" fmla="*/ 2217567 h 2430217"/>
                  <a:gd name="csX132" fmla="*/ 498779 w 1910393"/>
                  <a:gd name="csY132" fmla="*/ 2157159 h 2430217"/>
                  <a:gd name="csX133" fmla="*/ 554541 w 1910393"/>
                  <a:gd name="csY133" fmla="*/ 2157160 h 2430217"/>
                  <a:gd name="csX134" fmla="*/ 554540 w 1910393"/>
                  <a:gd name="csY134" fmla="*/ 2094427 h 2430217"/>
                  <a:gd name="csX135" fmla="*/ 584744 w 1910393"/>
                  <a:gd name="csY135" fmla="*/ 2092104 h 2430217"/>
                  <a:gd name="csX136" fmla="*/ 626565 w 1910393"/>
                  <a:gd name="csY136" fmla="*/ 2113015 h 2430217"/>
                  <a:gd name="csX137" fmla="*/ 756674 w 1910393"/>
                  <a:gd name="csY137" fmla="*/ 2154836 h 2430217"/>
                  <a:gd name="csX138" fmla="*/ 763645 w 1910393"/>
                  <a:gd name="csY138" fmla="*/ 2201302 h 2430217"/>
                  <a:gd name="csX139" fmla="*/ 782765 w 1910393"/>
                  <a:gd name="csY139" fmla="*/ 2166249 h 2430217"/>
                  <a:gd name="csX140" fmla="*/ 767161 w 1910393"/>
                  <a:gd name="csY140" fmla="*/ 2218032 h 2430217"/>
                  <a:gd name="csX141" fmla="*/ 824330 w 1910393"/>
                  <a:gd name="csY141" fmla="*/ 2222678 h 2430217"/>
                  <a:gd name="csX142" fmla="*/ 889278 w 1910393"/>
                  <a:gd name="csY142" fmla="*/ 2256872 h 2430217"/>
                  <a:gd name="csX143" fmla="*/ 916192 w 1910393"/>
                  <a:gd name="csY143" fmla="*/ 2315183 h 2430217"/>
                  <a:gd name="csX144" fmla="*/ 1053817 w 1910393"/>
                  <a:gd name="csY144" fmla="*/ 2359684 h 2430217"/>
                  <a:gd name="csX145" fmla="*/ 1046846 w 1910393"/>
                  <a:gd name="csY145" fmla="*/ 2427060 h 2430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Lst>
                <a:rect l="l" t="t" r="r" b="b"/>
                <a:pathLst>
                  <a:path w="1910393" h="2430217">
                    <a:moveTo>
                      <a:pt x="1095426" y="2430217"/>
                    </a:moveTo>
                    <a:cubicBezTo>
                      <a:pt x="1095932" y="2411587"/>
                      <a:pt x="1096436" y="2392960"/>
                      <a:pt x="1096941" y="2374330"/>
                    </a:cubicBezTo>
                    <a:lnTo>
                      <a:pt x="1113151" y="2374330"/>
                    </a:lnTo>
                    <a:lnTo>
                      <a:pt x="1118556" y="2330489"/>
                    </a:lnTo>
                    <a:lnTo>
                      <a:pt x="1159567" y="2315537"/>
                    </a:lnTo>
                    <a:lnTo>
                      <a:pt x="1195879" y="2290461"/>
                    </a:lnTo>
                    <a:lnTo>
                      <a:pt x="1302543" y="2325792"/>
                    </a:lnTo>
                    <a:lnTo>
                      <a:pt x="1314003" y="2397818"/>
                    </a:lnTo>
                    <a:lnTo>
                      <a:pt x="1347885" y="2360822"/>
                    </a:lnTo>
                    <a:lnTo>
                      <a:pt x="1358586" y="2268061"/>
                    </a:lnTo>
                    <a:cubicBezTo>
                      <a:pt x="1358316" y="2281900"/>
                      <a:pt x="1358049" y="2295740"/>
                      <a:pt x="1357778" y="2309578"/>
                    </a:cubicBezTo>
                    <a:lnTo>
                      <a:pt x="1371718" y="2257102"/>
                    </a:lnTo>
                    <a:lnTo>
                      <a:pt x="1387172" y="2237327"/>
                    </a:lnTo>
                    <a:lnTo>
                      <a:pt x="1368530" y="2210582"/>
                    </a:lnTo>
                    <a:lnTo>
                      <a:pt x="1357023" y="2159770"/>
                    </a:lnTo>
                    <a:lnTo>
                      <a:pt x="1372526" y="2127723"/>
                    </a:lnTo>
                    <a:lnTo>
                      <a:pt x="1414295" y="2108782"/>
                    </a:lnTo>
                    <a:lnTo>
                      <a:pt x="1448178" y="2067440"/>
                    </a:lnTo>
                    <a:lnTo>
                      <a:pt x="1498429" y="2035874"/>
                    </a:lnTo>
                    <a:lnTo>
                      <a:pt x="1467522" y="1976425"/>
                    </a:lnTo>
                    <a:cubicBezTo>
                      <a:pt x="1463918" y="1943543"/>
                      <a:pt x="1406070" y="1988168"/>
                      <a:pt x="1428025" y="1901848"/>
                    </a:cubicBezTo>
                    <a:lnTo>
                      <a:pt x="1476921" y="1834293"/>
                    </a:lnTo>
                    <a:lnTo>
                      <a:pt x="1445127" y="1815192"/>
                    </a:lnTo>
                    <a:lnTo>
                      <a:pt x="1469794" y="1826311"/>
                    </a:lnTo>
                    <a:lnTo>
                      <a:pt x="1486005" y="1815352"/>
                    </a:lnTo>
                    <a:lnTo>
                      <a:pt x="1464391" y="1782469"/>
                    </a:lnTo>
                    <a:lnTo>
                      <a:pt x="1421161" y="1711228"/>
                    </a:lnTo>
                    <a:lnTo>
                      <a:pt x="1421161" y="1639986"/>
                    </a:lnTo>
                    <a:lnTo>
                      <a:pt x="1421161" y="1585183"/>
                    </a:lnTo>
                    <a:lnTo>
                      <a:pt x="1367123" y="1486540"/>
                    </a:lnTo>
                    <a:lnTo>
                      <a:pt x="1318492" y="1470100"/>
                    </a:lnTo>
                    <a:lnTo>
                      <a:pt x="1323894" y="1409817"/>
                    </a:lnTo>
                    <a:lnTo>
                      <a:pt x="1318492" y="1338575"/>
                    </a:lnTo>
                    <a:lnTo>
                      <a:pt x="1253648" y="1261854"/>
                    </a:lnTo>
                    <a:lnTo>
                      <a:pt x="1221225" y="1228971"/>
                    </a:lnTo>
                    <a:lnTo>
                      <a:pt x="1221225" y="1168689"/>
                    </a:lnTo>
                    <a:lnTo>
                      <a:pt x="1232033" y="1135809"/>
                    </a:lnTo>
                    <a:lnTo>
                      <a:pt x="1183401" y="1097447"/>
                    </a:lnTo>
                    <a:lnTo>
                      <a:pt x="1183401" y="1087602"/>
                    </a:lnTo>
                    <a:lnTo>
                      <a:pt x="1224501" y="1098024"/>
                    </a:lnTo>
                    <a:lnTo>
                      <a:pt x="1246116" y="1158305"/>
                    </a:lnTo>
                    <a:lnTo>
                      <a:pt x="1251521" y="1202145"/>
                    </a:lnTo>
                    <a:lnTo>
                      <a:pt x="1265354" y="1209529"/>
                    </a:lnTo>
                    <a:lnTo>
                      <a:pt x="1361829" y="1162355"/>
                    </a:lnTo>
                    <a:lnTo>
                      <a:pt x="1375803" y="1108983"/>
                    </a:lnTo>
                    <a:lnTo>
                      <a:pt x="1402823" y="1037742"/>
                    </a:lnTo>
                    <a:lnTo>
                      <a:pt x="1435244" y="971979"/>
                    </a:lnTo>
                    <a:lnTo>
                      <a:pt x="1440647" y="900737"/>
                    </a:lnTo>
                    <a:lnTo>
                      <a:pt x="1543317" y="867855"/>
                    </a:lnTo>
                    <a:lnTo>
                      <a:pt x="1581142" y="890256"/>
                    </a:lnTo>
                    <a:lnTo>
                      <a:pt x="1602758" y="862376"/>
                    </a:lnTo>
                    <a:lnTo>
                      <a:pt x="1659171" y="778743"/>
                    </a:lnTo>
                    <a:lnTo>
                      <a:pt x="1618969" y="714410"/>
                    </a:lnTo>
                    <a:lnTo>
                      <a:pt x="1622067" y="642931"/>
                    </a:lnTo>
                    <a:lnTo>
                      <a:pt x="1662988" y="642462"/>
                    </a:lnTo>
                    <a:lnTo>
                      <a:pt x="1712415" y="698938"/>
                    </a:lnTo>
                    <a:lnTo>
                      <a:pt x="1764936" y="683203"/>
                    </a:lnTo>
                    <a:lnTo>
                      <a:pt x="1850092" y="708222"/>
                    </a:lnTo>
                    <a:lnTo>
                      <a:pt x="1910393" y="702507"/>
                    </a:lnTo>
                    <a:lnTo>
                      <a:pt x="1845921" y="632206"/>
                    </a:lnTo>
                    <a:lnTo>
                      <a:pt x="1872939" y="654127"/>
                    </a:lnTo>
                    <a:lnTo>
                      <a:pt x="1878344" y="621247"/>
                    </a:lnTo>
                    <a:lnTo>
                      <a:pt x="1874526" y="529033"/>
                    </a:lnTo>
                    <a:lnTo>
                      <a:pt x="1781077" y="494722"/>
                    </a:lnTo>
                    <a:lnTo>
                      <a:pt x="1721637" y="467802"/>
                    </a:lnTo>
                    <a:lnTo>
                      <a:pt x="1706287" y="410618"/>
                    </a:lnTo>
                    <a:lnTo>
                      <a:pt x="1734170" y="373453"/>
                    </a:lnTo>
                    <a:lnTo>
                      <a:pt x="1804487" y="379176"/>
                    </a:lnTo>
                    <a:lnTo>
                      <a:pt x="1850022" y="416350"/>
                    </a:lnTo>
                    <a:lnTo>
                      <a:pt x="1894045" y="356540"/>
                    </a:lnTo>
                    <a:lnTo>
                      <a:pt x="1877694" y="250733"/>
                    </a:lnTo>
                    <a:lnTo>
                      <a:pt x="1869122" y="197599"/>
                    </a:lnTo>
                    <a:lnTo>
                      <a:pt x="1855284" y="147324"/>
                    </a:lnTo>
                    <a:lnTo>
                      <a:pt x="1818904" y="137323"/>
                    </a:lnTo>
                    <a:lnTo>
                      <a:pt x="1775605" y="131609"/>
                    </a:lnTo>
                    <a:lnTo>
                      <a:pt x="1721637" y="113021"/>
                    </a:lnTo>
                    <a:lnTo>
                      <a:pt x="1667602" y="34867"/>
                    </a:lnTo>
                    <a:lnTo>
                      <a:pt x="1667602" y="0"/>
                    </a:lnTo>
                    <a:lnTo>
                      <a:pt x="785319" y="0"/>
                    </a:lnTo>
                    <a:lnTo>
                      <a:pt x="770593" y="7467"/>
                    </a:lnTo>
                    <a:cubicBezTo>
                      <a:pt x="758614" y="62139"/>
                      <a:pt x="759788" y="39947"/>
                      <a:pt x="759788" y="73229"/>
                    </a:cubicBezTo>
                    <a:lnTo>
                      <a:pt x="759788" y="89670"/>
                    </a:lnTo>
                    <a:lnTo>
                      <a:pt x="694944" y="177353"/>
                    </a:lnTo>
                    <a:lnTo>
                      <a:pt x="662520" y="215713"/>
                    </a:lnTo>
                    <a:lnTo>
                      <a:pt x="603082" y="215713"/>
                    </a:lnTo>
                    <a:lnTo>
                      <a:pt x="565256" y="215713"/>
                    </a:lnTo>
                    <a:lnTo>
                      <a:pt x="527429" y="254075"/>
                    </a:lnTo>
                    <a:lnTo>
                      <a:pt x="511218" y="303396"/>
                    </a:lnTo>
                    <a:lnTo>
                      <a:pt x="505815" y="396561"/>
                    </a:lnTo>
                    <a:lnTo>
                      <a:pt x="495009" y="451361"/>
                    </a:lnTo>
                    <a:lnTo>
                      <a:pt x="516624" y="539044"/>
                    </a:lnTo>
                    <a:lnTo>
                      <a:pt x="536316" y="588973"/>
                    </a:lnTo>
                    <a:lnTo>
                      <a:pt x="486328" y="609712"/>
                    </a:lnTo>
                    <a:lnTo>
                      <a:pt x="486328" y="637112"/>
                    </a:lnTo>
                    <a:lnTo>
                      <a:pt x="516867" y="656468"/>
                    </a:lnTo>
                    <a:lnTo>
                      <a:pt x="506552" y="664513"/>
                    </a:lnTo>
                    <a:lnTo>
                      <a:pt x="413885" y="664513"/>
                    </a:lnTo>
                    <a:lnTo>
                      <a:pt x="420061" y="764751"/>
                    </a:lnTo>
                    <a:lnTo>
                      <a:pt x="364466" y="839929"/>
                    </a:lnTo>
                    <a:lnTo>
                      <a:pt x="296513" y="839929"/>
                    </a:lnTo>
                    <a:lnTo>
                      <a:pt x="222386" y="839929"/>
                    </a:lnTo>
                    <a:lnTo>
                      <a:pt x="129724" y="802341"/>
                    </a:lnTo>
                    <a:lnTo>
                      <a:pt x="80305" y="839929"/>
                    </a:lnTo>
                    <a:lnTo>
                      <a:pt x="30887" y="821136"/>
                    </a:lnTo>
                    <a:lnTo>
                      <a:pt x="0" y="846196"/>
                    </a:lnTo>
                    <a:lnTo>
                      <a:pt x="0" y="915107"/>
                    </a:lnTo>
                    <a:lnTo>
                      <a:pt x="67952" y="977757"/>
                    </a:lnTo>
                    <a:lnTo>
                      <a:pt x="111191" y="1071731"/>
                    </a:lnTo>
                    <a:lnTo>
                      <a:pt x="111191" y="1128114"/>
                    </a:lnTo>
                    <a:lnTo>
                      <a:pt x="160610" y="1209556"/>
                    </a:lnTo>
                    <a:lnTo>
                      <a:pt x="191499" y="1234616"/>
                    </a:lnTo>
                    <a:cubicBezTo>
                      <a:pt x="191803" y="1253183"/>
                      <a:pt x="192107" y="1271752"/>
                      <a:pt x="192410" y="1290319"/>
                    </a:cubicBezTo>
                    <a:lnTo>
                      <a:pt x="161890" y="1292863"/>
                    </a:lnTo>
                    <a:lnTo>
                      <a:pt x="145626" y="1332361"/>
                    </a:lnTo>
                    <a:lnTo>
                      <a:pt x="140979" y="1413678"/>
                    </a:lnTo>
                    <a:lnTo>
                      <a:pt x="38751" y="1597225"/>
                    </a:lnTo>
                    <a:lnTo>
                      <a:pt x="57338" y="1687837"/>
                    </a:lnTo>
                    <a:lnTo>
                      <a:pt x="71278" y="1692484"/>
                    </a:lnTo>
                    <a:lnTo>
                      <a:pt x="61984" y="1787743"/>
                    </a:lnTo>
                    <a:lnTo>
                      <a:pt x="117745" y="1799359"/>
                    </a:lnTo>
                    <a:lnTo>
                      <a:pt x="159566" y="1820270"/>
                    </a:lnTo>
                    <a:lnTo>
                      <a:pt x="203710" y="1936439"/>
                    </a:lnTo>
                    <a:lnTo>
                      <a:pt x="238561" y="1938762"/>
                    </a:lnTo>
                    <a:lnTo>
                      <a:pt x="238561" y="2050284"/>
                    </a:lnTo>
                    <a:lnTo>
                      <a:pt x="278058" y="2108368"/>
                    </a:lnTo>
                    <a:lnTo>
                      <a:pt x="278058" y="2085135"/>
                    </a:lnTo>
                    <a:lnTo>
                      <a:pt x="291999" y="2092104"/>
                    </a:lnTo>
                    <a:lnTo>
                      <a:pt x="312909" y="2071194"/>
                    </a:lnTo>
                    <a:lnTo>
                      <a:pt x="347761" y="2124632"/>
                    </a:lnTo>
                    <a:lnTo>
                      <a:pt x="340789" y="2154836"/>
                    </a:lnTo>
                    <a:lnTo>
                      <a:pt x="389580" y="2147866"/>
                    </a:lnTo>
                    <a:lnTo>
                      <a:pt x="415137" y="2217567"/>
                    </a:lnTo>
                    <a:lnTo>
                      <a:pt x="498779" y="2157159"/>
                    </a:lnTo>
                    <a:lnTo>
                      <a:pt x="554541" y="2157160"/>
                    </a:lnTo>
                    <a:cubicBezTo>
                      <a:pt x="554541" y="2136249"/>
                      <a:pt x="554540" y="2115339"/>
                      <a:pt x="554540" y="2094427"/>
                    </a:cubicBezTo>
                    <a:lnTo>
                      <a:pt x="584744" y="2092104"/>
                    </a:lnTo>
                    <a:lnTo>
                      <a:pt x="626565" y="2113015"/>
                    </a:lnTo>
                    <a:lnTo>
                      <a:pt x="756674" y="2154836"/>
                    </a:lnTo>
                    <a:cubicBezTo>
                      <a:pt x="756674" y="2169550"/>
                      <a:pt x="763645" y="2186588"/>
                      <a:pt x="763645" y="2201302"/>
                    </a:cubicBezTo>
                    <a:lnTo>
                      <a:pt x="782765" y="2166249"/>
                    </a:lnTo>
                    <a:lnTo>
                      <a:pt x="767161" y="2218032"/>
                    </a:lnTo>
                    <a:lnTo>
                      <a:pt x="824330" y="2222678"/>
                    </a:lnTo>
                    <a:lnTo>
                      <a:pt x="889278" y="2256872"/>
                    </a:lnTo>
                    <a:lnTo>
                      <a:pt x="916192" y="2315183"/>
                    </a:lnTo>
                    <a:lnTo>
                      <a:pt x="1053817" y="2359684"/>
                    </a:lnTo>
                    <a:lnTo>
                      <a:pt x="1046846" y="2427060"/>
                    </a:lnTo>
                    <a:close/>
                  </a:path>
                </a:pathLst>
              </a:custGeom>
              <a:noFill/>
              <a:ln w="25400">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grpSp>
            <p:nvGrpSpPr>
              <p:cNvPr id="37" name="그룹 36">
                <a:extLst>
                  <a:ext uri="{FF2B5EF4-FFF2-40B4-BE49-F238E27FC236}">
                    <a16:creationId xmlns:a16="http://schemas.microsoft.com/office/drawing/2014/main" id="{C12521AA-F153-971D-E84B-7B668B2D7290}"/>
                  </a:ext>
                </a:extLst>
              </p:cNvPr>
              <p:cNvGrpSpPr/>
              <p:nvPr/>
            </p:nvGrpSpPr>
            <p:grpSpPr>
              <a:xfrm>
                <a:off x="2154917" y="4816840"/>
                <a:ext cx="1031880" cy="1158426"/>
                <a:chOff x="9189615" y="4710136"/>
                <a:chExt cx="1248575" cy="1401695"/>
              </a:xfrm>
              <a:effectLst>
                <a:outerShdw blurRad="50800" dist="38100" dir="2700000" algn="tl" rotWithShape="0">
                  <a:prstClr val="black">
                    <a:alpha val="40000"/>
                  </a:prstClr>
                </a:outerShdw>
              </a:effectLst>
            </p:grpSpPr>
            <p:grpSp>
              <p:nvGrpSpPr>
                <p:cNvPr id="43" name="그룹 42">
                  <a:extLst>
                    <a:ext uri="{FF2B5EF4-FFF2-40B4-BE49-F238E27FC236}">
                      <a16:creationId xmlns:a16="http://schemas.microsoft.com/office/drawing/2014/main" id="{697C0498-E813-BB3D-9A10-4D8F502C1CE5}"/>
                    </a:ext>
                  </a:extLst>
                </p:cNvPr>
                <p:cNvGrpSpPr/>
                <p:nvPr/>
              </p:nvGrpSpPr>
              <p:grpSpPr>
                <a:xfrm>
                  <a:off x="9189615" y="4710136"/>
                  <a:ext cx="1248575" cy="1401695"/>
                  <a:chOff x="3334168" y="4695723"/>
                  <a:chExt cx="1027808" cy="1153854"/>
                </a:xfrm>
              </p:grpSpPr>
              <p:grpSp>
                <p:nvGrpSpPr>
                  <p:cNvPr id="48" name="그룹 47">
                    <a:extLst>
                      <a:ext uri="{FF2B5EF4-FFF2-40B4-BE49-F238E27FC236}">
                        <a16:creationId xmlns:a16="http://schemas.microsoft.com/office/drawing/2014/main" id="{2A1C3C20-59BB-DACD-0062-EC22628F7B69}"/>
                      </a:ext>
                    </a:extLst>
                  </p:cNvPr>
                  <p:cNvGrpSpPr/>
                  <p:nvPr/>
                </p:nvGrpSpPr>
                <p:grpSpPr>
                  <a:xfrm>
                    <a:off x="3334168" y="4695723"/>
                    <a:ext cx="1027808" cy="1153854"/>
                    <a:chOff x="3334168" y="4695723"/>
                    <a:chExt cx="1027808" cy="1153854"/>
                  </a:xfrm>
                </p:grpSpPr>
                <p:sp>
                  <p:nvSpPr>
                    <p:cNvPr id="50" name="이등변 삼각형 49">
                      <a:extLst>
                        <a:ext uri="{FF2B5EF4-FFF2-40B4-BE49-F238E27FC236}">
                          <a16:creationId xmlns:a16="http://schemas.microsoft.com/office/drawing/2014/main" id="{ADCCBCB7-CDCD-6745-EDC6-15A307A7E1A3}"/>
                        </a:ext>
                      </a:extLst>
                    </p:cNvPr>
                    <p:cNvSpPr/>
                    <p:nvPr/>
                  </p:nvSpPr>
                  <p:spPr>
                    <a:xfrm>
                      <a:off x="3334168" y="4695723"/>
                      <a:ext cx="1027808" cy="404248"/>
                    </a:xfrm>
                    <a:prstGeom prst="triangle">
                      <a:avLst/>
                    </a:prstGeom>
                    <a:gradFill flip="none" rotWithShape="1">
                      <a:gsLst>
                        <a:gs pos="0">
                          <a:srgbClr val="C00000"/>
                        </a:gs>
                        <a:gs pos="35000">
                          <a:srgbClr val="FF2F2F"/>
                        </a:gs>
                        <a:gs pos="90000">
                          <a:schemeClr val="accent3">
                            <a:alpha val="0"/>
                          </a:schemeClr>
                        </a:gs>
                      </a:gsLst>
                      <a:path path="circle">
                        <a:fillToRect l="50000" t="-80000" r="50000" b="180000"/>
                      </a:path>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57" name="그림 56">
                      <a:extLst>
                        <a:ext uri="{FF2B5EF4-FFF2-40B4-BE49-F238E27FC236}">
                          <a16:creationId xmlns:a16="http://schemas.microsoft.com/office/drawing/2014/main" id="{839B38A3-1F6C-47D0-872C-A5270BA55F26}"/>
                        </a:ext>
                      </a:extLst>
                    </p:cNvPr>
                    <p:cNvPicPr>
                      <a:picLocks noChangeAspect="1"/>
                    </p:cNvPicPr>
                    <p:nvPr/>
                  </p:nvPicPr>
                  <p:blipFill>
                    <a:blip r:embed="rId4"/>
                    <a:srcRect l="19170" t="14124" r="20755" b="19664"/>
                    <a:stretch>
                      <a:fillRect/>
                    </a:stretch>
                  </p:blipFill>
                  <p:spPr>
                    <a:xfrm>
                      <a:off x="3349872" y="4843823"/>
                      <a:ext cx="1005754" cy="1005754"/>
                    </a:xfrm>
                    <a:custGeom>
                      <a:avLst/>
                      <a:gdLst>
                        <a:gd name="csX0" fmla="*/ 833770 w 1667540"/>
                        <a:gd name="csY0" fmla="*/ 0 h 1667540"/>
                        <a:gd name="csX1" fmla="*/ 1667540 w 1667540"/>
                        <a:gd name="csY1" fmla="*/ 833770 h 1667540"/>
                        <a:gd name="csX2" fmla="*/ 833770 w 1667540"/>
                        <a:gd name="csY2" fmla="*/ 1667540 h 1667540"/>
                        <a:gd name="csX3" fmla="*/ 0 w 1667540"/>
                        <a:gd name="csY3" fmla="*/ 833770 h 1667540"/>
                        <a:gd name="csX4" fmla="*/ 833770 w 1667540"/>
                        <a:gd name="csY4" fmla="*/ 0 h 1667540"/>
                      </a:gdLst>
                      <a:ahLst/>
                      <a:cxnLst>
                        <a:cxn ang="0">
                          <a:pos x="csX0" y="csY0"/>
                        </a:cxn>
                        <a:cxn ang="0">
                          <a:pos x="csX1" y="csY1"/>
                        </a:cxn>
                        <a:cxn ang="0">
                          <a:pos x="csX2" y="csY2"/>
                        </a:cxn>
                        <a:cxn ang="0">
                          <a:pos x="csX3" y="csY3"/>
                        </a:cxn>
                        <a:cxn ang="0">
                          <a:pos x="csX4" y="csY4"/>
                        </a:cxn>
                      </a:cxnLst>
                      <a:rect l="l" t="t" r="r" b="b"/>
                      <a:pathLst>
                        <a:path w="1667540" h="1667540">
                          <a:moveTo>
                            <a:pt x="833770" y="0"/>
                          </a:moveTo>
                          <a:cubicBezTo>
                            <a:pt x="1294248" y="0"/>
                            <a:pt x="1667540" y="373292"/>
                            <a:pt x="1667540" y="833770"/>
                          </a:cubicBezTo>
                          <a:cubicBezTo>
                            <a:pt x="1667540" y="1294248"/>
                            <a:pt x="1294248" y="1667540"/>
                            <a:pt x="833770" y="1667540"/>
                          </a:cubicBezTo>
                          <a:cubicBezTo>
                            <a:pt x="373292" y="1667540"/>
                            <a:pt x="0" y="1294248"/>
                            <a:pt x="0" y="833770"/>
                          </a:cubicBezTo>
                          <a:cubicBezTo>
                            <a:pt x="0" y="373292"/>
                            <a:pt x="373292" y="0"/>
                            <a:pt x="833770" y="0"/>
                          </a:cubicBezTo>
                          <a:close/>
                        </a:path>
                      </a:pathLst>
                    </a:custGeom>
                    <a:solidFill>
                      <a:schemeClr val="bg1"/>
                    </a:solidFill>
                    <a:ln w="25400">
                      <a:solidFill>
                        <a:srgbClr val="FF2F2F">
                          <a:alpha val="70000"/>
                        </a:srgbClr>
                      </a:solidFill>
                    </a:ln>
                  </p:spPr>
                </p:pic>
              </p:grpSp>
              <p:sp>
                <p:nvSpPr>
                  <p:cNvPr id="49" name="TextBox 48">
                    <a:extLst>
                      <a:ext uri="{FF2B5EF4-FFF2-40B4-BE49-F238E27FC236}">
                        <a16:creationId xmlns:a16="http://schemas.microsoft.com/office/drawing/2014/main" id="{5612BF49-D02B-46F0-D5CD-9E77D7BE4DF4}"/>
                      </a:ext>
                    </a:extLst>
                  </p:cNvPr>
                  <p:cNvSpPr txBox="1"/>
                  <p:nvPr/>
                </p:nvSpPr>
                <p:spPr>
                  <a:xfrm>
                    <a:off x="3388332" y="5016936"/>
                    <a:ext cx="919480" cy="134247"/>
                  </a:xfrm>
                  <a:prstGeom prst="rect">
                    <a:avLst/>
                  </a:prstGeom>
                  <a:noFill/>
                </p:spPr>
                <p:txBody>
                  <a:bodyPr wrap="square" lIns="72000" tIns="0" rIns="72000" bIns="0" rtlCol="0">
                    <a:noAutofit/>
                  </a:bodyPr>
                  <a:lstStyle/>
                  <a:p>
                    <a:pPr algn="ctr"/>
                    <a:r>
                      <a:rPr lang="ko-KR" altLang="en-US" sz="10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ko-KR" altLang="en-US" sz="8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44" name="그룹 43">
                  <a:extLst>
                    <a:ext uri="{FF2B5EF4-FFF2-40B4-BE49-F238E27FC236}">
                      <a16:creationId xmlns:a16="http://schemas.microsoft.com/office/drawing/2014/main" id="{A8D5C522-BB00-B130-02B9-B7E080C60BB5}"/>
                    </a:ext>
                  </a:extLst>
                </p:cNvPr>
                <p:cNvGrpSpPr/>
                <p:nvPr/>
              </p:nvGrpSpPr>
              <p:grpSpPr>
                <a:xfrm>
                  <a:off x="9687641" y="5339284"/>
                  <a:ext cx="216452" cy="438824"/>
                  <a:chOff x="8885141" y="4662473"/>
                  <a:chExt cx="178180" cy="361233"/>
                </a:xfrm>
              </p:grpSpPr>
              <p:sp>
                <p:nvSpPr>
                  <p:cNvPr id="46" name="자유형: 도형 45">
                    <a:extLst>
                      <a:ext uri="{FF2B5EF4-FFF2-40B4-BE49-F238E27FC236}">
                        <a16:creationId xmlns:a16="http://schemas.microsoft.com/office/drawing/2014/main" id="{CD0C2FD8-B880-1ACB-6CBD-3C4FE08A9D02}"/>
                      </a:ext>
                    </a:extLst>
                  </p:cNvPr>
                  <p:cNvSpPr/>
                  <p:nvPr/>
                </p:nvSpPr>
                <p:spPr>
                  <a:xfrm>
                    <a:off x="8885141" y="4667236"/>
                    <a:ext cx="171036" cy="35647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F2F2F"/>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자유형: 도형 46">
                    <a:extLst>
                      <a:ext uri="{FF2B5EF4-FFF2-40B4-BE49-F238E27FC236}">
                        <a16:creationId xmlns:a16="http://schemas.microsoft.com/office/drawing/2014/main" id="{A92E580D-6735-4327-BCDB-53F326DE9208}"/>
                      </a:ext>
                    </a:extLst>
                  </p:cNvPr>
                  <p:cNvSpPr/>
                  <p:nvPr/>
                </p:nvSpPr>
                <p:spPr>
                  <a:xfrm>
                    <a:off x="8904104" y="4662473"/>
                    <a:ext cx="159217" cy="344563"/>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39B9E"/>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sp>
            <p:nvSpPr>
              <p:cNvPr id="42" name="TextBox 41">
                <a:extLst>
                  <a:ext uri="{FF2B5EF4-FFF2-40B4-BE49-F238E27FC236}">
                    <a16:creationId xmlns:a16="http://schemas.microsoft.com/office/drawing/2014/main" id="{6D82C02C-8467-4468-74DE-99DEC9769B8D}"/>
                  </a:ext>
                </a:extLst>
              </p:cNvPr>
              <p:cNvSpPr txBox="1"/>
              <p:nvPr/>
            </p:nvSpPr>
            <p:spPr>
              <a:xfrm>
                <a:off x="1729492" y="4096828"/>
                <a:ext cx="850850" cy="184666"/>
              </a:xfrm>
              <a:prstGeom prst="rect">
                <a:avLst/>
              </a:prstGeom>
              <a:noFill/>
            </p:spPr>
            <p:txBody>
              <a:bodyPr wrap="square" lIns="0" tIns="0" rIns="0" bIns="0">
                <a:spAutoFit/>
              </a:bodyPr>
              <a:lstStyle/>
              <a:p>
                <a:pPr algn="ctr"/>
                <a:r>
                  <a:rPr lang="ko-KR" altLang="en-US" sz="1200" spc="-30" dirty="0">
                    <a:solidFill>
                      <a:schemeClr val="bg1"/>
                    </a:solidFill>
                    <a:effectLst>
                      <a:glow rad="1143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a:t>
                </a:r>
              </a:p>
            </p:txBody>
          </p:sp>
        </p:grpSp>
        <p:sp>
          <p:nvSpPr>
            <p:cNvPr id="7" name="직사각형 6">
              <a:extLst>
                <a:ext uri="{FF2B5EF4-FFF2-40B4-BE49-F238E27FC236}">
                  <a16:creationId xmlns:a16="http://schemas.microsoft.com/office/drawing/2014/main" id="{EF773DFF-5470-0462-B464-3DAB353C110B}"/>
                </a:ext>
              </a:extLst>
            </p:cNvPr>
            <p:cNvSpPr/>
            <p:nvPr/>
          </p:nvSpPr>
          <p:spPr>
            <a:xfrm>
              <a:off x="2597918" y="4643933"/>
              <a:ext cx="144016" cy="144016"/>
            </a:xfrm>
            <a:prstGeom prst="rect">
              <a:avLst/>
            </a:prstGeom>
            <a:solidFill>
              <a:schemeClr val="bg1"/>
            </a:solidFill>
            <a:ln w="28575">
              <a:solidFill>
                <a:srgbClr val="FF0000"/>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9B8B334E-821E-59C9-93D1-13A15F2F2805}"/>
                </a:ext>
              </a:extLst>
            </p:cNvPr>
            <p:cNvSpPr txBox="1"/>
            <p:nvPr/>
          </p:nvSpPr>
          <p:spPr>
            <a:xfrm>
              <a:off x="2766219" y="4644989"/>
              <a:ext cx="455027" cy="91985"/>
            </a:xfrm>
            <a:prstGeom prst="rect">
              <a:avLst/>
            </a:prstGeom>
            <a:noFill/>
          </p:spPr>
          <p:txBody>
            <a:bodyPr wrap="square" lIns="72000" tIns="0" rIns="72000" bIns="0" rtlCol="0">
              <a:noAutofit/>
            </a:bodyPr>
            <a:lstStyle/>
            <a:p>
              <a:pPr algn="ctr"/>
              <a:r>
                <a:rPr lang="en-US" altLang="ko-KR" sz="120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5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9" name="그룹 8">
              <a:extLst>
                <a:ext uri="{FF2B5EF4-FFF2-40B4-BE49-F238E27FC236}">
                  <a16:creationId xmlns:a16="http://schemas.microsoft.com/office/drawing/2014/main" id="{466F53B2-2F6C-E36C-96F9-FCBC14F80108}"/>
                </a:ext>
              </a:extLst>
            </p:cNvPr>
            <p:cNvGrpSpPr/>
            <p:nvPr/>
          </p:nvGrpSpPr>
          <p:grpSpPr>
            <a:xfrm>
              <a:off x="2289990" y="3294621"/>
              <a:ext cx="1586710" cy="1269815"/>
              <a:chOff x="2289990" y="3294621"/>
              <a:chExt cx="1586710" cy="1269815"/>
            </a:xfrm>
          </p:grpSpPr>
          <p:sp>
            <p:nvSpPr>
              <p:cNvPr id="21" name="타원 20">
                <a:extLst>
                  <a:ext uri="{FF2B5EF4-FFF2-40B4-BE49-F238E27FC236}">
                    <a16:creationId xmlns:a16="http://schemas.microsoft.com/office/drawing/2014/main" id="{F421E822-3CBC-5AA5-D10C-7C15FDEBDD18}"/>
                  </a:ext>
                </a:extLst>
              </p:cNvPr>
              <p:cNvSpPr/>
              <p:nvPr/>
            </p:nvSpPr>
            <p:spPr>
              <a:xfrm>
                <a:off x="2757855" y="3294621"/>
                <a:ext cx="577383" cy="577383"/>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a:extLst>
                  <a:ext uri="{FF2B5EF4-FFF2-40B4-BE49-F238E27FC236}">
                    <a16:creationId xmlns:a16="http://schemas.microsoft.com/office/drawing/2014/main" id="{C4A946F7-4160-56A5-32DB-122675BBF579}"/>
                  </a:ext>
                </a:extLst>
              </p:cNvPr>
              <p:cNvSpPr/>
              <p:nvPr/>
            </p:nvSpPr>
            <p:spPr>
              <a:xfrm>
                <a:off x="3317842" y="3493116"/>
                <a:ext cx="558858" cy="558858"/>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a:extLst>
                  <a:ext uri="{FF2B5EF4-FFF2-40B4-BE49-F238E27FC236}">
                    <a16:creationId xmlns:a16="http://schemas.microsoft.com/office/drawing/2014/main" id="{78EB6112-365B-A3B1-C614-F9618A88E6DF}"/>
                  </a:ext>
                </a:extLst>
              </p:cNvPr>
              <p:cNvSpPr/>
              <p:nvPr/>
            </p:nvSpPr>
            <p:spPr>
              <a:xfrm>
                <a:off x="2289990" y="3580732"/>
                <a:ext cx="500599" cy="500599"/>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a:extLst>
                  <a:ext uri="{FF2B5EF4-FFF2-40B4-BE49-F238E27FC236}">
                    <a16:creationId xmlns:a16="http://schemas.microsoft.com/office/drawing/2014/main" id="{444580A7-5C46-0D2A-AFD1-4ED84DB221B5}"/>
                  </a:ext>
                </a:extLst>
              </p:cNvPr>
              <p:cNvSpPr/>
              <p:nvPr/>
            </p:nvSpPr>
            <p:spPr>
              <a:xfrm>
                <a:off x="2709889" y="3975360"/>
                <a:ext cx="589076" cy="589076"/>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0" name="그룹 9">
              <a:extLst>
                <a:ext uri="{FF2B5EF4-FFF2-40B4-BE49-F238E27FC236}">
                  <a16:creationId xmlns:a16="http://schemas.microsoft.com/office/drawing/2014/main" id="{F2BFE038-24E0-3D7E-C5FA-BE3320E9D886}"/>
                </a:ext>
              </a:extLst>
            </p:cNvPr>
            <p:cNvGrpSpPr/>
            <p:nvPr/>
          </p:nvGrpSpPr>
          <p:grpSpPr>
            <a:xfrm>
              <a:off x="2118648" y="3446320"/>
              <a:ext cx="2286658" cy="921000"/>
              <a:chOff x="1960771" y="3552642"/>
              <a:chExt cx="2286658" cy="921000"/>
            </a:xfrm>
          </p:grpSpPr>
          <p:sp>
            <p:nvSpPr>
              <p:cNvPr id="16" name="TextBox 15">
                <a:extLst>
                  <a:ext uri="{FF2B5EF4-FFF2-40B4-BE49-F238E27FC236}">
                    <a16:creationId xmlns:a16="http://schemas.microsoft.com/office/drawing/2014/main" id="{1E8047B3-88EF-D301-8737-0835F6F14295}"/>
                  </a:ext>
                </a:extLst>
              </p:cNvPr>
              <p:cNvSpPr txBox="1"/>
              <p:nvPr/>
            </p:nvSpPr>
            <p:spPr>
              <a:xfrm>
                <a:off x="2488237" y="3552642"/>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서초구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7" name="TextBox 16">
                <a:extLst>
                  <a:ext uri="{FF2B5EF4-FFF2-40B4-BE49-F238E27FC236}">
                    <a16:creationId xmlns:a16="http://schemas.microsoft.com/office/drawing/2014/main" id="{A970AB61-1295-3B17-C646-D9C7ABE34F77}"/>
                  </a:ext>
                </a:extLst>
              </p:cNvPr>
              <p:cNvSpPr txBox="1"/>
              <p:nvPr/>
            </p:nvSpPr>
            <p:spPr>
              <a:xfrm>
                <a:off x="3269781" y="3756728"/>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8" name="TextBox 17">
                <a:extLst>
                  <a:ext uri="{FF2B5EF4-FFF2-40B4-BE49-F238E27FC236}">
                    <a16:creationId xmlns:a16="http://schemas.microsoft.com/office/drawing/2014/main" id="{10FC6BCA-C9EC-5E75-6B9A-865CF4BABBA8}"/>
                  </a:ext>
                </a:extLst>
              </p:cNvPr>
              <p:cNvSpPr txBox="1"/>
              <p:nvPr/>
            </p:nvSpPr>
            <p:spPr>
              <a:xfrm>
                <a:off x="3496539" y="3598453"/>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TextBox 18">
                <a:extLst>
                  <a:ext uri="{FF2B5EF4-FFF2-40B4-BE49-F238E27FC236}">
                    <a16:creationId xmlns:a16="http://schemas.microsoft.com/office/drawing/2014/main" id="{A65B16DC-0DA4-11F4-9FD3-1F45C1BB2BBB}"/>
                  </a:ext>
                </a:extLst>
              </p:cNvPr>
              <p:cNvSpPr txBox="1"/>
              <p:nvPr/>
            </p:nvSpPr>
            <p:spPr>
              <a:xfrm>
                <a:off x="1960771" y="3890419"/>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동작구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4D2AB9AC-F1D6-1CA6-4B8A-E4EF364265E7}"/>
                  </a:ext>
                </a:extLst>
              </p:cNvPr>
              <p:cNvSpPr txBox="1"/>
              <p:nvPr/>
            </p:nvSpPr>
            <p:spPr>
              <a:xfrm>
                <a:off x="2640884" y="4382020"/>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11" name="그룹 10">
              <a:extLst>
                <a:ext uri="{FF2B5EF4-FFF2-40B4-BE49-F238E27FC236}">
                  <a16:creationId xmlns:a16="http://schemas.microsoft.com/office/drawing/2014/main" id="{0CB19624-FD3D-77AC-CAFF-B89B4392FFE3}"/>
                </a:ext>
              </a:extLst>
            </p:cNvPr>
            <p:cNvGrpSpPr/>
            <p:nvPr/>
          </p:nvGrpSpPr>
          <p:grpSpPr>
            <a:xfrm>
              <a:off x="2578894" y="3581400"/>
              <a:ext cx="971550" cy="1059656"/>
              <a:chOff x="2578894" y="3581400"/>
              <a:chExt cx="971550" cy="1059656"/>
            </a:xfrm>
            <a:effectLst>
              <a:glow rad="63500">
                <a:srgbClr val="FF0000">
                  <a:alpha val="40000"/>
                </a:srgbClr>
              </a:glow>
            </a:effectLst>
          </p:grpSpPr>
          <p:sp>
            <p:nvSpPr>
              <p:cNvPr id="12" name="자유형: 도형 11">
                <a:extLst>
                  <a:ext uri="{FF2B5EF4-FFF2-40B4-BE49-F238E27FC236}">
                    <a16:creationId xmlns:a16="http://schemas.microsoft.com/office/drawing/2014/main" id="{F6BB7466-F045-0D75-00AB-71A40D5595C2}"/>
                  </a:ext>
                </a:extLst>
              </p:cNvPr>
              <p:cNvSpPr/>
              <p:nvPr/>
            </p:nvSpPr>
            <p:spPr>
              <a:xfrm>
                <a:off x="2714625" y="3581400"/>
                <a:ext cx="450056" cy="1057275"/>
              </a:xfrm>
              <a:custGeom>
                <a:avLst/>
                <a:gdLst>
                  <a:gd name="csX0" fmla="*/ 0 w 450056"/>
                  <a:gd name="csY0" fmla="*/ 1057275 h 1057275"/>
                  <a:gd name="csX1" fmla="*/ 42863 w 450056"/>
                  <a:gd name="csY1" fmla="*/ 947738 h 1057275"/>
                  <a:gd name="csX2" fmla="*/ 54769 w 450056"/>
                  <a:gd name="csY2" fmla="*/ 852488 h 1057275"/>
                  <a:gd name="csX3" fmla="*/ 166688 w 450056"/>
                  <a:gd name="csY3" fmla="*/ 826294 h 1057275"/>
                  <a:gd name="csX4" fmla="*/ 221456 w 450056"/>
                  <a:gd name="csY4" fmla="*/ 673894 h 1057275"/>
                  <a:gd name="csX5" fmla="*/ 188119 w 450056"/>
                  <a:gd name="csY5" fmla="*/ 554831 h 1057275"/>
                  <a:gd name="csX6" fmla="*/ 219075 w 450056"/>
                  <a:gd name="csY6" fmla="*/ 492919 h 1057275"/>
                  <a:gd name="csX7" fmla="*/ 323850 w 450056"/>
                  <a:gd name="csY7" fmla="*/ 447675 h 1057275"/>
                  <a:gd name="csX8" fmla="*/ 371475 w 450056"/>
                  <a:gd name="csY8" fmla="*/ 397669 h 1057275"/>
                  <a:gd name="csX9" fmla="*/ 411956 w 450056"/>
                  <a:gd name="csY9" fmla="*/ 342900 h 1057275"/>
                  <a:gd name="csX10" fmla="*/ 450056 w 450056"/>
                  <a:gd name="csY10" fmla="*/ 285750 h 1057275"/>
                  <a:gd name="csX11" fmla="*/ 361950 w 450056"/>
                  <a:gd name="csY11" fmla="*/ 0 h 1057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0056" h="1057275">
                    <a:moveTo>
                      <a:pt x="0" y="1057275"/>
                    </a:moveTo>
                    <a:lnTo>
                      <a:pt x="42863" y="947738"/>
                    </a:lnTo>
                    <a:lnTo>
                      <a:pt x="54769" y="852488"/>
                    </a:lnTo>
                    <a:lnTo>
                      <a:pt x="166688" y="826294"/>
                    </a:lnTo>
                    <a:lnTo>
                      <a:pt x="221456" y="673894"/>
                    </a:lnTo>
                    <a:lnTo>
                      <a:pt x="188119" y="554831"/>
                    </a:lnTo>
                    <a:lnTo>
                      <a:pt x="219075" y="492919"/>
                    </a:lnTo>
                    <a:lnTo>
                      <a:pt x="323850" y="447675"/>
                    </a:lnTo>
                    <a:lnTo>
                      <a:pt x="371475" y="397669"/>
                    </a:lnTo>
                    <a:lnTo>
                      <a:pt x="411956" y="342900"/>
                    </a:lnTo>
                    <a:lnTo>
                      <a:pt x="450056" y="285750"/>
                    </a:lnTo>
                    <a:lnTo>
                      <a:pt x="36195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자유형: 도형 12">
                <a:extLst>
                  <a:ext uri="{FF2B5EF4-FFF2-40B4-BE49-F238E27FC236}">
                    <a16:creationId xmlns:a16="http://schemas.microsoft.com/office/drawing/2014/main" id="{16662554-AA68-4788-8F2E-82098DE46684}"/>
                  </a:ext>
                </a:extLst>
              </p:cNvPr>
              <p:cNvSpPr/>
              <p:nvPr/>
            </p:nvSpPr>
            <p:spPr>
              <a:xfrm>
                <a:off x="2578894" y="3967163"/>
                <a:ext cx="183356" cy="669131"/>
              </a:xfrm>
              <a:custGeom>
                <a:avLst/>
                <a:gdLst>
                  <a:gd name="csX0" fmla="*/ 133350 w 183356"/>
                  <a:gd name="csY0" fmla="*/ 669131 h 669131"/>
                  <a:gd name="csX1" fmla="*/ 183356 w 183356"/>
                  <a:gd name="csY1" fmla="*/ 564356 h 669131"/>
                  <a:gd name="csX2" fmla="*/ 180975 w 183356"/>
                  <a:gd name="csY2" fmla="*/ 504825 h 669131"/>
                  <a:gd name="csX3" fmla="*/ 104775 w 183356"/>
                  <a:gd name="csY3" fmla="*/ 383381 h 669131"/>
                  <a:gd name="csX4" fmla="*/ 97631 w 183356"/>
                  <a:gd name="csY4" fmla="*/ 219075 h 669131"/>
                  <a:gd name="csX5" fmla="*/ 0 w 183356"/>
                  <a:gd name="csY5" fmla="*/ 0 h 669131"/>
                </a:gdLst>
                <a:ahLst/>
                <a:cxnLst>
                  <a:cxn ang="0">
                    <a:pos x="csX0" y="csY0"/>
                  </a:cxn>
                  <a:cxn ang="0">
                    <a:pos x="csX1" y="csY1"/>
                  </a:cxn>
                  <a:cxn ang="0">
                    <a:pos x="csX2" y="csY2"/>
                  </a:cxn>
                  <a:cxn ang="0">
                    <a:pos x="csX3" y="csY3"/>
                  </a:cxn>
                  <a:cxn ang="0">
                    <a:pos x="csX4" y="csY4"/>
                  </a:cxn>
                  <a:cxn ang="0">
                    <a:pos x="csX5" y="csY5"/>
                  </a:cxn>
                </a:cxnLst>
                <a:rect l="l" t="t" r="r" b="b"/>
                <a:pathLst>
                  <a:path w="183356" h="669131">
                    <a:moveTo>
                      <a:pt x="133350" y="669131"/>
                    </a:moveTo>
                    <a:lnTo>
                      <a:pt x="183356" y="564356"/>
                    </a:lnTo>
                    <a:cubicBezTo>
                      <a:pt x="182562" y="544512"/>
                      <a:pt x="181769" y="524669"/>
                      <a:pt x="180975" y="504825"/>
                    </a:cubicBezTo>
                    <a:lnTo>
                      <a:pt x="104775" y="383381"/>
                    </a:lnTo>
                    <a:lnTo>
                      <a:pt x="97631" y="219075"/>
                    </a:lnTo>
                    <a:lnTo>
                      <a:pt x="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id="{ABFFD123-3EA2-EDCF-6D98-A85827DC0909}"/>
                  </a:ext>
                </a:extLst>
              </p:cNvPr>
              <p:cNvSpPr/>
              <p:nvPr/>
            </p:nvSpPr>
            <p:spPr>
              <a:xfrm>
                <a:off x="2724150" y="3719513"/>
                <a:ext cx="826294" cy="921543"/>
              </a:xfrm>
              <a:custGeom>
                <a:avLst/>
                <a:gdLst>
                  <a:gd name="csX0" fmla="*/ 0 w 826294"/>
                  <a:gd name="csY0" fmla="*/ 921543 h 921543"/>
                  <a:gd name="csX1" fmla="*/ 47625 w 826294"/>
                  <a:gd name="csY1" fmla="*/ 804862 h 921543"/>
                  <a:gd name="csX2" fmla="*/ 54769 w 826294"/>
                  <a:gd name="csY2" fmla="*/ 711993 h 921543"/>
                  <a:gd name="csX3" fmla="*/ 188119 w 826294"/>
                  <a:gd name="csY3" fmla="*/ 559593 h 921543"/>
                  <a:gd name="csX4" fmla="*/ 261938 w 826294"/>
                  <a:gd name="csY4" fmla="*/ 373856 h 921543"/>
                  <a:gd name="csX5" fmla="*/ 521494 w 826294"/>
                  <a:gd name="csY5" fmla="*/ 235743 h 921543"/>
                  <a:gd name="csX6" fmla="*/ 683419 w 826294"/>
                  <a:gd name="csY6" fmla="*/ 100012 h 921543"/>
                  <a:gd name="csX7" fmla="*/ 826294 w 826294"/>
                  <a:gd name="csY7" fmla="*/ 0 h 921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26294" h="921543">
                    <a:moveTo>
                      <a:pt x="0" y="921543"/>
                    </a:moveTo>
                    <a:lnTo>
                      <a:pt x="47625" y="804862"/>
                    </a:lnTo>
                    <a:lnTo>
                      <a:pt x="54769" y="711993"/>
                    </a:lnTo>
                    <a:lnTo>
                      <a:pt x="188119" y="559593"/>
                    </a:lnTo>
                    <a:lnTo>
                      <a:pt x="261938" y="373856"/>
                    </a:lnTo>
                    <a:lnTo>
                      <a:pt x="521494" y="235743"/>
                    </a:lnTo>
                    <a:lnTo>
                      <a:pt x="683419" y="100012"/>
                    </a:lnTo>
                    <a:lnTo>
                      <a:pt x="826294"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58" name="그룹 57">
            <a:extLst>
              <a:ext uri="{FF2B5EF4-FFF2-40B4-BE49-F238E27FC236}">
                <a16:creationId xmlns:a16="http://schemas.microsoft.com/office/drawing/2014/main" id="{289B7720-91E1-A752-7926-4E8EAC96D82C}"/>
              </a:ext>
            </a:extLst>
          </p:cNvPr>
          <p:cNvGrpSpPr/>
          <p:nvPr/>
        </p:nvGrpSpPr>
        <p:grpSpPr>
          <a:xfrm>
            <a:off x="4539476" y="2765922"/>
            <a:ext cx="5815461" cy="3894782"/>
            <a:chOff x="4539476" y="2765922"/>
            <a:chExt cx="5815461" cy="3894782"/>
          </a:xfrm>
        </p:grpSpPr>
        <p:sp>
          <p:nvSpPr>
            <p:cNvPr id="59" name="직사각형 58">
              <a:extLst>
                <a:ext uri="{FF2B5EF4-FFF2-40B4-BE49-F238E27FC236}">
                  <a16:creationId xmlns:a16="http://schemas.microsoft.com/office/drawing/2014/main" id="{88F0B999-8AF5-4248-F1CC-96E997AD4047}"/>
                </a:ext>
              </a:extLst>
            </p:cNvPr>
            <p:cNvSpPr/>
            <p:nvPr/>
          </p:nvSpPr>
          <p:spPr>
            <a:xfrm>
              <a:off x="4539476" y="2765922"/>
              <a:ext cx="5815461" cy="3894782"/>
            </a:xfrm>
            <a:prstGeom prst="rect">
              <a:avLst/>
            </a:prstGeom>
            <a:solidFill>
              <a:schemeClr val="bg1">
                <a:lumMod val="95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60" name="그룹 59">
              <a:extLst>
                <a:ext uri="{FF2B5EF4-FFF2-40B4-BE49-F238E27FC236}">
                  <a16:creationId xmlns:a16="http://schemas.microsoft.com/office/drawing/2014/main" id="{6AC2BD05-0F02-8A67-A8C4-59A5C513D289}"/>
                </a:ext>
              </a:extLst>
            </p:cNvPr>
            <p:cNvGrpSpPr/>
            <p:nvPr/>
          </p:nvGrpSpPr>
          <p:grpSpPr>
            <a:xfrm>
              <a:off x="5939442" y="4128643"/>
              <a:ext cx="4154669" cy="1887438"/>
              <a:chOff x="6122053" y="4072772"/>
              <a:chExt cx="3747111" cy="1702288"/>
            </a:xfrm>
          </p:grpSpPr>
          <p:sp>
            <p:nvSpPr>
              <p:cNvPr id="587" name="TextBox 586">
                <a:extLst>
                  <a:ext uri="{FF2B5EF4-FFF2-40B4-BE49-F238E27FC236}">
                    <a16:creationId xmlns:a16="http://schemas.microsoft.com/office/drawing/2014/main" id="{3DAB2401-AFF2-33FA-E40F-B27EB75B7E8B}"/>
                  </a:ext>
                </a:extLst>
              </p:cNvPr>
              <p:cNvSpPr txBox="1"/>
              <p:nvPr/>
            </p:nvSpPr>
            <p:spPr>
              <a:xfrm>
                <a:off x="6122053" y="4072772"/>
                <a:ext cx="935935"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0" name="TextBox 589">
                <a:extLst>
                  <a:ext uri="{FF2B5EF4-FFF2-40B4-BE49-F238E27FC236}">
                    <a16:creationId xmlns:a16="http://schemas.microsoft.com/office/drawing/2014/main" id="{165E719B-FEF9-C3F1-4488-248212ABB64C}"/>
                  </a:ext>
                </a:extLst>
              </p:cNvPr>
              <p:cNvSpPr txBox="1"/>
              <p:nvPr/>
            </p:nvSpPr>
            <p:spPr>
              <a:xfrm>
                <a:off x="6634178" y="5590394"/>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1" name="TextBox 590">
                <a:extLst>
                  <a:ext uri="{FF2B5EF4-FFF2-40B4-BE49-F238E27FC236}">
                    <a16:creationId xmlns:a16="http://schemas.microsoft.com/office/drawing/2014/main" id="{5E32F86E-E506-6DAC-CE7E-EF2F91A8D717}"/>
                  </a:ext>
                </a:extLst>
              </p:cNvPr>
              <p:cNvSpPr txBox="1"/>
              <p:nvPr/>
            </p:nvSpPr>
            <p:spPr>
              <a:xfrm>
                <a:off x="9018314" y="5012961"/>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2" name="자유형: 도형 591">
                <a:extLst>
                  <a:ext uri="{FF2B5EF4-FFF2-40B4-BE49-F238E27FC236}">
                    <a16:creationId xmlns:a16="http://schemas.microsoft.com/office/drawing/2014/main" id="{04AE6D8A-48FE-92BD-2E4F-849B1FE21EE9}"/>
                  </a:ext>
                </a:extLst>
              </p:cNvPr>
              <p:cNvSpPr/>
              <p:nvPr/>
            </p:nvSpPr>
            <p:spPr>
              <a:xfrm>
                <a:off x="8380914" y="4281494"/>
                <a:ext cx="99670" cy="20773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chemeClr val="bg1"/>
              </a:solidFill>
              <a:ln w="127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24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3" name="TextBox 592">
                <a:extLst>
                  <a:ext uri="{FF2B5EF4-FFF2-40B4-BE49-F238E27FC236}">
                    <a16:creationId xmlns:a16="http://schemas.microsoft.com/office/drawing/2014/main" id="{829ABCA4-04C6-77E2-B97B-7A388228C2CC}"/>
                  </a:ext>
                </a:extLst>
              </p:cNvPr>
              <p:cNvSpPr txBox="1"/>
              <p:nvPr/>
            </p:nvSpPr>
            <p:spPr>
              <a:xfrm>
                <a:off x="8204134" y="4122022"/>
                <a:ext cx="453231" cy="91622"/>
              </a:xfrm>
              <a:prstGeom prst="rect">
                <a:avLst/>
              </a:prstGeom>
              <a:noFill/>
            </p:spPr>
            <p:txBody>
              <a:bodyPr wrap="square" lIns="72000" tIns="0" rIns="72000" bIns="0" rtlCol="0">
                <a:noAutofit/>
              </a:bodyPr>
              <a:lstStyle/>
              <a:p>
                <a:pPr algn="ctr"/>
                <a:r>
                  <a:rPr lang="en-US" altLang="ko-KR" sz="11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1" name="그룹 60">
              <a:extLst>
                <a:ext uri="{FF2B5EF4-FFF2-40B4-BE49-F238E27FC236}">
                  <a16:creationId xmlns:a16="http://schemas.microsoft.com/office/drawing/2014/main" id="{D6F4DC67-C1D9-2555-E34E-779CA677916D}"/>
                </a:ext>
              </a:extLst>
            </p:cNvPr>
            <p:cNvGrpSpPr/>
            <p:nvPr/>
          </p:nvGrpSpPr>
          <p:grpSpPr>
            <a:xfrm>
              <a:off x="4600697" y="6053159"/>
              <a:ext cx="1190752" cy="466419"/>
              <a:chOff x="8759547" y="3627339"/>
              <a:chExt cx="1073943" cy="420665"/>
            </a:xfrm>
          </p:grpSpPr>
          <p:sp>
            <p:nvSpPr>
              <p:cNvPr id="62" name="직사각형 61">
                <a:extLst>
                  <a:ext uri="{FF2B5EF4-FFF2-40B4-BE49-F238E27FC236}">
                    <a16:creationId xmlns:a16="http://schemas.microsoft.com/office/drawing/2014/main" id="{853DFBD0-160E-C7B8-23CF-3D4882C95537}"/>
                  </a:ext>
                </a:extLst>
              </p:cNvPr>
              <p:cNvSpPr/>
              <p:nvPr/>
            </p:nvSpPr>
            <p:spPr>
              <a:xfrm>
                <a:off x="8790503" y="3627339"/>
                <a:ext cx="1042987" cy="420665"/>
              </a:xfrm>
              <a:prstGeom prst="rect">
                <a:avLst/>
              </a:prstGeom>
              <a:solidFill>
                <a:schemeClr val="bg1"/>
              </a:solidFill>
              <a:ln w="3175">
                <a:solidFill>
                  <a:schemeClr val="bg1">
                    <a:lumMod val="50000"/>
                  </a:schemeClr>
                </a:solid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41E18208-B838-16C6-ECD9-F95DE3192C4F}"/>
                  </a:ext>
                </a:extLst>
              </p:cNvPr>
              <p:cNvSpPr/>
              <p:nvPr/>
            </p:nvSpPr>
            <p:spPr>
              <a:xfrm>
                <a:off x="9491273" y="3658518"/>
                <a:ext cx="301586" cy="101287"/>
              </a:xfrm>
              <a:prstGeom prst="rect">
                <a:avLst/>
              </a:prstGeom>
              <a:solidFill>
                <a:srgbClr val="F4E8C6"/>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77" name="TextBox 576">
                <a:extLst>
                  <a:ext uri="{FF2B5EF4-FFF2-40B4-BE49-F238E27FC236}">
                    <a16:creationId xmlns:a16="http://schemas.microsoft.com/office/drawing/2014/main" id="{5F72B6B7-52FC-7D80-F52D-DD3E3E44B7E6}"/>
                  </a:ext>
                </a:extLst>
              </p:cNvPr>
              <p:cNvSpPr txBox="1"/>
              <p:nvPr/>
            </p:nvSpPr>
            <p:spPr>
              <a:xfrm>
                <a:off x="8759547" y="3654505"/>
                <a:ext cx="711994" cy="107722"/>
              </a:xfrm>
              <a:prstGeom prst="rect">
                <a:avLst/>
              </a:prstGeom>
              <a:noFill/>
              <a:effectLst/>
            </p:spPr>
            <p:txBody>
              <a:bodyPr wrap="square" lIns="72000" tIns="0" rIns="72000" bIns="0" rtlCol="0" anchor="ctr">
                <a:noAutofit/>
              </a:bodyPr>
              <a:lstStyle/>
              <a:p>
                <a:pPr algn="r"/>
                <a:r>
                  <a:rPr lang="ko-KR" altLang="en-US" sz="80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고밀주거권역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79" name="TextBox 578">
                <a:extLst>
                  <a:ext uri="{FF2B5EF4-FFF2-40B4-BE49-F238E27FC236}">
                    <a16:creationId xmlns:a16="http://schemas.microsoft.com/office/drawing/2014/main" id="{C39412CA-DBD8-FB68-77A6-5F5B39ED45B1}"/>
                  </a:ext>
                </a:extLst>
              </p:cNvPr>
              <p:cNvSpPr txBox="1"/>
              <p:nvPr/>
            </p:nvSpPr>
            <p:spPr>
              <a:xfrm>
                <a:off x="8759547" y="3790104"/>
                <a:ext cx="711994" cy="107722"/>
              </a:xfrm>
              <a:prstGeom prst="rect">
                <a:avLst/>
              </a:prstGeom>
              <a:noFill/>
              <a:effectLst/>
            </p:spPr>
            <p:txBody>
              <a:bodyPr wrap="square" lIns="72000" tIns="0" rIns="72000" bIns="0" rtlCol="0" anchor="ctr">
                <a:noAutofit/>
              </a:bodyPr>
              <a:lstStyle/>
              <a:p>
                <a:pPr algn="r"/>
                <a:r>
                  <a:rPr lang="ko-KR" altLang="en-US" sz="8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중심상업지역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1" name="직사각형 580">
                <a:extLst>
                  <a:ext uri="{FF2B5EF4-FFF2-40B4-BE49-F238E27FC236}">
                    <a16:creationId xmlns:a16="http://schemas.microsoft.com/office/drawing/2014/main" id="{F2A405B7-7C21-6D77-D71C-FC3D0C21D290}"/>
                  </a:ext>
                </a:extLst>
              </p:cNvPr>
              <p:cNvSpPr/>
              <p:nvPr/>
            </p:nvSpPr>
            <p:spPr>
              <a:xfrm>
                <a:off x="9491273" y="3792751"/>
                <a:ext cx="301586" cy="101287"/>
              </a:xfrm>
              <a:prstGeom prst="rect">
                <a:avLst/>
              </a:prstGeom>
              <a:solidFill>
                <a:srgbClr val="FFCCFF">
                  <a:alpha val="39000"/>
                </a:srgb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83" name="TextBox 582">
                <a:extLst>
                  <a:ext uri="{FF2B5EF4-FFF2-40B4-BE49-F238E27FC236}">
                    <a16:creationId xmlns:a16="http://schemas.microsoft.com/office/drawing/2014/main" id="{EBEC4D11-450D-3277-295A-4FC48300F19A}"/>
                  </a:ext>
                </a:extLst>
              </p:cNvPr>
              <p:cNvSpPr txBox="1"/>
              <p:nvPr/>
            </p:nvSpPr>
            <p:spPr>
              <a:xfrm>
                <a:off x="8759547" y="3921206"/>
                <a:ext cx="711994" cy="107722"/>
              </a:xfrm>
              <a:prstGeom prst="rect">
                <a:avLst/>
              </a:prstGeom>
              <a:noFill/>
              <a:effectLst/>
            </p:spPr>
            <p:txBody>
              <a:bodyPr wrap="square" lIns="72000" tIns="0" rIns="72000" bIns="0" rtlCol="0" anchor="ctr">
                <a:noAutofit/>
              </a:bodyPr>
              <a:lstStyle/>
              <a:p>
                <a:pPr algn="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업무권역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5" name="직사각형 584">
                <a:extLst>
                  <a:ext uri="{FF2B5EF4-FFF2-40B4-BE49-F238E27FC236}">
                    <a16:creationId xmlns:a16="http://schemas.microsoft.com/office/drawing/2014/main" id="{8F188906-D4FF-0779-1F33-9CAFFD653F62}"/>
                  </a:ext>
                </a:extLst>
              </p:cNvPr>
              <p:cNvSpPr/>
              <p:nvPr/>
            </p:nvSpPr>
            <p:spPr>
              <a:xfrm>
                <a:off x="9491273" y="3923853"/>
                <a:ext cx="301586" cy="101287"/>
              </a:xfrm>
              <a:prstGeom prst="rect">
                <a:avLst/>
              </a:prstGeom>
              <a:solidFill>
                <a:srgbClr val="097CE8">
                  <a:alpha val="20000"/>
                </a:srgbClr>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00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85A57-D7F3-0981-5CDE-2DCE9B0CC956}"/>
            </a:ext>
          </a:extLst>
        </p:cNvPr>
        <p:cNvGrpSpPr/>
        <p:nvPr/>
      </p:nvGrpSpPr>
      <p:grpSpPr>
        <a:xfrm>
          <a:off x="0" y="0"/>
          <a:ext cx="0" cy="0"/>
          <a:chOff x="0" y="0"/>
          <a:chExt cx="0" cy="0"/>
        </a:xfrm>
      </p:grpSpPr>
      <p:grpSp>
        <p:nvGrpSpPr>
          <p:cNvPr id="41" name="그룹 40">
            <a:extLst>
              <a:ext uri="{FF2B5EF4-FFF2-40B4-BE49-F238E27FC236}">
                <a16:creationId xmlns:a16="http://schemas.microsoft.com/office/drawing/2014/main" id="{EAB42566-3D0E-3081-AFEA-A95F81145E72}"/>
              </a:ext>
            </a:extLst>
          </p:cNvPr>
          <p:cNvGrpSpPr/>
          <p:nvPr/>
        </p:nvGrpSpPr>
        <p:grpSpPr>
          <a:xfrm>
            <a:off x="291672" y="2132059"/>
            <a:ext cx="4802206" cy="4472750"/>
            <a:chOff x="291672" y="2132059"/>
            <a:chExt cx="4802206" cy="4472750"/>
          </a:xfrm>
        </p:grpSpPr>
        <p:sp>
          <p:nvSpPr>
            <p:cNvPr id="42" name="자유형: 도형 41">
              <a:extLst>
                <a:ext uri="{FF2B5EF4-FFF2-40B4-BE49-F238E27FC236}">
                  <a16:creationId xmlns:a16="http://schemas.microsoft.com/office/drawing/2014/main" id="{20B90648-E0EB-B8E4-70AB-A117D84CDC5B}"/>
                </a:ext>
              </a:extLst>
            </p:cNvPr>
            <p:cNvSpPr/>
            <p:nvPr/>
          </p:nvSpPr>
          <p:spPr>
            <a:xfrm>
              <a:off x="2108557" y="6011852"/>
              <a:ext cx="1050927" cy="592957"/>
            </a:xfrm>
            <a:custGeom>
              <a:avLst/>
              <a:gdLst>
                <a:gd name="csX0" fmla="*/ 944980 w 1050927"/>
                <a:gd name="csY0" fmla="*/ 0 h 592957"/>
                <a:gd name="csX1" fmla="*/ 956942 w 1050927"/>
                <a:gd name="csY1" fmla="*/ 1709 h 592957"/>
                <a:gd name="csX2" fmla="*/ 955233 w 1050927"/>
                <a:gd name="csY2" fmla="*/ 23923 h 592957"/>
                <a:gd name="csX3" fmla="*/ 946689 w 1050927"/>
                <a:gd name="csY3" fmla="*/ 41012 h 592957"/>
                <a:gd name="csX4" fmla="*/ 939854 w 1050927"/>
                <a:gd name="csY4" fmla="*/ 41012 h 592957"/>
                <a:gd name="csX5" fmla="*/ 924474 w 1050927"/>
                <a:gd name="csY5" fmla="*/ 47847 h 592957"/>
                <a:gd name="csX6" fmla="*/ 921056 w 1050927"/>
                <a:gd name="csY6" fmla="*/ 59809 h 592957"/>
                <a:gd name="csX7" fmla="*/ 921056 w 1050927"/>
                <a:gd name="csY7" fmla="*/ 76897 h 592957"/>
                <a:gd name="csX8" fmla="*/ 931310 w 1050927"/>
                <a:gd name="csY8" fmla="*/ 97403 h 592957"/>
                <a:gd name="csX9" fmla="*/ 943272 w 1050927"/>
                <a:gd name="csY9" fmla="*/ 123036 h 592957"/>
                <a:gd name="csX10" fmla="*/ 955233 w 1050927"/>
                <a:gd name="csY10" fmla="*/ 162338 h 592957"/>
                <a:gd name="csX11" fmla="*/ 962068 w 1050927"/>
                <a:gd name="csY11" fmla="*/ 182844 h 592957"/>
                <a:gd name="csX12" fmla="*/ 967195 w 1050927"/>
                <a:gd name="csY12" fmla="*/ 203350 h 592957"/>
                <a:gd name="csX13" fmla="*/ 965486 w 1050927"/>
                <a:gd name="csY13" fmla="*/ 213603 h 592957"/>
                <a:gd name="csX14" fmla="*/ 948398 w 1050927"/>
                <a:gd name="csY14" fmla="*/ 215312 h 592957"/>
                <a:gd name="csX15" fmla="*/ 933018 w 1050927"/>
                <a:gd name="csY15" fmla="*/ 213603 h 592957"/>
                <a:gd name="csX16" fmla="*/ 910804 w 1050927"/>
                <a:gd name="csY16" fmla="*/ 213603 h 592957"/>
                <a:gd name="csX17" fmla="*/ 900551 w 1050927"/>
                <a:gd name="csY17" fmla="*/ 232401 h 592957"/>
                <a:gd name="csX18" fmla="*/ 895425 w 1050927"/>
                <a:gd name="csY18" fmla="*/ 254615 h 592957"/>
                <a:gd name="csX19" fmla="*/ 917639 w 1050927"/>
                <a:gd name="csY19" fmla="*/ 268286 h 592957"/>
                <a:gd name="csX20" fmla="*/ 926183 w 1050927"/>
                <a:gd name="csY20" fmla="*/ 268286 h 592957"/>
                <a:gd name="csX21" fmla="*/ 939854 w 1050927"/>
                <a:gd name="csY21" fmla="*/ 275121 h 592957"/>
                <a:gd name="csX22" fmla="*/ 960360 w 1050927"/>
                <a:gd name="csY22" fmla="*/ 280248 h 592957"/>
                <a:gd name="csX23" fmla="*/ 984284 w 1050927"/>
                <a:gd name="csY23" fmla="*/ 281956 h 592957"/>
                <a:gd name="csX24" fmla="*/ 977448 w 1050927"/>
                <a:gd name="csY24" fmla="*/ 292209 h 592957"/>
                <a:gd name="csX25" fmla="*/ 963778 w 1050927"/>
                <a:gd name="csY25" fmla="*/ 304171 h 592957"/>
                <a:gd name="csX26" fmla="*/ 958651 w 1050927"/>
                <a:gd name="csY26" fmla="*/ 319550 h 592957"/>
                <a:gd name="csX27" fmla="*/ 941562 w 1050927"/>
                <a:gd name="csY27" fmla="*/ 328095 h 592957"/>
                <a:gd name="csX28" fmla="*/ 927892 w 1050927"/>
                <a:gd name="csY28" fmla="*/ 336639 h 592957"/>
                <a:gd name="csX29" fmla="*/ 915930 w 1050927"/>
                <a:gd name="csY29" fmla="*/ 355436 h 592957"/>
                <a:gd name="csX30" fmla="*/ 912512 w 1050927"/>
                <a:gd name="csY30" fmla="*/ 374233 h 592957"/>
                <a:gd name="csX31" fmla="*/ 929601 w 1050927"/>
                <a:gd name="csY31" fmla="*/ 401574 h 592957"/>
                <a:gd name="csX32" fmla="*/ 953524 w 1050927"/>
                <a:gd name="csY32" fmla="*/ 404992 h 592957"/>
                <a:gd name="csX33" fmla="*/ 960360 w 1050927"/>
                <a:gd name="csY33" fmla="*/ 382777 h 592957"/>
                <a:gd name="csX34" fmla="*/ 970613 w 1050927"/>
                <a:gd name="csY34" fmla="*/ 372524 h 592957"/>
                <a:gd name="csX35" fmla="*/ 987701 w 1050927"/>
                <a:gd name="csY35" fmla="*/ 377651 h 592957"/>
                <a:gd name="csX36" fmla="*/ 1009915 w 1050927"/>
                <a:gd name="csY36" fmla="*/ 377651 h 592957"/>
                <a:gd name="csX37" fmla="*/ 1030421 w 1050927"/>
                <a:gd name="csY37" fmla="*/ 381069 h 592957"/>
                <a:gd name="csX38" fmla="*/ 1044092 w 1050927"/>
                <a:gd name="csY38" fmla="*/ 391321 h 592957"/>
                <a:gd name="csX39" fmla="*/ 1033839 w 1050927"/>
                <a:gd name="csY39" fmla="*/ 416954 h 592957"/>
                <a:gd name="csX40" fmla="*/ 1021877 w 1050927"/>
                <a:gd name="csY40" fmla="*/ 425498 h 592957"/>
                <a:gd name="csX41" fmla="*/ 1020169 w 1050927"/>
                <a:gd name="csY41" fmla="*/ 446004 h 592957"/>
                <a:gd name="csX42" fmla="*/ 1025295 w 1050927"/>
                <a:gd name="csY42" fmla="*/ 464801 h 592957"/>
                <a:gd name="csX43" fmla="*/ 1044092 w 1050927"/>
                <a:gd name="csY43" fmla="*/ 469927 h 592957"/>
                <a:gd name="csX44" fmla="*/ 1050927 w 1050927"/>
                <a:gd name="csY44" fmla="*/ 493851 h 592957"/>
                <a:gd name="csX45" fmla="*/ 1037257 w 1050927"/>
                <a:gd name="csY45" fmla="*/ 497268 h 592957"/>
                <a:gd name="csX46" fmla="*/ 1013333 w 1050927"/>
                <a:gd name="csY46" fmla="*/ 507522 h 592957"/>
                <a:gd name="csX47" fmla="*/ 994536 w 1050927"/>
                <a:gd name="csY47" fmla="*/ 516065 h 592957"/>
                <a:gd name="csX48" fmla="*/ 984284 w 1050927"/>
                <a:gd name="csY48" fmla="*/ 533154 h 592957"/>
                <a:gd name="csX49" fmla="*/ 991119 w 1050927"/>
                <a:gd name="csY49" fmla="*/ 545115 h 592957"/>
                <a:gd name="csX50" fmla="*/ 1001371 w 1050927"/>
                <a:gd name="csY50" fmla="*/ 553660 h 592957"/>
                <a:gd name="csX51" fmla="*/ 1001371 w 1050927"/>
                <a:gd name="csY51" fmla="*/ 560495 h 592957"/>
                <a:gd name="csX52" fmla="*/ 963778 w 1050927"/>
                <a:gd name="csY52" fmla="*/ 567331 h 592957"/>
                <a:gd name="csX53" fmla="*/ 955233 w 1050927"/>
                <a:gd name="csY53" fmla="*/ 587837 h 592957"/>
                <a:gd name="csX54" fmla="*/ 948404 w 1050927"/>
                <a:gd name="csY54" fmla="*/ 592957 h 592957"/>
                <a:gd name="csX55" fmla="*/ 948388 w 1050927"/>
                <a:gd name="csY55" fmla="*/ 592957 h 592957"/>
                <a:gd name="csX56" fmla="*/ 929601 w 1050927"/>
                <a:gd name="csY56" fmla="*/ 582710 h 592957"/>
                <a:gd name="csX57" fmla="*/ 922970 w 1050927"/>
                <a:gd name="csY57" fmla="*/ 592957 h 592957"/>
                <a:gd name="csX58" fmla="*/ 176003 w 1050927"/>
                <a:gd name="csY58" fmla="*/ 592957 h 592957"/>
                <a:gd name="csX59" fmla="*/ 152085 w 1050927"/>
                <a:gd name="csY59" fmla="*/ 569039 h 592957"/>
                <a:gd name="csX60" fmla="*/ 136706 w 1050927"/>
                <a:gd name="csY60" fmla="*/ 538280 h 592957"/>
                <a:gd name="csX61" fmla="*/ 136706 w 1050927"/>
                <a:gd name="csY61" fmla="*/ 521192 h 592957"/>
                <a:gd name="csX62" fmla="*/ 129871 w 1050927"/>
                <a:gd name="csY62" fmla="*/ 502395 h 592957"/>
                <a:gd name="csX63" fmla="*/ 116200 w 1050927"/>
                <a:gd name="csY63" fmla="*/ 502395 h 592957"/>
                <a:gd name="csX64" fmla="*/ 85441 w 1050927"/>
                <a:gd name="csY64" fmla="*/ 490433 h 592957"/>
                <a:gd name="csX65" fmla="*/ 61518 w 1050927"/>
                <a:gd name="csY65" fmla="*/ 488724 h 592957"/>
                <a:gd name="csX66" fmla="*/ 56391 w 1050927"/>
                <a:gd name="csY66" fmla="*/ 498978 h 592957"/>
                <a:gd name="csX67" fmla="*/ 42721 w 1050927"/>
                <a:gd name="csY67" fmla="*/ 498978 h 592957"/>
                <a:gd name="csX68" fmla="*/ 41012 w 1050927"/>
                <a:gd name="csY68" fmla="*/ 510939 h 592957"/>
                <a:gd name="csX69" fmla="*/ 25632 w 1050927"/>
                <a:gd name="csY69" fmla="*/ 509230 h 592957"/>
                <a:gd name="csX70" fmla="*/ 23923 w 1050927"/>
                <a:gd name="csY70" fmla="*/ 493851 h 592957"/>
                <a:gd name="csX71" fmla="*/ 0 w 1050927"/>
                <a:gd name="csY71" fmla="*/ 464801 h 592957"/>
                <a:gd name="csX72" fmla="*/ 18797 w 1050927"/>
                <a:gd name="csY72" fmla="*/ 442586 h 592957"/>
                <a:gd name="csX73" fmla="*/ 30759 w 1050927"/>
                <a:gd name="csY73" fmla="*/ 454548 h 592957"/>
                <a:gd name="csX74" fmla="*/ 47847 w 1050927"/>
                <a:gd name="csY74" fmla="*/ 451130 h 592957"/>
                <a:gd name="csX75" fmla="*/ 114492 w 1050927"/>
                <a:gd name="csY75" fmla="*/ 451130 h 592957"/>
                <a:gd name="csX76" fmla="*/ 165756 w 1050927"/>
                <a:gd name="csY76" fmla="*/ 446004 h 592957"/>
                <a:gd name="csX77" fmla="*/ 189679 w 1050927"/>
                <a:gd name="csY77" fmla="*/ 439168 h 592957"/>
                <a:gd name="csX78" fmla="*/ 213603 w 1050927"/>
                <a:gd name="csY78" fmla="*/ 418663 h 592957"/>
                <a:gd name="csX79" fmla="*/ 227274 w 1050927"/>
                <a:gd name="csY79" fmla="*/ 396448 h 592957"/>
                <a:gd name="csX80" fmla="*/ 242653 w 1050927"/>
                <a:gd name="csY80" fmla="*/ 374233 h 592957"/>
                <a:gd name="csX81" fmla="*/ 273412 w 1050927"/>
                <a:gd name="csY81" fmla="*/ 329804 h 592957"/>
                <a:gd name="csX82" fmla="*/ 283665 w 1050927"/>
                <a:gd name="csY82" fmla="*/ 309298 h 592957"/>
                <a:gd name="csX83" fmla="*/ 288791 w 1050927"/>
                <a:gd name="csY83" fmla="*/ 287083 h 592957"/>
                <a:gd name="csX84" fmla="*/ 304171 w 1050927"/>
                <a:gd name="csY84" fmla="*/ 264868 h 592957"/>
                <a:gd name="csX85" fmla="*/ 334930 w 1050927"/>
                <a:gd name="csY85" fmla="*/ 263159 h 592957"/>
                <a:gd name="csX86" fmla="*/ 345182 w 1050927"/>
                <a:gd name="csY86" fmla="*/ 249489 h 592957"/>
                <a:gd name="csX87" fmla="*/ 355436 w 1050927"/>
                <a:gd name="csY87" fmla="*/ 247780 h 592957"/>
                <a:gd name="csX88" fmla="*/ 357144 w 1050927"/>
                <a:gd name="csY88" fmla="*/ 258033 h 592957"/>
                <a:gd name="csX89" fmla="*/ 369106 w 1050927"/>
                <a:gd name="csY89" fmla="*/ 264868 h 592957"/>
                <a:gd name="csX90" fmla="*/ 396448 w 1050927"/>
                <a:gd name="csY90" fmla="*/ 275121 h 592957"/>
                <a:gd name="csX91" fmla="*/ 408409 w 1050927"/>
                <a:gd name="csY91" fmla="*/ 268286 h 592957"/>
                <a:gd name="csX92" fmla="*/ 415244 w 1050927"/>
                <a:gd name="csY92" fmla="*/ 268286 h 592957"/>
                <a:gd name="csX93" fmla="*/ 415244 w 1050927"/>
                <a:gd name="csY93" fmla="*/ 275121 h 592957"/>
                <a:gd name="csX94" fmla="*/ 427206 w 1050927"/>
                <a:gd name="csY94" fmla="*/ 281956 h 592957"/>
                <a:gd name="csX95" fmla="*/ 456256 w 1050927"/>
                <a:gd name="csY95" fmla="*/ 292209 h 592957"/>
                <a:gd name="csX96" fmla="*/ 473345 w 1050927"/>
                <a:gd name="csY96" fmla="*/ 285374 h 592957"/>
                <a:gd name="csX97" fmla="*/ 480180 w 1050927"/>
                <a:gd name="csY97" fmla="*/ 271703 h 592957"/>
                <a:gd name="csX98" fmla="*/ 487015 w 1050927"/>
                <a:gd name="csY98" fmla="*/ 256324 h 592957"/>
                <a:gd name="csX99" fmla="*/ 493850 w 1050927"/>
                <a:gd name="csY99" fmla="*/ 256324 h 592957"/>
                <a:gd name="csX100" fmla="*/ 522900 w 1050927"/>
                <a:gd name="csY100" fmla="*/ 256324 h 592957"/>
                <a:gd name="csX101" fmla="*/ 534862 w 1050927"/>
                <a:gd name="csY101" fmla="*/ 244362 h 592957"/>
                <a:gd name="csX102" fmla="*/ 546824 w 1050927"/>
                <a:gd name="csY102" fmla="*/ 251197 h 592957"/>
                <a:gd name="csX103" fmla="*/ 560495 w 1050927"/>
                <a:gd name="csY103" fmla="*/ 251197 h 592957"/>
                <a:gd name="csX104" fmla="*/ 592962 w 1050927"/>
                <a:gd name="csY104" fmla="*/ 261451 h 592957"/>
                <a:gd name="csX105" fmla="*/ 613468 w 1050927"/>
                <a:gd name="csY105" fmla="*/ 259742 h 592957"/>
                <a:gd name="csX106" fmla="*/ 618595 w 1050927"/>
                <a:gd name="csY106" fmla="*/ 237527 h 592957"/>
                <a:gd name="csX107" fmla="*/ 608342 w 1050927"/>
                <a:gd name="csY107" fmla="*/ 222147 h 592957"/>
                <a:gd name="csX108" fmla="*/ 613468 w 1050927"/>
                <a:gd name="csY108" fmla="*/ 206768 h 592957"/>
                <a:gd name="csX109" fmla="*/ 604924 w 1050927"/>
                <a:gd name="csY109" fmla="*/ 193097 h 592957"/>
                <a:gd name="csX110" fmla="*/ 618595 w 1050927"/>
                <a:gd name="csY110" fmla="*/ 193097 h 592957"/>
                <a:gd name="csX111" fmla="*/ 622013 w 1050927"/>
                <a:gd name="csY111" fmla="*/ 172592 h 592957"/>
                <a:gd name="csX112" fmla="*/ 618595 w 1050927"/>
                <a:gd name="csY112" fmla="*/ 134997 h 592957"/>
                <a:gd name="csX113" fmla="*/ 608342 w 1050927"/>
                <a:gd name="csY113" fmla="*/ 88859 h 592957"/>
                <a:gd name="csX114" fmla="*/ 620303 w 1050927"/>
                <a:gd name="csY114" fmla="*/ 71771 h 592957"/>
                <a:gd name="csX115" fmla="*/ 620303 w 1050927"/>
                <a:gd name="csY115" fmla="*/ 49556 h 592957"/>
                <a:gd name="csX116" fmla="*/ 640809 w 1050927"/>
                <a:gd name="csY116" fmla="*/ 42721 h 592957"/>
                <a:gd name="csX117" fmla="*/ 669860 w 1050927"/>
                <a:gd name="csY117" fmla="*/ 42721 h 592957"/>
                <a:gd name="csX118" fmla="*/ 709162 w 1050927"/>
                <a:gd name="csY118" fmla="*/ 20506 h 592957"/>
                <a:gd name="csX119" fmla="*/ 722833 w 1050927"/>
                <a:gd name="csY119" fmla="*/ 44429 h 592957"/>
                <a:gd name="csX120" fmla="*/ 739922 w 1050927"/>
                <a:gd name="csY120" fmla="*/ 59809 h 592957"/>
                <a:gd name="csX121" fmla="*/ 757009 w 1050927"/>
                <a:gd name="csY121" fmla="*/ 47847 h 592957"/>
                <a:gd name="csX122" fmla="*/ 768971 w 1050927"/>
                <a:gd name="csY122" fmla="*/ 34177 h 592957"/>
                <a:gd name="csX123" fmla="*/ 780933 w 1050927"/>
                <a:gd name="csY123" fmla="*/ 34177 h 592957"/>
                <a:gd name="csX124" fmla="*/ 791186 w 1050927"/>
                <a:gd name="csY124" fmla="*/ 35885 h 592957"/>
                <a:gd name="csX125" fmla="*/ 794604 w 1050927"/>
                <a:gd name="csY125" fmla="*/ 49556 h 592957"/>
                <a:gd name="csX126" fmla="*/ 804856 w 1050927"/>
                <a:gd name="csY126" fmla="*/ 58100 h 592957"/>
                <a:gd name="csX127" fmla="*/ 827072 w 1050927"/>
                <a:gd name="csY127" fmla="*/ 63227 h 592957"/>
                <a:gd name="csX128" fmla="*/ 857830 w 1050927"/>
                <a:gd name="csY128" fmla="*/ 59809 h 592957"/>
                <a:gd name="csX129" fmla="*/ 878336 w 1050927"/>
                <a:gd name="csY129" fmla="*/ 52973 h 592957"/>
                <a:gd name="csX130" fmla="*/ 897133 w 1050927"/>
                <a:gd name="csY130" fmla="*/ 37594 h 592957"/>
                <a:gd name="csX131" fmla="*/ 885171 w 1050927"/>
                <a:gd name="csY131" fmla="*/ 22215 h 592957"/>
                <a:gd name="csX132" fmla="*/ 892007 w 1050927"/>
                <a:gd name="csY132" fmla="*/ 25632 h 592957"/>
                <a:gd name="csX133" fmla="*/ 898842 w 1050927"/>
                <a:gd name="csY133" fmla="*/ 15380 h 592957"/>
                <a:gd name="csX134" fmla="*/ 905677 w 1050927"/>
                <a:gd name="csY134" fmla="*/ 5126 h 592957"/>
                <a:gd name="csX135" fmla="*/ 929601 w 1050927"/>
                <a:gd name="csY135" fmla="*/ 1709 h 592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Lst>
              <a:rect l="l" t="t" r="r" b="b"/>
              <a:pathLst>
                <a:path w="1050927" h="592957">
                  <a:moveTo>
                    <a:pt x="944980" y="0"/>
                  </a:moveTo>
                  <a:lnTo>
                    <a:pt x="956942" y="1709"/>
                  </a:lnTo>
                  <a:lnTo>
                    <a:pt x="955233" y="23923"/>
                  </a:lnTo>
                  <a:lnTo>
                    <a:pt x="946689" y="41012"/>
                  </a:lnTo>
                  <a:lnTo>
                    <a:pt x="939854" y="41012"/>
                  </a:lnTo>
                  <a:lnTo>
                    <a:pt x="924474" y="47847"/>
                  </a:lnTo>
                  <a:lnTo>
                    <a:pt x="921056" y="59809"/>
                  </a:lnTo>
                  <a:lnTo>
                    <a:pt x="921056" y="76897"/>
                  </a:lnTo>
                  <a:lnTo>
                    <a:pt x="931310" y="97403"/>
                  </a:lnTo>
                  <a:lnTo>
                    <a:pt x="943272" y="123036"/>
                  </a:lnTo>
                  <a:lnTo>
                    <a:pt x="955233" y="162338"/>
                  </a:lnTo>
                  <a:lnTo>
                    <a:pt x="962068" y="182844"/>
                  </a:lnTo>
                  <a:lnTo>
                    <a:pt x="967195" y="203350"/>
                  </a:lnTo>
                  <a:lnTo>
                    <a:pt x="965486" y="213603"/>
                  </a:lnTo>
                  <a:lnTo>
                    <a:pt x="948398" y="215312"/>
                  </a:lnTo>
                  <a:lnTo>
                    <a:pt x="933018" y="213603"/>
                  </a:lnTo>
                  <a:lnTo>
                    <a:pt x="910804" y="213603"/>
                  </a:lnTo>
                  <a:lnTo>
                    <a:pt x="900551" y="232401"/>
                  </a:lnTo>
                  <a:lnTo>
                    <a:pt x="895425" y="254615"/>
                  </a:lnTo>
                  <a:lnTo>
                    <a:pt x="917639" y="268286"/>
                  </a:lnTo>
                  <a:lnTo>
                    <a:pt x="926183" y="268286"/>
                  </a:lnTo>
                  <a:lnTo>
                    <a:pt x="939854" y="275121"/>
                  </a:lnTo>
                  <a:lnTo>
                    <a:pt x="960360" y="280248"/>
                  </a:lnTo>
                  <a:lnTo>
                    <a:pt x="984284" y="281956"/>
                  </a:lnTo>
                  <a:lnTo>
                    <a:pt x="977448" y="292209"/>
                  </a:lnTo>
                  <a:lnTo>
                    <a:pt x="963778" y="304171"/>
                  </a:lnTo>
                  <a:lnTo>
                    <a:pt x="958651" y="319550"/>
                  </a:lnTo>
                  <a:lnTo>
                    <a:pt x="941562" y="328095"/>
                  </a:lnTo>
                  <a:lnTo>
                    <a:pt x="927892" y="336639"/>
                  </a:lnTo>
                  <a:lnTo>
                    <a:pt x="915930" y="355436"/>
                  </a:lnTo>
                  <a:lnTo>
                    <a:pt x="912512" y="374233"/>
                  </a:lnTo>
                  <a:lnTo>
                    <a:pt x="929601" y="401574"/>
                  </a:lnTo>
                  <a:lnTo>
                    <a:pt x="953524" y="404992"/>
                  </a:lnTo>
                  <a:lnTo>
                    <a:pt x="960360" y="382777"/>
                  </a:lnTo>
                  <a:lnTo>
                    <a:pt x="970613" y="372524"/>
                  </a:lnTo>
                  <a:lnTo>
                    <a:pt x="987701" y="377651"/>
                  </a:lnTo>
                  <a:cubicBezTo>
                    <a:pt x="995106" y="377651"/>
                    <a:pt x="1002795" y="377081"/>
                    <a:pt x="1009915" y="377651"/>
                  </a:cubicBezTo>
                  <a:cubicBezTo>
                    <a:pt x="1017036" y="378221"/>
                    <a:pt x="1023586" y="379929"/>
                    <a:pt x="1030421" y="381069"/>
                  </a:cubicBezTo>
                  <a:lnTo>
                    <a:pt x="1044092" y="391321"/>
                  </a:lnTo>
                  <a:lnTo>
                    <a:pt x="1033839" y="416954"/>
                  </a:lnTo>
                  <a:lnTo>
                    <a:pt x="1021877" y="425498"/>
                  </a:lnTo>
                  <a:lnTo>
                    <a:pt x="1020169" y="446004"/>
                  </a:lnTo>
                  <a:lnTo>
                    <a:pt x="1025295" y="464801"/>
                  </a:lnTo>
                  <a:lnTo>
                    <a:pt x="1044092" y="469927"/>
                  </a:lnTo>
                  <a:lnTo>
                    <a:pt x="1050927" y="493851"/>
                  </a:lnTo>
                  <a:lnTo>
                    <a:pt x="1037257" y="497268"/>
                  </a:lnTo>
                  <a:lnTo>
                    <a:pt x="1013333" y="507522"/>
                  </a:lnTo>
                  <a:lnTo>
                    <a:pt x="994536" y="516065"/>
                  </a:lnTo>
                  <a:lnTo>
                    <a:pt x="984284" y="533154"/>
                  </a:lnTo>
                  <a:lnTo>
                    <a:pt x="991119" y="545115"/>
                  </a:lnTo>
                  <a:lnTo>
                    <a:pt x="1001371" y="553660"/>
                  </a:lnTo>
                  <a:lnTo>
                    <a:pt x="1001371" y="560495"/>
                  </a:lnTo>
                  <a:lnTo>
                    <a:pt x="963778" y="567331"/>
                  </a:lnTo>
                  <a:lnTo>
                    <a:pt x="955233" y="587837"/>
                  </a:lnTo>
                  <a:lnTo>
                    <a:pt x="948404" y="592957"/>
                  </a:lnTo>
                  <a:lnTo>
                    <a:pt x="948388" y="592957"/>
                  </a:lnTo>
                  <a:lnTo>
                    <a:pt x="929601" y="582710"/>
                  </a:lnTo>
                  <a:lnTo>
                    <a:pt x="922970" y="592957"/>
                  </a:lnTo>
                  <a:lnTo>
                    <a:pt x="176003" y="592957"/>
                  </a:lnTo>
                  <a:lnTo>
                    <a:pt x="152085" y="569039"/>
                  </a:lnTo>
                  <a:lnTo>
                    <a:pt x="136706" y="538280"/>
                  </a:lnTo>
                  <a:lnTo>
                    <a:pt x="136706" y="521192"/>
                  </a:lnTo>
                  <a:lnTo>
                    <a:pt x="129871" y="502395"/>
                  </a:lnTo>
                  <a:lnTo>
                    <a:pt x="116200" y="502395"/>
                  </a:lnTo>
                  <a:lnTo>
                    <a:pt x="85441" y="490433"/>
                  </a:lnTo>
                  <a:lnTo>
                    <a:pt x="61518" y="488724"/>
                  </a:lnTo>
                  <a:lnTo>
                    <a:pt x="56391" y="498978"/>
                  </a:lnTo>
                  <a:lnTo>
                    <a:pt x="42721" y="498978"/>
                  </a:lnTo>
                  <a:lnTo>
                    <a:pt x="41012" y="510939"/>
                  </a:lnTo>
                  <a:lnTo>
                    <a:pt x="25632" y="509230"/>
                  </a:lnTo>
                  <a:lnTo>
                    <a:pt x="23923" y="493851"/>
                  </a:lnTo>
                  <a:lnTo>
                    <a:pt x="0" y="464801"/>
                  </a:lnTo>
                  <a:lnTo>
                    <a:pt x="18797" y="442586"/>
                  </a:lnTo>
                  <a:lnTo>
                    <a:pt x="30759" y="454548"/>
                  </a:lnTo>
                  <a:lnTo>
                    <a:pt x="47847" y="451130"/>
                  </a:lnTo>
                  <a:lnTo>
                    <a:pt x="114492" y="451130"/>
                  </a:lnTo>
                  <a:lnTo>
                    <a:pt x="165756" y="446004"/>
                  </a:lnTo>
                  <a:lnTo>
                    <a:pt x="189679" y="439168"/>
                  </a:lnTo>
                  <a:lnTo>
                    <a:pt x="213603" y="418663"/>
                  </a:lnTo>
                  <a:lnTo>
                    <a:pt x="227274" y="396448"/>
                  </a:lnTo>
                  <a:lnTo>
                    <a:pt x="242653" y="374233"/>
                  </a:lnTo>
                  <a:lnTo>
                    <a:pt x="273412" y="329804"/>
                  </a:lnTo>
                  <a:lnTo>
                    <a:pt x="283665" y="309298"/>
                  </a:lnTo>
                  <a:lnTo>
                    <a:pt x="288791" y="287083"/>
                  </a:lnTo>
                  <a:lnTo>
                    <a:pt x="304171" y="264868"/>
                  </a:lnTo>
                  <a:lnTo>
                    <a:pt x="334930" y="263159"/>
                  </a:lnTo>
                  <a:lnTo>
                    <a:pt x="345182" y="249489"/>
                  </a:lnTo>
                  <a:lnTo>
                    <a:pt x="355436" y="247780"/>
                  </a:lnTo>
                  <a:lnTo>
                    <a:pt x="357144" y="258033"/>
                  </a:lnTo>
                  <a:lnTo>
                    <a:pt x="369106" y="264868"/>
                  </a:lnTo>
                  <a:lnTo>
                    <a:pt x="396448" y="275121"/>
                  </a:lnTo>
                  <a:lnTo>
                    <a:pt x="408409" y="268286"/>
                  </a:lnTo>
                  <a:lnTo>
                    <a:pt x="415244" y="268286"/>
                  </a:lnTo>
                  <a:lnTo>
                    <a:pt x="415244" y="275121"/>
                  </a:lnTo>
                  <a:lnTo>
                    <a:pt x="427206" y="281956"/>
                  </a:lnTo>
                  <a:lnTo>
                    <a:pt x="456256" y="292209"/>
                  </a:lnTo>
                  <a:lnTo>
                    <a:pt x="473345" y="285374"/>
                  </a:lnTo>
                  <a:lnTo>
                    <a:pt x="480180" y="271703"/>
                  </a:lnTo>
                  <a:lnTo>
                    <a:pt x="487015" y="256324"/>
                  </a:lnTo>
                  <a:lnTo>
                    <a:pt x="493850" y="256324"/>
                  </a:lnTo>
                  <a:lnTo>
                    <a:pt x="522900" y="256324"/>
                  </a:lnTo>
                  <a:lnTo>
                    <a:pt x="534862" y="244362"/>
                  </a:lnTo>
                  <a:lnTo>
                    <a:pt x="546824" y="251197"/>
                  </a:lnTo>
                  <a:lnTo>
                    <a:pt x="560495" y="251197"/>
                  </a:lnTo>
                  <a:lnTo>
                    <a:pt x="592962" y="261451"/>
                  </a:lnTo>
                  <a:lnTo>
                    <a:pt x="613468" y="259742"/>
                  </a:lnTo>
                  <a:lnTo>
                    <a:pt x="618595" y="237527"/>
                  </a:lnTo>
                  <a:lnTo>
                    <a:pt x="608342" y="222147"/>
                  </a:lnTo>
                  <a:lnTo>
                    <a:pt x="613468" y="206768"/>
                  </a:lnTo>
                  <a:lnTo>
                    <a:pt x="604924" y="193097"/>
                  </a:lnTo>
                  <a:lnTo>
                    <a:pt x="618595" y="193097"/>
                  </a:lnTo>
                  <a:lnTo>
                    <a:pt x="622013" y="172592"/>
                  </a:lnTo>
                  <a:lnTo>
                    <a:pt x="618595" y="134997"/>
                  </a:lnTo>
                  <a:lnTo>
                    <a:pt x="608342" y="88859"/>
                  </a:lnTo>
                  <a:lnTo>
                    <a:pt x="620303" y="71771"/>
                  </a:lnTo>
                  <a:lnTo>
                    <a:pt x="620303" y="49556"/>
                  </a:lnTo>
                  <a:lnTo>
                    <a:pt x="640809" y="42721"/>
                  </a:lnTo>
                  <a:lnTo>
                    <a:pt x="669860" y="42721"/>
                  </a:lnTo>
                  <a:lnTo>
                    <a:pt x="709162" y="20506"/>
                  </a:lnTo>
                  <a:lnTo>
                    <a:pt x="722833" y="44429"/>
                  </a:lnTo>
                  <a:cubicBezTo>
                    <a:pt x="728529" y="48416"/>
                    <a:pt x="734226" y="55822"/>
                    <a:pt x="739922" y="59809"/>
                  </a:cubicBezTo>
                  <a:lnTo>
                    <a:pt x="757009" y="47847"/>
                  </a:lnTo>
                  <a:lnTo>
                    <a:pt x="768971" y="34177"/>
                  </a:lnTo>
                  <a:lnTo>
                    <a:pt x="780933" y="34177"/>
                  </a:lnTo>
                  <a:lnTo>
                    <a:pt x="791186" y="35885"/>
                  </a:lnTo>
                  <a:lnTo>
                    <a:pt x="794604" y="49556"/>
                  </a:lnTo>
                  <a:lnTo>
                    <a:pt x="804856" y="58100"/>
                  </a:lnTo>
                  <a:lnTo>
                    <a:pt x="827072" y="63227"/>
                  </a:lnTo>
                  <a:lnTo>
                    <a:pt x="857830" y="59809"/>
                  </a:lnTo>
                  <a:lnTo>
                    <a:pt x="878336" y="52973"/>
                  </a:lnTo>
                  <a:lnTo>
                    <a:pt x="897133" y="37594"/>
                  </a:lnTo>
                  <a:lnTo>
                    <a:pt x="885171" y="22215"/>
                  </a:lnTo>
                  <a:lnTo>
                    <a:pt x="892007" y="25632"/>
                  </a:lnTo>
                  <a:lnTo>
                    <a:pt x="898842" y="15380"/>
                  </a:lnTo>
                  <a:lnTo>
                    <a:pt x="905677" y="5126"/>
                  </a:lnTo>
                  <a:lnTo>
                    <a:pt x="929601" y="170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3" name="자유형: 도형 42">
              <a:extLst>
                <a:ext uri="{FF2B5EF4-FFF2-40B4-BE49-F238E27FC236}">
                  <a16:creationId xmlns:a16="http://schemas.microsoft.com/office/drawing/2014/main" id="{0DEAF960-1ACC-D446-57A9-735A20EE91D6}"/>
                </a:ext>
              </a:extLst>
            </p:cNvPr>
            <p:cNvSpPr/>
            <p:nvPr/>
          </p:nvSpPr>
          <p:spPr>
            <a:xfrm>
              <a:off x="3022778" y="5964004"/>
              <a:ext cx="1143206" cy="640805"/>
            </a:xfrm>
            <a:custGeom>
              <a:avLst/>
              <a:gdLst>
                <a:gd name="csX0" fmla="*/ 444295 w 1143206"/>
                <a:gd name="csY0" fmla="*/ 0 h 640805"/>
                <a:gd name="csX1" fmla="*/ 454549 w 1143206"/>
                <a:gd name="csY1" fmla="*/ 5126 h 640805"/>
                <a:gd name="csX2" fmla="*/ 454549 w 1143206"/>
                <a:gd name="csY2" fmla="*/ 27341 h 640805"/>
                <a:gd name="csX3" fmla="*/ 459675 w 1143206"/>
                <a:gd name="csY3" fmla="*/ 39303 h 640805"/>
                <a:gd name="csX4" fmla="*/ 461384 w 1143206"/>
                <a:gd name="csY4" fmla="*/ 56391 h 640805"/>
                <a:gd name="csX5" fmla="*/ 471636 w 1143206"/>
                <a:gd name="csY5" fmla="*/ 71771 h 640805"/>
                <a:gd name="csX6" fmla="*/ 493852 w 1143206"/>
                <a:gd name="csY6" fmla="*/ 75189 h 640805"/>
                <a:gd name="csX7" fmla="*/ 516066 w 1143206"/>
                <a:gd name="csY7" fmla="*/ 93985 h 640805"/>
                <a:gd name="csX8" fmla="*/ 534864 w 1143206"/>
                <a:gd name="csY8" fmla="*/ 129871 h 640805"/>
                <a:gd name="csX9" fmla="*/ 546825 w 1143206"/>
                <a:gd name="csY9" fmla="*/ 157212 h 640805"/>
                <a:gd name="csX10" fmla="*/ 579293 w 1143206"/>
                <a:gd name="csY10" fmla="*/ 176009 h 640805"/>
                <a:gd name="csX11" fmla="*/ 594672 w 1143206"/>
                <a:gd name="csY11" fmla="*/ 158921 h 640805"/>
                <a:gd name="csX12" fmla="*/ 604925 w 1143206"/>
                <a:gd name="csY12" fmla="*/ 150377 h 640805"/>
                <a:gd name="csX13" fmla="*/ 611761 w 1143206"/>
                <a:gd name="csY13" fmla="*/ 152086 h 640805"/>
                <a:gd name="csX14" fmla="*/ 613469 w 1143206"/>
                <a:gd name="csY14" fmla="*/ 133288 h 640805"/>
                <a:gd name="csX15" fmla="*/ 627140 w 1143206"/>
                <a:gd name="csY15" fmla="*/ 126453 h 640805"/>
                <a:gd name="csX16" fmla="*/ 640811 w 1143206"/>
                <a:gd name="csY16" fmla="*/ 152086 h 640805"/>
                <a:gd name="csX17" fmla="*/ 656190 w 1143206"/>
                <a:gd name="csY17" fmla="*/ 155503 h 640805"/>
                <a:gd name="csX18" fmla="*/ 664735 w 1143206"/>
                <a:gd name="csY18" fmla="*/ 177718 h 640805"/>
                <a:gd name="csX19" fmla="*/ 678405 w 1143206"/>
                <a:gd name="csY19" fmla="*/ 179427 h 640805"/>
                <a:gd name="csX20" fmla="*/ 692076 w 1143206"/>
                <a:gd name="csY20" fmla="*/ 186262 h 640805"/>
                <a:gd name="csX21" fmla="*/ 707455 w 1143206"/>
                <a:gd name="csY21" fmla="*/ 170883 h 640805"/>
                <a:gd name="csX22" fmla="*/ 721126 w 1143206"/>
                <a:gd name="csY22" fmla="*/ 167465 h 640805"/>
                <a:gd name="csX23" fmla="*/ 743340 w 1143206"/>
                <a:gd name="csY23" fmla="*/ 170883 h 640805"/>
                <a:gd name="csX24" fmla="*/ 763846 w 1143206"/>
                <a:gd name="csY24" fmla="*/ 176009 h 640805"/>
                <a:gd name="csX25" fmla="*/ 784352 w 1143206"/>
                <a:gd name="csY25" fmla="*/ 164048 h 640805"/>
                <a:gd name="csX26" fmla="*/ 804858 w 1143206"/>
                <a:gd name="csY26" fmla="*/ 164048 h 640805"/>
                <a:gd name="csX27" fmla="*/ 818529 w 1143206"/>
                <a:gd name="csY27" fmla="*/ 184554 h 640805"/>
                <a:gd name="csX28" fmla="*/ 816820 w 1143206"/>
                <a:gd name="csY28" fmla="*/ 205059 h 640805"/>
                <a:gd name="csX29" fmla="*/ 835617 w 1143206"/>
                <a:gd name="csY29" fmla="*/ 220439 h 640805"/>
                <a:gd name="csX30" fmla="*/ 850997 w 1143206"/>
                <a:gd name="csY30" fmla="*/ 225565 h 640805"/>
                <a:gd name="csX31" fmla="*/ 868084 w 1143206"/>
                <a:gd name="csY31" fmla="*/ 228983 h 640805"/>
                <a:gd name="csX32" fmla="*/ 880046 w 1143206"/>
                <a:gd name="csY32" fmla="*/ 217021 h 640805"/>
                <a:gd name="csX33" fmla="*/ 893717 w 1143206"/>
                <a:gd name="csY33" fmla="*/ 196515 h 640805"/>
                <a:gd name="csX34" fmla="*/ 892008 w 1143206"/>
                <a:gd name="csY34" fmla="*/ 176009 h 640805"/>
                <a:gd name="csX35" fmla="*/ 902261 w 1143206"/>
                <a:gd name="csY35" fmla="*/ 158921 h 640805"/>
                <a:gd name="csX36" fmla="*/ 902261 w 1143206"/>
                <a:gd name="csY36" fmla="*/ 129871 h 640805"/>
                <a:gd name="csX37" fmla="*/ 885173 w 1143206"/>
                <a:gd name="csY37" fmla="*/ 123036 h 640805"/>
                <a:gd name="csX38" fmla="*/ 864667 w 1143206"/>
                <a:gd name="csY38" fmla="*/ 128162 h 640805"/>
                <a:gd name="csX39" fmla="*/ 868084 w 1143206"/>
                <a:gd name="csY39" fmla="*/ 112782 h 640805"/>
                <a:gd name="csX40" fmla="*/ 888590 w 1143206"/>
                <a:gd name="csY40" fmla="*/ 102530 h 640805"/>
                <a:gd name="csX41" fmla="*/ 897135 w 1143206"/>
                <a:gd name="csY41" fmla="*/ 87150 h 640805"/>
                <a:gd name="csX42" fmla="*/ 898844 w 1143206"/>
                <a:gd name="csY42" fmla="*/ 63227 h 640805"/>
                <a:gd name="csX43" fmla="*/ 900552 w 1143206"/>
                <a:gd name="csY43" fmla="*/ 41012 h 640805"/>
                <a:gd name="csX44" fmla="*/ 910806 w 1143206"/>
                <a:gd name="csY44" fmla="*/ 25632 h 640805"/>
                <a:gd name="csX45" fmla="*/ 941564 w 1143206"/>
                <a:gd name="csY45" fmla="*/ 22215 h 640805"/>
                <a:gd name="csX46" fmla="*/ 967197 w 1143206"/>
                <a:gd name="csY46" fmla="*/ 49556 h 640805"/>
                <a:gd name="csX47" fmla="*/ 977449 w 1143206"/>
                <a:gd name="csY47" fmla="*/ 87150 h 640805"/>
                <a:gd name="csX48" fmla="*/ 1003082 w 1143206"/>
                <a:gd name="csY48" fmla="*/ 88859 h 640805"/>
                <a:gd name="csX49" fmla="*/ 1023588 w 1143206"/>
                <a:gd name="csY49" fmla="*/ 92277 h 640805"/>
                <a:gd name="csX50" fmla="*/ 1049221 w 1143206"/>
                <a:gd name="csY50" fmla="*/ 99112 h 640805"/>
                <a:gd name="csX51" fmla="*/ 1074853 w 1143206"/>
                <a:gd name="csY51" fmla="*/ 107656 h 640805"/>
                <a:gd name="csX52" fmla="*/ 1093650 w 1143206"/>
                <a:gd name="csY52" fmla="*/ 105947 h 640805"/>
                <a:gd name="csX53" fmla="*/ 1098776 w 1143206"/>
                <a:gd name="csY53" fmla="*/ 128162 h 640805"/>
                <a:gd name="csX54" fmla="*/ 1103903 w 1143206"/>
                <a:gd name="csY54" fmla="*/ 141832 h 640805"/>
                <a:gd name="csX55" fmla="*/ 1114156 w 1143206"/>
                <a:gd name="csY55" fmla="*/ 157212 h 640805"/>
                <a:gd name="csX56" fmla="*/ 1129536 w 1143206"/>
                <a:gd name="csY56" fmla="*/ 170883 h 640805"/>
                <a:gd name="csX57" fmla="*/ 1136371 w 1143206"/>
                <a:gd name="csY57" fmla="*/ 186262 h 640805"/>
                <a:gd name="csX58" fmla="*/ 1143206 w 1143206"/>
                <a:gd name="csY58" fmla="*/ 228983 h 640805"/>
                <a:gd name="csX59" fmla="*/ 1138080 w 1143206"/>
                <a:gd name="csY59" fmla="*/ 268286 h 640805"/>
                <a:gd name="csX60" fmla="*/ 1129536 w 1143206"/>
                <a:gd name="csY60" fmla="*/ 297336 h 640805"/>
                <a:gd name="csX61" fmla="*/ 1119282 w 1143206"/>
                <a:gd name="csY61" fmla="*/ 309298 h 640805"/>
                <a:gd name="csX62" fmla="*/ 1098776 w 1143206"/>
                <a:gd name="csY62" fmla="*/ 329804 h 640805"/>
                <a:gd name="csX63" fmla="*/ 1068018 w 1143206"/>
                <a:gd name="csY63" fmla="*/ 336639 h 640805"/>
                <a:gd name="csX64" fmla="*/ 1061182 w 1143206"/>
                <a:gd name="csY64" fmla="*/ 348601 h 640805"/>
                <a:gd name="csX65" fmla="*/ 1037259 w 1143206"/>
                <a:gd name="csY65" fmla="*/ 352018 h 640805"/>
                <a:gd name="csX66" fmla="*/ 1013335 w 1143206"/>
                <a:gd name="csY66" fmla="*/ 346891 h 640805"/>
                <a:gd name="csX67" fmla="*/ 1009917 w 1143206"/>
                <a:gd name="csY67" fmla="*/ 362271 h 640805"/>
                <a:gd name="csX68" fmla="*/ 987703 w 1143206"/>
                <a:gd name="csY68" fmla="*/ 370815 h 640805"/>
                <a:gd name="csX69" fmla="*/ 974032 w 1143206"/>
                <a:gd name="csY69" fmla="*/ 393030 h 640805"/>
                <a:gd name="csX70" fmla="*/ 987703 w 1143206"/>
                <a:gd name="csY70" fmla="*/ 401574 h 640805"/>
                <a:gd name="csX71" fmla="*/ 989411 w 1143206"/>
                <a:gd name="csY71" fmla="*/ 420371 h 640805"/>
                <a:gd name="csX72" fmla="*/ 980867 w 1143206"/>
                <a:gd name="csY72" fmla="*/ 432333 h 640805"/>
                <a:gd name="csX73" fmla="*/ 992829 w 1143206"/>
                <a:gd name="csY73" fmla="*/ 449421 h 640805"/>
                <a:gd name="csX74" fmla="*/ 992829 w 1143206"/>
                <a:gd name="csY74" fmla="*/ 464801 h 640805"/>
                <a:gd name="csX75" fmla="*/ 974032 w 1143206"/>
                <a:gd name="csY75" fmla="*/ 464801 h 640805"/>
                <a:gd name="csX76" fmla="*/ 963779 w 1143206"/>
                <a:gd name="csY76" fmla="*/ 481889 h 640805"/>
                <a:gd name="csX77" fmla="*/ 965488 w 1143206"/>
                <a:gd name="csY77" fmla="*/ 493851 h 640805"/>
                <a:gd name="csX78" fmla="*/ 955235 w 1143206"/>
                <a:gd name="csY78" fmla="*/ 495560 h 640805"/>
                <a:gd name="csX79" fmla="*/ 939856 w 1143206"/>
                <a:gd name="csY79" fmla="*/ 495560 h 640805"/>
                <a:gd name="csX80" fmla="*/ 929602 w 1143206"/>
                <a:gd name="csY80" fmla="*/ 516065 h 640805"/>
                <a:gd name="csX81" fmla="*/ 909096 w 1143206"/>
                <a:gd name="csY81" fmla="*/ 533154 h 640805"/>
                <a:gd name="csX82" fmla="*/ 888590 w 1143206"/>
                <a:gd name="csY82" fmla="*/ 524609 h 640805"/>
                <a:gd name="csX83" fmla="*/ 869794 w 1143206"/>
                <a:gd name="csY83" fmla="*/ 536571 h 640805"/>
                <a:gd name="csX84" fmla="*/ 850997 w 1143206"/>
                <a:gd name="csY84" fmla="*/ 541698 h 640805"/>
                <a:gd name="csX85" fmla="*/ 825364 w 1143206"/>
                <a:gd name="csY85" fmla="*/ 538280 h 640805"/>
                <a:gd name="csX86" fmla="*/ 808276 w 1143206"/>
                <a:gd name="csY86" fmla="*/ 548533 h 640805"/>
                <a:gd name="csX87" fmla="*/ 808276 w 1143206"/>
                <a:gd name="csY87" fmla="*/ 560495 h 640805"/>
                <a:gd name="csX88" fmla="*/ 782643 w 1143206"/>
                <a:gd name="csY88" fmla="*/ 594672 h 640805"/>
                <a:gd name="csX89" fmla="*/ 789479 w 1143206"/>
                <a:gd name="csY89" fmla="*/ 604924 h 640805"/>
                <a:gd name="csX90" fmla="*/ 804858 w 1143206"/>
                <a:gd name="csY90" fmla="*/ 615178 h 640805"/>
                <a:gd name="csX91" fmla="*/ 816820 w 1143206"/>
                <a:gd name="csY91" fmla="*/ 639101 h 640805"/>
                <a:gd name="csX92" fmla="*/ 817956 w 1143206"/>
                <a:gd name="csY92" fmla="*/ 640805 h 640805"/>
                <a:gd name="csX93" fmla="*/ 147982 w 1143206"/>
                <a:gd name="csY93" fmla="*/ 640805 h 640805"/>
                <a:gd name="csX94" fmla="*/ 146960 w 1143206"/>
                <a:gd name="csY94" fmla="*/ 639101 h 640805"/>
                <a:gd name="csX95" fmla="*/ 121395 w 1143206"/>
                <a:gd name="csY95" fmla="*/ 640805 h 640805"/>
                <a:gd name="csX96" fmla="*/ 121316 w 1143206"/>
                <a:gd name="csY96" fmla="*/ 640805 h 640805"/>
                <a:gd name="csX97" fmla="*/ 112783 w 1143206"/>
                <a:gd name="csY97" fmla="*/ 637392 h 640805"/>
                <a:gd name="csX98" fmla="*/ 97404 w 1143206"/>
                <a:gd name="csY98" fmla="*/ 639101 h 640805"/>
                <a:gd name="csX99" fmla="*/ 96978 w 1143206"/>
                <a:gd name="csY99" fmla="*/ 640805 h 640805"/>
                <a:gd name="csX100" fmla="*/ 55824 w 1143206"/>
                <a:gd name="csY100" fmla="*/ 640805 h 640805"/>
                <a:gd name="csX101" fmla="*/ 59809 w 1143206"/>
                <a:gd name="csY101" fmla="*/ 628848 h 640805"/>
                <a:gd name="csX102" fmla="*/ 93986 w 1143206"/>
                <a:gd name="csY102" fmla="*/ 618595 h 640805"/>
                <a:gd name="csX103" fmla="*/ 109365 w 1143206"/>
                <a:gd name="csY103" fmla="*/ 608342 h 640805"/>
                <a:gd name="csX104" fmla="*/ 95694 w 1143206"/>
                <a:gd name="csY104" fmla="*/ 591254 h 640805"/>
                <a:gd name="csX105" fmla="*/ 87151 w 1143206"/>
                <a:gd name="csY105" fmla="*/ 584419 h 640805"/>
                <a:gd name="csX106" fmla="*/ 102530 w 1143206"/>
                <a:gd name="csY106" fmla="*/ 565621 h 640805"/>
                <a:gd name="csX107" fmla="*/ 126454 w 1143206"/>
                <a:gd name="csY107" fmla="*/ 558786 h 640805"/>
                <a:gd name="csX108" fmla="*/ 155504 w 1143206"/>
                <a:gd name="csY108" fmla="*/ 551951 h 640805"/>
                <a:gd name="csX109" fmla="*/ 148668 w 1143206"/>
                <a:gd name="csY109" fmla="*/ 528027 h 640805"/>
                <a:gd name="csX110" fmla="*/ 138416 w 1143206"/>
                <a:gd name="csY110" fmla="*/ 504104 h 640805"/>
                <a:gd name="csX111" fmla="*/ 121327 w 1143206"/>
                <a:gd name="csY111" fmla="*/ 498978 h 640805"/>
                <a:gd name="csX112" fmla="*/ 121327 w 1143206"/>
                <a:gd name="csY112" fmla="*/ 483598 h 640805"/>
                <a:gd name="csX113" fmla="*/ 143542 w 1143206"/>
                <a:gd name="csY113" fmla="*/ 466510 h 640805"/>
                <a:gd name="csX114" fmla="*/ 146960 w 1143206"/>
                <a:gd name="csY114" fmla="*/ 447712 h 640805"/>
                <a:gd name="csX115" fmla="*/ 141833 w 1143206"/>
                <a:gd name="csY115" fmla="*/ 434042 h 640805"/>
                <a:gd name="csX116" fmla="*/ 128162 w 1143206"/>
                <a:gd name="csY116" fmla="*/ 422080 h 640805"/>
                <a:gd name="csX117" fmla="*/ 104239 w 1143206"/>
                <a:gd name="csY117" fmla="*/ 413536 h 640805"/>
                <a:gd name="csX118" fmla="*/ 87151 w 1143206"/>
                <a:gd name="csY118" fmla="*/ 413536 h 640805"/>
                <a:gd name="csX119" fmla="*/ 63227 w 1143206"/>
                <a:gd name="csY119" fmla="*/ 411827 h 640805"/>
                <a:gd name="csX120" fmla="*/ 46139 w 1143206"/>
                <a:gd name="csY120" fmla="*/ 404992 h 640805"/>
                <a:gd name="csX121" fmla="*/ 30759 w 1143206"/>
                <a:gd name="csY121" fmla="*/ 416954 h 640805"/>
                <a:gd name="csX122" fmla="*/ 25633 w 1143206"/>
                <a:gd name="csY122" fmla="*/ 434042 h 640805"/>
                <a:gd name="csX123" fmla="*/ 11962 w 1143206"/>
                <a:gd name="csY123" fmla="*/ 413536 h 640805"/>
                <a:gd name="csX124" fmla="*/ 27341 w 1143206"/>
                <a:gd name="csY124" fmla="*/ 399865 h 640805"/>
                <a:gd name="csX125" fmla="*/ 54683 w 1143206"/>
                <a:gd name="csY125" fmla="*/ 381068 h 640805"/>
                <a:gd name="csX126" fmla="*/ 58101 w 1143206"/>
                <a:gd name="csY126" fmla="*/ 369107 h 640805"/>
                <a:gd name="csX127" fmla="*/ 73480 w 1143206"/>
                <a:gd name="csY127" fmla="*/ 345183 h 640805"/>
                <a:gd name="csX128" fmla="*/ 83733 w 1143206"/>
                <a:gd name="csY128" fmla="*/ 328095 h 640805"/>
                <a:gd name="csX129" fmla="*/ 76898 w 1143206"/>
                <a:gd name="csY129" fmla="*/ 309298 h 640805"/>
                <a:gd name="csX130" fmla="*/ 61518 w 1143206"/>
                <a:gd name="csY130" fmla="*/ 305880 h 640805"/>
                <a:gd name="csX131" fmla="*/ 44430 w 1143206"/>
                <a:gd name="csY131" fmla="*/ 311006 h 640805"/>
                <a:gd name="csX132" fmla="*/ 27341 w 1143206"/>
                <a:gd name="csY132" fmla="*/ 302462 h 640805"/>
                <a:gd name="csX133" fmla="*/ 13671 w 1143206"/>
                <a:gd name="csY133" fmla="*/ 302462 h 640805"/>
                <a:gd name="csX134" fmla="*/ 5127 w 1143206"/>
                <a:gd name="csY134" fmla="*/ 302462 h 640805"/>
                <a:gd name="csX135" fmla="*/ 0 w 1143206"/>
                <a:gd name="csY135" fmla="*/ 297336 h 640805"/>
                <a:gd name="csX136" fmla="*/ 0 w 1143206"/>
                <a:gd name="csY136" fmla="*/ 285374 h 640805"/>
                <a:gd name="csX137" fmla="*/ 13671 w 1143206"/>
                <a:gd name="csY137" fmla="*/ 278538 h 640805"/>
                <a:gd name="csX138" fmla="*/ 44430 w 1143206"/>
                <a:gd name="csY138" fmla="*/ 278538 h 640805"/>
                <a:gd name="csX139" fmla="*/ 64936 w 1143206"/>
                <a:gd name="csY139" fmla="*/ 275121 h 640805"/>
                <a:gd name="csX140" fmla="*/ 66645 w 1143206"/>
                <a:gd name="csY140" fmla="*/ 259742 h 640805"/>
                <a:gd name="csX141" fmla="*/ 63227 w 1143206"/>
                <a:gd name="csY141" fmla="*/ 239236 h 640805"/>
                <a:gd name="csX142" fmla="*/ 61518 w 1143206"/>
                <a:gd name="csY142" fmla="*/ 228983 h 640805"/>
                <a:gd name="csX143" fmla="*/ 78607 w 1143206"/>
                <a:gd name="csY143" fmla="*/ 225565 h 640805"/>
                <a:gd name="csX144" fmla="*/ 95694 w 1143206"/>
                <a:gd name="csY144" fmla="*/ 240945 h 640805"/>
                <a:gd name="csX145" fmla="*/ 107656 w 1143206"/>
                <a:gd name="csY145" fmla="*/ 232401 h 640805"/>
                <a:gd name="csX146" fmla="*/ 124745 w 1143206"/>
                <a:gd name="csY146" fmla="*/ 223856 h 640805"/>
                <a:gd name="csX147" fmla="*/ 148668 w 1143206"/>
                <a:gd name="csY147" fmla="*/ 225565 h 640805"/>
                <a:gd name="csX148" fmla="*/ 170883 w 1143206"/>
                <a:gd name="csY148" fmla="*/ 240945 h 640805"/>
                <a:gd name="csX149" fmla="*/ 187971 w 1143206"/>
                <a:gd name="csY149" fmla="*/ 239236 h 640805"/>
                <a:gd name="csX150" fmla="*/ 196515 w 1143206"/>
                <a:gd name="csY150" fmla="*/ 235818 h 640805"/>
                <a:gd name="csX151" fmla="*/ 220439 w 1143206"/>
                <a:gd name="csY151" fmla="*/ 246071 h 640805"/>
                <a:gd name="csX152" fmla="*/ 234110 w 1143206"/>
                <a:gd name="csY152" fmla="*/ 240945 h 640805"/>
                <a:gd name="csX153" fmla="*/ 266577 w 1143206"/>
                <a:gd name="csY153" fmla="*/ 215312 h 640805"/>
                <a:gd name="csX154" fmla="*/ 275122 w 1143206"/>
                <a:gd name="csY154" fmla="*/ 191389 h 640805"/>
                <a:gd name="csX155" fmla="*/ 283666 w 1143206"/>
                <a:gd name="csY155" fmla="*/ 179427 h 640805"/>
                <a:gd name="csX156" fmla="*/ 295628 w 1143206"/>
                <a:gd name="csY156" fmla="*/ 167465 h 640805"/>
                <a:gd name="csX157" fmla="*/ 290501 w 1143206"/>
                <a:gd name="csY157" fmla="*/ 153794 h 640805"/>
                <a:gd name="csX158" fmla="*/ 324678 w 1143206"/>
                <a:gd name="csY158" fmla="*/ 148668 h 640805"/>
                <a:gd name="csX159" fmla="*/ 345184 w 1143206"/>
                <a:gd name="csY159" fmla="*/ 136706 h 640805"/>
                <a:gd name="csX160" fmla="*/ 363981 w 1143206"/>
                <a:gd name="csY160" fmla="*/ 128162 h 640805"/>
                <a:gd name="csX161" fmla="*/ 377652 w 1143206"/>
                <a:gd name="csY161" fmla="*/ 117909 h 640805"/>
                <a:gd name="csX162" fmla="*/ 399866 w 1143206"/>
                <a:gd name="csY162" fmla="*/ 111074 h 640805"/>
                <a:gd name="csX163" fmla="*/ 411828 w 1143206"/>
                <a:gd name="csY163" fmla="*/ 102530 h 640805"/>
                <a:gd name="csX164" fmla="*/ 415245 w 1143206"/>
                <a:gd name="csY164" fmla="*/ 80315 h 640805"/>
                <a:gd name="csX165" fmla="*/ 404993 w 1143206"/>
                <a:gd name="csY165" fmla="*/ 70062 h 640805"/>
                <a:gd name="csX166" fmla="*/ 415245 w 1143206"/>
                <a:gd name="csY166" fmla="*/ 59809 h 640805"/>
                <a:gd name="csX167" fmla="*/ 415245 w 1143206"/>
                <a:gd name="csY167" fmla="*/ 44429 h 640805"/>
                <a:gd name="csX168" fmla="*/ 418663 w 1143206"/>
                <a:gd name="csY168" fmla="*/ 30759 h 640805"/>
                <a:gd name="csX169" fmla="*/ 428916 w 1143206"/>
                <a:gd name="csY169" fmla="*/ 8544 h 640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Lst>
              <a:rect l="l" t="t" r="r" b="b"/>
              <a:pathLst>
                <a:path w="1143206" h="640805">
                  <a:moveTo>
                    <a:pt x="444295" y="0"/>
                  </a:moveTo>
                  <a:lnTo>
                    <a:pt x="454549" y="5126"/>
                  </a:lnTo>
                  <a:lnTo>
                    <a:pt x="454549" y="27341"/>
                  </a:lnTo>
                  <a:lnTo>
                    <a:pt x="459675" y="39303"/>
                  </a:lnTo>
                  <a:lnTo>
                    <a:pt x="461384" y="56391"/>
                  </a:lnTo>
                  <a:lnTo>
                    <a:pt x="471636" y="71771"/>
                  </a:lnTo>
                  <a:lnTo>
                    <a:pt x="493852" y="75189"/>
                  </a:lnTo>
                  <a:lnTo>
                    <a:pt x="516066" y="93985"/>
                  </a:lnTo>
                  <a:lnTo>
                    <a:pt x="534864" y="129871"/>
                  </a:lnTo>
                  <a:lnTo>
                    <a:pt x="546825" y="157212"/>
                  </a:lnTo>
                  <a:lnTo>
                    <a:pt x="579293" y="176009"/>
                  </a:lnTo>
                  <a:lnTo>
                    <a:pt x="594672" y="158921"/>
                  </a:lnTo>
                  <a:lnTo>
                    <a:pt x="604925" y="150377"/>
                  </a:lnTo>
                  <a:lnTo>
                    <a:pt x="611761" y="152086"/>
                  </a:lnTo>
                  <a:lnTo>
                    <a:pt x="613469" y="133288"/>
                  </a:lnTo>
                  <a:lnTo>
                    <a:pt x="627140" y="126453"/>
                  </a:lnTo>
                  <a:lnTo>
                    <a:pt x="640811" y="152086"/>
                  </a:lnTo>
                  <a:lnTo>
                    <a:pt x="656190" y="155503"/>
                  </a:lnTo>
                  <a:lnTo>
                    <a:pt x="664735" y="177718"/>
                  </a:lnTo>
                  <a:lnTo>
                    <a:pt x="678405" y="179427"/>
                  </a:lnTo>
                  <a:lnTo>
                    <a:pt x="692076" y="186262"/>
                  </a:lnTo>
                  <a:lnTo>
                    <a:pt x="707455" y="170883"/>
                  </a:lnTo>
                  <a:lnTo>
                    <a:pt x="721126" y="167465"/>
                  </a:lnTo>
                  <a:lnTo>
                    <a:pt x="743340" y="170883"/>
                  </a:lnTo>
                  <a:lnTo>
                    <a:pt x="763846" y="176009"/>
                  </a:lnTo>
                  <a:lnTo>
                    <a:pt x="784352" y="164048"/>
                  </a:lnTo>
                  <a:lnTo>
                    <a:pt x="804858" y="164048"/>
                  </a:lnTo>
                  <a:lnTo>
                    <a:pt x="818529" y="184554"/>
                  </a:lnTo>
                  <a:lnTo>
                    <a:pt x="816820" y="205059"/>
                  </a:lnTo>
                  <a:lnTo>
                    <a:pt x="835617" y="220439"/>
                  </a:lnTo>
                  <a:lnTo>
                    <a:pt x="850997" y="225565"/>
                  </a:lnTo>
                  <a:lnTo>
                    <a:pt x="868084" y="228983"/>
                  </a:lnTo>
                  <a:lnTo>
                    <a:pt x="880046" y="217021"/>
                  </a:lnTo>
                  <a:lnTo>
                    <a:pt x="893717" y="196515"/>
                  </a:lnTo>
                  <a:lnTo>
                    <a:pt x="892008" y="176009"/>
                  </a:lnTo>
                  <a:lnTo>
                    <a:pt x="902261" y="158921"/>
                  </a:lnTo>
                  <a:lnTo>
                    <a:pt x="902261" y="129871"/>
                  </a:lnTo>
                  <a:lnTo>
                    <a:pt x="885173" y="123036"/>
                  </a:lnTo>
                  <a:lnTo>
                    <a:pt x="864667" y="128162"/>
                  </a:lnTo>
                  <a:lnTo>
                    <a:pt x="868084" y="112782"/>
                  </a:lnTo>
                  <a:lnTo>
                    <a:pt x="888590" y="102530"/>
                  </a:lnTo>
                  <a:lnTo>
                    <a:pt x="897135" y="87150"/>
                  </a:lnTo>
                  <a:lnTo>
                    <a:pt x="898844" y="63227"/>
                  </a:lnTo>
                  <a:lnTo>
                    <a:pt x="900552" y="41012"/>
                  </a:lnTo>
                  <a:cubicBezTo>
                    <a:pt x="906249" y="38164"/>
                    <a:pt x="905109" y="28480"/>
                    <a:pt x="910806" y="25632"/>
                  </a:cubicBezTo>
                  <a:lnTo>
                    <a:pt x="941564" y="22215"/>
                  </a:lnTo>
                  <a:lnTo>
                    <a:pt x="967197" y="49556"/>
                  </a:lnTo>
                  <a:lnTo>
                    <a:pt x="977449" y="87150"/>
                  </a:lnTo>
                  <a:lnTo>
                    <a:pt x="1003082" y="88859"/>
                  </a:lnTo>
                  <a:lnTo>
                    <a:pt x="1023588" y="92277"/>
                  </a:lnTo>
                  <a:lnTo>
                    <a:pt x="1049221" y="99112"/>
                  </a:lnTo>
                  <a:lnTo>
                    <a:pt x="1074853" y="107656"/>
                  </a:lnTo>
                  <a:lnTo>
                    <a:pt x="1093650" y="105947"/>
                  </a:lnTo>
                  <a:lnTo>
                    <a:pt x="1098776" y="128162"/>
                  </a:lnTo>
                  <a:lnTo>
                    <a:pt x="1103903" y="141832"/>
                  </a:lnTo>
                  <a:lnTo>
                    <a:pt x="1114156" y="157212"/>
                  </a:lnTo>
                  <a:lnTo>
                    <a:pt x="1129536" y="170883"/>
                  </a:lnTo>
                  <a:lnTo>
                    <a:pt x="1136371" y="186262"/>
                  </a:lnTo>
                  <a:lnTo>
                    <a:pt x="1143206" y="228983"/>
                  </a:lnTo>
                  <a:lnTo>
                    <a:pt x="1138080" y="268286"/>
                  </a:lnTo>
                  <a:lnTo>
                    <a:pt x="1129536" y="297336"/>
                  </a:lnTo>
                  <a:lnTo>
                    <a:pt x="1119282" y="309298"/>
                  </a:lnTo>
                  <a:lnTo>
                    <a:pt x="1098776" y="329804"/>
                  </a:lnTo>
                  <a:lnTo>
                    <a:pt x="1068018" y="336639"/>
                  </a:lnTo>
                  <a:lnTo>
                    <a:pt x="1061182" y="348601"/>
                  </a:lnTo>
                  <a:lnTo>
                    <a:pt x="1037259" y="352018"/>
                  </a:lnTo>
                  <a:lnTo>
                    <a:pt x="1013335" y="346891"/>
                  </a:lnTo>
                  <a:lnTo>
                    <a:pt x="1009917" y="362271"/>
                  </a:lnTo>
                  <a:lnTo>
                    <a:pt x="987703" y="370815"/>
                  </a:lnTo>
                  <a:lnTo>
                    <a:pt x="974032" y="393030"/>
                  </a:lnTo>
                  <a:lnTo>
                    <a:pt x="987703" y="401574"/>
                  </a:lnTo>
                  <a:lnTo>
                    <a:pt x="989411" y="420371"/>
                  </a:lnTo>
                  <a:lnTo>
                    <a:pt x="980867" y="432333"/>
                  </a:lnTo>
                  <a:lnTo>
                    <a:pt x="992829" y="449421"/>
                  </a:lnTo>
                  <a:lnTo>
                    <a:pt x="992829" y="464801"/>
                  </a:lnTo>
                  <a:lnTo>
                    <a:pt x="974032" y="464801"/>
                  </a:lnTo>
                  <a:lnTo>
                    <a:pt x="963779" y="481889"/>
                  </a:lnTo>
                  <a:lnTo>
                    <a:pt x="965488" y="493851"/>
                  </a:lnTo>
                  <a:lnTo>
                    <a:pt x="955235" y="495560"/>
                  </a:lnTo>
                  <a:lnTo>
                    <a:pt x="939856" y="495560"/>
                  </a:lnTo>
                  <a:lnTo>
                    <a:pt x="929602" y="516065"/>
                  </a:lnTo>
                  <a:lnTo>
                    <a:pt x="909096" y="533154"/>
                  </a:lnTo>
                  <a:lnTo>
                    <a:pt x="888590" y="524609"/>
                  </a:lnTo>
                  <a:lnTo>
                    <a:pt x="869794" y="536571"/>
                  </a:lnTo>
                  <a:lnTo>
                    <a:pt x="850997" y="541698"/>
                  </a:lnTo>
                  <a:lnTo>
                    <a:pt x="825364" y="538280"/>
                  </a:lnTo>
                  <a:lnTo>
                    <a:pt x="808276" y="548533"/>
                  </a:lnTo>
                  <a:lnTo>
                    <a:pt x="808276" y="560495"/>
                  </a:lnTo>
                  <a:lnTo>
                    <a:pt x="782643" y="594672"/>
                  </a:lnTo>
                  <a:lnTo>
                    <a:pt x="789479" y="604924"/>
                  </a:lnTo>
                  <a:lnTo>
                    <a:pt x="804858" y="615178"/>
                  </a:lnTo>
                  <a:lnTo>
                    <a:pt x="816820" y="639101"/>
                  </a:lnTo>
                  <a:lnTo>
                    <a:pt x="817956" y="640805"/>
                  </a:lnTo>
                  <a:lnTo>
                    <a:pt x="147982" y="640805"/>
                  </a:lnTo>
                  <a:lnTo>
                    <a:pt x="146960" y="639101"/>
                  </a:lnTo>
                  <a:lnTo>
                    <a:pt x="121395" y="640805"/>
                  </a:lnTo>
                  <a:lnTo>
                    <a:pt x="121316" y="640805"/>
                  </a:lnTo>
                  <a:lnTo>
                    <a:pt x="112783" y="637392"/>
                  </a:lnTo>
                  <a:lnTo>
                    <a:pt x="97404" y="639101"/>
                  </a:lnTo>
                  <a:lnTo>
                    <a:pt x="96978" y="640805"/>
                  </a:lnTo>
                  <a:lnTo>
                    <a:pt x="55824" y="640805"/>
                  </a:lnTo>
                  <a:lnTo>
                    <a:pt x="59809" y="628848"/>
                  </a:lnTo>
                  <a:lnTo>
                    <a:pt x="93986" y="618595"/>
                  </a:lnTo>
                  <a:lnTo>
                    <a:pt x="109365" y="608342"/>
                  </a:lnTo>
                  <a:lnTo>
                    <a:pt x="95694" y="591254"/>
                  </a:lnTo>
                  <a:lnTo>
                    <a:pt x="87151" y="584419"/>
                  </a:lnTo>
                  <a:lnTo>
                    <a:pt x="102530" y="565621"/>
                  </a:lnTo>
                  <a:lnTo>
                    <a:pt x="126454" y="558786"/>
                  </a:lnTo>
                  <a:lnTo>
                    <a:pt x="155504" y="551951"/>
                  </a:lnTo>
                  <a:lnTo>
                    <a:pt x="148668" y="528027"/>
                  </a:lnTo>
                  <a:lnTo>
                    <a:pt x="138416" y="504104"/>
                  </a:lnTo>
                  <a:lnTo>
                    <a:pt x="121327" y="498978"/>
                  </a:lnTo>
                  <a:lnTo>
                    <a:pt x="121327" y="483598"/>
                  </a:lnTo>
                  <a:lnTo>
                    <a:pt x="143542" y="466510"/>
                  </a:lnTo>
                  <a:lnTo>
                    <a:pt x="146960" y="447712"/>
                  </a:lnTo>
                  <a:lnTo>
                    <a:pt x="141833" y="434042"/>
                  </a:lnTo>
                  <a:lnTo>
                    <a:pt x="128162" y="422080"/>
                  </a:lnTo>
                  <a:lnTo>
                    <a:pt x="104239" y="413536"/>
                  </a:lnTo>
                  <a:lnTo>
                    <a:pt x="87151" y="413536"/>
                  </a:lnTo>
                  <a:lnTo>
                    <a:pt x="63227" y="411827"/>
                  </a:lnTo>
                  <a:lnTo>
                    <a:pt x="46139" y="404992"/>
                  </a:lnTo>
                  <a:lnTo>
                    <a:pt x="30759" y="416954"/>
                  </a:lnTo>
                  <a:lnTo>
                    <a:pt x="25633" y="434042"/>
                  </a:lnTo>
                  <a:lnTo>
                    <a:pt x="11962" y="413536"/>
                  </a:lnTo>
                  <a:lnTo>
                    <a:pt x="27341" y="399865"/>
                  </a:lnTo>
                  <a:lnTo>
                    <a:pt x="54683" y="381068"/>
                  </a:lnTo>
                  <a:lnTo>
                    <a:pt x="58101" y="369107"/>
                  </a:lnTo>
                  <a:lnTo>
                    <a:pt x="73480" y="345183"/>
                  </a:lnTo>
                  <a:lnTo>
                    <a:pt x="83733" y="328095"/>
                  </a:lnTo>
                  <a:lnTo>
                    <a:pt x="76898" y="309298"/>
                  </a:lnTo>
                  <a:lnTo>
                    <a:pt x="61518" y="305880"/>
                  </a:lnTo>
                  <a:lnTo>
                    <a:pt x="44430" y="311006"/>
                  </a:lnTo>
                  <a:lnTo>
                    <a:pt x="27341" y="302462"/>
                  </a:lnTo>
                  <a:lnTo>
                    <a:pt x="13671" y="302462"/>
                  </a:lnTo>
                  <a:lnTo>
                    <a:pt x="5127" y="302462"/>
                  </a:lnTo>
                  <a:lnTo>
                    <a:pt x="0" y="297336"/>
                  </a:lnTo>
                  <a:lnTo>
                    <a:pt x="0" y="285374"/>
                  </a:lnTo>
                  <a:lnTo>
                    <a:pt x="13671" y="278538"/>
                  </a:lnTo>
                  <a:lnTo>
                    <a:pt x="44430" y="278538"/>
                  </a:lnTo>
                  <a:lnTo>
                    <a:pt x="64936" y="275121"/>
                  </a:lnTo>
                  <a:lnTo>
                    <a:pt x="66645" y="259742"/>
                  </a:lnTo>
                  <a:lnTo>
                    <a:pt x="63227" y="239236"/>
                  </a:lnTo>
                  <a:lnTo>
                    <a:pt x="61518" y="228983"/>
                  </a:lnTo>
                  <a:lnTo>
                    <a:pt x="78607" y="225565"/>
                  </a:lnTo>
                  <a:lnTo>
                    <a:pt x="95694" y="240945"/>
                  </a:lnTo>
                  <a:lnTo>
                    <a:pt x="107656" y="232401"/>
                  </a:lnTo>
                  <a:lnTo>
                    <a:pt x="124745" y="223856"/>
                  </a:lnTo>
                  <a:lnTo>
                    <a:pt x="148668" y="225565"/>
                  </a:lnTo>
                  <a:lnTo>
                    <a:pt x="170883" y="240945"/>
                  </a:lnTo>
                  <a:lnTo>
                    <a:pt x="187971" y="239236"/>
                  </a:lnTo>
                  <a:lnTo>
                    <a:pt x="196515" y="235818"/>
                  </a:lnTo>
                  <a:lnTo>
                    <a:pt x="220439" y="246071"/>
                  </a:lnTo>
                  <a:lnTo>
                    <a:pt x="234110" y="240945"/>
                  </a:lnTo>
                  <a:lnTo>
                    <a:pt x="266577" y="215312"/>
                  </a:lnTo>
                  <a:lnTo>
                    <a:pt x="275122" y="191389"/>
                  </a:lnTo>
                  <a:lnTo>
                    <a:pt x="283666" y="179427"/>
                  </a:lnTo>
                  <a:lnTo>
                    <a:pt x="295628" y="167465"/>
                  </a:lnTo>
                  <a:lnTo>
                    <a:pt x="290501" y="153794"/>
                  </a:lnTo>
                  <a:lnTo>
                    <a:pt x="324678" y="148668"/>
                  </a:lnTo>
                  <a:lnTo>
                    <a:pt x="345184" y="136706"/>
                  </a:lnTo>
                  <a:lnTo>
                    <a:pt x="363981" y="128162"/>
                  </a:lnTo>
                  <a:lnTo>
                    <a:pt x="377652" y="117909"/>
                  </a:lnTo>
                  <a:lnTo>
                    <a:pt x="399866" y="111074"/>
                  </a:lnTo>
                  <a:lnTo>
                    <a:pt x="411828" y="102530"/>
                  </a:lnTo>
                  <a:lnTo>
                    <a:pt x="415245" y="80315"/>
                  </a:lnTo>
                  <a:lnTo>
                    <a:pt x="404993" y="70062"/>
                  </a:lnTo>
                  <a:lnTo>
                    <a:pt x="415245" y="59809"/>
                  </a:lnTo>
                  <a:lnTo>
                    <a:pt x="415245" y="44429"/>
                  </a:lnTo>
                  <a:lnTo>
                    <a:pt x="418663" y="30759"/>
                  </a:lnTo>
                  <a:lnTo>
                    <a:pt x="428916" y="85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5" name="TextBox 44">
              <a:extLst>
                <a:ext uri="{FF2B5EF4-FFF2-40B4-BE49-F238E27FC236}">
                  <a16:creationId xmlns:a16="http://schemas.microsoft.com/office/drawing/2014/main" id="{CDD3A1EA-B1DF-B3FC-4C17-571F814A50DB}"/>
                </a:ext>
              </a:extLst>
            </p:cNvPr>
            <p:cNvSpPr txBox="1"/>
            <p:nvPr/>
          </p:nvSpPr>
          <p:spPr>
            <a:xfrm>
              <a:off x="1871757" y="3126701"/>
              <a:ext cx="459934" cy="233014"/>
            </a:xfrm>
            <a:prstGeom prst="rect">
              <a:avLst/>
            </a:prstGeom>
            <a:noFill/>
          </p:spPr>
          <p:txBody>
            <a:bodyPr wrap="square" lIns="0" tIns="46800" rIns="0" bIns="46800" rtlCol="0">
              <a:spAutoFit/>
            </a:bodyPr>
            <a:lstStyle/>
            <a:p>
              <a:pPr algn="ctr"/>
              <a:r>
                <a:rPr lang="ko-KR" altLang="en-US" sz="900" spc="-30" dirty="0" err="1">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900" spc="-30" dirty="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82" name="서울특별시">
              <a:extLst>
                <a:ext uri="{FF2B5EF4-FFF2-40B4-BE49-F238E27FC236}">
                  <a16:creationId xmlns:a16="http://schemas.microsoft.com/office/drawing/2014/main" id="{B556C639-AC24-0059-CDDC-EFD19F2DA34B}"/>
                </a:ext>
              </a:extLst>
            </p:cNvPr>
            <p:cNvGrpSpPr/>
            <p:nvPr/>
          </p:nvGrpSpPr>
          <p:grpSpPr>
            <a:xfrm>
              <a:off x="2072930" y="4048667"/>
              <a:ext cx="1162670" cy="959408"/>
              <a:chOff x="1799692" y="1850636"/>
              <a:chExt cx="5544616" cy="4575275"/>
            </a:xfrm>
            <a:noFill/>
          </p:grpSpPr>
          <p:grpSp>
            <p:nvGrpSpPr>
              <p:cNvPr id="425" name="서남권">
                <a:extLst>
                  <a:ext uri="{FF2B5EF4-FFF2-40B4-BE49-F238E27FC236}">
                    <a16:creationId xmlns:a16="http://schemas.microsoft.com/office/drawing/2014/main" id="{9AC9AEE2-C85C-0E8C-DCCB-D9F38ADC2262}"/>
                  </a:ext>
                </a:extLst>
              </p:cNvPr>
              <p:cNvGrpSpPr/>
              <p:nvPr/>
            </p:nvGrpSpPr>
            <p:grpSpPr>
              <a:xfrm>
                <a:off x="1799692" y="3557774"/>
                <a:ext cx="2975739" cy="2773862"/>
                <a:chOff x="-4053840" y="5459730"/>
                <a:chExt cx="7295804" cy="6800850"/>
              </a:xfrm>
              <a:grpFill/>
            </p:grpSpPr>
            <p:sp>
              <p:nvSpPr>
                <p:cNvPr id="451" name="영등포구">
                  <a:extLst>
                    <a:ext uri="{FF2B5EF4-FFF2-40B4-BE49-F238E27FC236}">
                      <a16:creationId xmlns:a16="http://schemas.microsoft.com/office/drawing/2014/main" id="{321AC057-4C5C-BCEC-E7CF-C647FA1FFE04}"/>
                    </a:ext>
                  </a:extLst>
                </p:cNvPr>
                <p:cNvSpPr/>
                <p:nvPr/>
              </p:nvSpPr>
              <p:spPr>
                <a:xfrm>
                  <a:off x="-251460" y="7360920"/>
                  <a:ext cx="1901190" cy="2735580"/>
                </a:xfrm>
                <a:custGeom>
                  <a:avLst/>
                  <a:gdLst>
                    <a:gd name="connsiteX0" fmla="*/ 1203960 w 1901190"/>
                    <a:gd name="connsiteY0" fmla="*/ 803910 h 2735580"/>
                    <a:gd name="connsiteX1" fmla="*/ 1280160 w 1901190"/>
                    <a:gd name="connsiteY1" fmla="*/ 819150 h 2735580"/>
                    <a:gd name="connsiteX2" fmla="*/ 1352550 w 1901190"/>
                    <a:gd name="connsiteY2" fmla="*/ 853440 h 2735580"/>
                    <a:gd name="connsiteX3" fmla="*/ 1405890 w 1901190"/>
                    <a:gd name="connsiteY3" fmla="*/ 876300 h 2735580"/>
                    <a:gd name="connsiteX4" fmla="*/ 1497330 w 1901190"/>
                    <a:gd name="connsiteY4" fmla="*/ 895350 h 2735580"/>
                    <a:gd name="connsiteX5" fmla="*/ 1596390 w 1901190"/>
                    <a:gd name="connsiteY5" fmla="*/ 941070 h 2735580"/>
                    <a:gd name="connsiteX6" fmla="*/ 1684020 w 1901190"/>
                    <a:gd name="connsiteY6" fmla="*/ 979170 h 2735580"/>
                    <a:gd name="connsiteX7" fmla="*/ 1802130 w 1901190"/>
                    <a:gd name="connsiteY7" fmla="*/ 1036320 h 2735580"/>
                    <a:gd name="connsiteX8" fmla="*/ 1832610 w 1901190"/>
                    <a:gd name="connsiteY8" fmla="*/ 1074420 h 2735580"/>
                    <a:gd name="connsiteX9" fmla="*/ 1844040 w 1901190"/>
                    <a:gd name="connsiteY9" fmla="*/ 1108710 h 2735580"/>
                    <a:gd name="connsiteX10" fmla="*/ 1874520 w 1901190"/>
                    <a:gd name="connsiteY10" fmla="*/ 1173480 h 2735580"/>
                    <a:gd name="connsiteX11" fmla="*/ 1897380 w 1901190"/>
                    <a:gd name="connsiteY11" fmla="*/ 1223010 h 2735580"/>
                    <a:gd name="connsiteX12" fmla="*/ 1901190 w 1901190"/>
                    <a:gd name="connsiteY12" fmla="*/ 1287780 h 2735580"/>
                    <a:gd name="connsiteX13" fmla="*/ 1889760 w 1901190"/>
                    <a:gd name="connsiteY13" fmla="*/ 1337310 h 2735580"/>
                    <a:gd name="connsiteX14" fmla="*/ 1863090 w 1901190"/>
                    <a:gd name="connsiteY14" fmla="*/ 1348740 h 2735580"/>
                    <a:gd name="connsiteX15" fmla="*/ 1809750 w 1901190"/>
                    <a:gd name="connsiteY15" fmla="*/ 1348740 h 2735580"/>
                    <a:gd name="connsiteX16" fmla="*/ 1752600 w 1901190"/>
                    <a:gd name="connsiteY16" fmla="*/ 1371600 h 2735580"/>
                    <a:gd name="connsiteX17" fmla="*/ 1695450 w 1901190"/>
                    <a:gd name="connsiteY17" fmla="*/ 1386840 h 2735580"/>
                    <a:gd name="connsiteX18" fmla="*/ 1638300 w 1901190"/>
                    <a:gd name="connsiteY18" fmla="*/ 1371600 h 2735580"/>
                    <a:gd name="connsiteX19" fmla="*/ 1554480 w 1901190"/>
                    <a:gd name="connsiteY19" fmla="*/ 1375410 h 2735580"/>
                    <a:gd name="connsiteX20" fmla="*/ 1466850 w 1901190"/>
                    <a:gd name="connsiteY20" fmla="*/ 1363980 h 2735580"/>
                    <a:gd name="connsiteX21" fmla="*/ 1264920 w 1901190"/>
                    <a:gd name="connsiteY21" fmla="*/ 1283970 h 2735580"/>
                    <a:gd name="connsiteX22" fmla="*/ 1203960 w 1901190"/>
                    <a:gd name="connsiteY22" fmla="*/ 1253490 h 2735580"/>
                    <a:gd name="connsiteX23" fmla="*/ 1169670 w 1901190"/>
                    <a:gd name="connsiteY23" fmla="*/ 1207770 h 2735580"/>
                    <a:gd name="connsiteX24" fmla="*/ 1120140 w 1901190"/>
                    <a:gd name="connsiteY24" fmla="*/ 1146810 h 2735580"/>
                    <a:gd name="connsiteX25" fmla="*/ 1097280 w 1901190"/>
                    <a:gd name="connsiteY25" fmla="*/ 1078230 h 2735580"/>
                    <a:gd name="connsiteX26" fmla="*/ 1059180 w 1901190"/>
                    <a:gd name="connsiteY26" fmla="*/ 944880 h 2735580"/>
                    <a:gd name="connsiteX27" fmla="*/ 1040130 w 1901190"/>
                    <a:gd name="connsiteY27" fmla="*/ 891540 h 2735580"/>
                    <a:gd name="connsiteX28" fmla="*/ 1040130 w 1901190"/>
                    <a:gd name="connsiteY28" fmla="*/ 857250 h 2735580"/>
                    <a:gd name="connsiteX29" fmla="*/ 1074420 w 1901190"/>
                    <a:gd name="connsiteY29" fmla="*/ 838200 h 2735580"/>
                    <a:gd name="connsiteX30" fmla="*/ 26670 w 1901190"/>
                    <a:gd name="connsiteY30" fmla="*/ 0 h 2735580"/>
                    <a:gd name="connsiteX31" fmla="*/ 60960 w 1901190"/>
                    <a:gd name="connsiteY31" fmla="*/ 22860 h 2735580"/>
                    <a:gd name="connsiteX32" fmla="*/ 121920 w 1901190"/>
                    <a:gd name="connsiteY32" fmla="*/ 57150 h 2735580"/>
                    <a:gd name="connsiteX33" fmla="*/ 167640 w 1901190"/>
                    <a:gd name="connsiteY33" fmla="*/ 125730 h 2735580"/>
                    <a:gd name="connsiteX34" fmla="*/ 217170 w 1901190"/>
                    <a:gd name="connsiteY34" fmla="*/ 167640 h 2735580"/>
                    <a:gd name="connsiteX35" fmla="*/ 274320 w 1901190"/>
                    <a:gd name="connsiteY35" fmla="*/ 217170 h 2735580"/>
                    <a:gd name="connsiteX36" fmla="*/ 354330 w 1901190"/>
                    <a:gd name="connsiteY36" fmla="*/ 312420 h 2735580"/>
                    <a:gd name="connsiteX37" fmla="*/ 434340 w 1901190"/>
                    <a:gd name="connsiteY37" fmla="*/ 373380 h 2735580"/>
                    <a:gd name="connsiteX38" fmla="*/ 571500 w 1901190"/>
                    <a:gd name="connsiteY38" fmla="*/ 472440 h 2735580"/>
                    <a:gd name="connsiteX39" fmla="*/ 678180 w 1901190"/>
                    <a:gd name="connsiteY39" fmla="*/ 575310 h 2735580"/>
                    <a:gd name="connsiteX40" fmla="*/ 720090 w 1901190"/>
                    <a:gd name="connsiteY40" fmla="*/ 605790 h 2735580"/>
                    <a:gd name="connsiteX41" fmla="*/ 758190 w 1901190"/>
                    <a:gd name="connsiteY41" fmla="*/ 628650 h 2735580"/>
                    <a:gd name="connsiteX42" fmla="*/ 784860 w 1901190"/>
                    <a:gd name="connsiteY42" fmla="*/ 659130 h 2735580"/>
                    <a:gd name="connsiteX43" fmla="*/ 803910 w 1901190"/>
                    <a:gd name="connsiteY43" fmla="*/ 716280 h 2735580"/>
                    <a:gd name="connsiteX44" fmla="*/ 864870 w 1901190"/>
                    <a:gd name="connsiteY44" fmla="*/ 819150 h 2735580"/>
                    <a:gd name="connsiteX45" fmla="*/ 929640 w 1901190"/>
                    <a:gd name="connsiteY45" fmla="*/ 941070 h 2735580"/>
                    <a:gd name="connsiteX46" fmla="*/ 960120 w 1901190"/>
                    <a:gd name="connsiteY46" fmla="*/ 1040130 h 2735580"/>
                    <a:gd name="connsiteX47" fmla="*/ 1009650 w 1901190"/>
                    <a:gd name="connsiteY47" fmla="*/ 1162050 h 2735580"/>
                    <a:gd name="connsiteX48" fmla="*/ 1028700 w 1901190"/>
                    <a:gd name="connsiteY48" fmla="*/ 1257300 h 2735580"/>
                    <a:gd name="connsiteX49" fmla="*/ 1051560 w 1901190"/>
                    <a:gd name="connsiteY49" fmla="*/ 1318260 h 2735580"/>
                    <a:gd name="connsiteX50" fmla="*/ 1104900 w 1901190"/>
                    <a:gd name="connsiteY50" fmla="*/ 1363980 h 2735580"/>
                    <a:gd name="connsiteX51" fmla="*/ 1158240 w 1901190"/>
                    <a:gd name="connsiteY51" fmla="*/ 1402080 h 2735580"/>
                    <a:gd name="connsiteX52" fmla="*/ 1196340 w 1901190"/>
                    <a:gd name="connsiteY52" fmla="*/ 1428750 h 2735580"/>
                    <a:gd name="connsiteX53" fmla="*/ 1295400 w 1901190"/>
                    <a:gd name="connsiteY53" fmla="*/ 1443990 h 2735580"/>
                    <a:gd name="connsiteX54" fmla="*/ 1360170 w 1901190"/>
                    <a:gd name="connsiteY54" fmla="*/ 1463040 h 2735580"/>
                    <a:gd name="connsiteX55" fmla="*/ 1432560 w 1901190"/>
                    <a:gd name="connsiteY55" fmla="*/ 1470660 h 2735580"/>
                    <a:gd name="connsiteX56" fmla="*/ 1455420 w 1901190"/>
                    <a:gd name="connsiteY56" fmla="*/ 1493520 h 2735580"/>
                    <a:gd name="connsiteX57" fmla="*/ 1470660 w 1901190"/>
                    <a:gd name="connsiteY57" fmla="*/ 1535430 h 2735580"/>
                    <a:gd name="connsiteX58" fmla="*/ 1463040 w 1901190"/>
                    <a:gd name="connsiteY58" fmla="*/ 1596390 h 2735580"/>
                    <a:gd name="connsiteX59" fmla="*/ 1428750 w 1901190"/>
                    <a:gd name="connsiteY59" fmla="*/ 1638300 h 2735580"/>
                    <a:gd name="connsiteX60" fmla="*/ 1421130 w 1901190"/>
                    <a:gd name="connsiteY60" fmla="*/ 1687830 h 2735580"/>
                    <a:gd name="connsiteX61" fmla="*/ 1386840 w 1901190"/>
                    <a:gd name="connsiteY61" fmla="*/ 1744980 h 2735580"/>
                    <a:gd name="connsiteX62" fmla="*/ 1352550 w 1901190"/>
                    <a:gd name="connsiteY62" fmla="*/ 1798320 h 2735580"/>
                    <a:gd name="connsiteX63" fmla="*/ 1318260 w 1901190"/>
                    <a:gd name="connsiteY63" fmla="*/ 1870710 h 2735580"/>
                    <a:gd name="connsiteX64" fmla="*/ 1318260 w 1901190"/>
                    <a:gd name="connsiteY64" fmla="*/ 1908810 h 2735580"/>
                    <a:gd name="connsiteX65" fmla="*/ 1306830 w 1901190"/>
                    <a:gd name="connsiteY65" fmla="*/ 1965960 h 2735580"/>
                    <a:gd name="connsiteX66" fmla="*/ 1295400 w 1901190"/>
                    <a:gd name="connsiteY66" fmla="*/ 2045970 h 2735580"/>
                    <a:gd name="connsiteX67" fmla="*/ 1287780 w 1901190"/>
                    <a:gd name="connsiteY67" fmla="*/ 2118360 h 2735580"/>
                    <a:gd name="connsiteX68" fmla="*/ 1283970 w 1901190"/>
                    <a:gd name="connsiteY68" fmla="*/ 2167890 h 2735580"/>
                    <a:gd name="connsiteX69" fmla="*/ 1303020 w 1901190"/>
                    <a:gd name="connsiteY69" fmla="*/ 2228850 h 2735580"/>
                    <a:gd name="connsiteX70" fmla="*/ 1276350 w 1901190"/>
                    <a:gd name="connsiteY70" fmla="*/ 2251710 h 2735580"/>
                    <a:gd name="connsiteX71" fmla="*/ 1249680 w 1901190"/>
                    <a:gd name="connsiteY71" fmla="*/ 2251710 h 2735580"/>
                    <a:gd name="connsiteX72" fmla="*/ 1207770 w 1901190"/>
                    <a:gd name="connsiteY72" fmla="*/ 2244090 h 2735580"/>
                    <a:gd name="connsiteX73" fmla="*/ 1123950 w 1901190"/>
                    <a:gd name="connsiteY73" fmla="*/ 2263140 h 2735580"/>
                    <a:gd name="connsiteX74" fmla="*/ 1089660 w 1901190"/>
                    <a:gd name="connsiteY74" fmla="*/ 2266950 h 2735580"/>
                    <a:gd name="connsiteX75" fmla="*/ 1040130 w 1901190"/>
                    <a:gd name="connsiteY75" fmla="*/ 2312670 h 2735580"/>
                    <a:gd name="connsiteX76" fmla="*/ 979170 w 1901190"/>
                    <a:gd name="connsiteY76" fmla="*/ 2354580 h 2735580"/>
                    <a:gd name="connsiteX77" fmla="*/ 925830 w 1901190"/>
                    <a:gd name="connsiteY77" fmla="*/ 2434590 h 2735580"/>
                    <a:gd name="connsiteX78" fmla="*/ 902970 w 1901190"/>
                    <a:gd name="connsiteY78" fmla="*/ 2510790 h 2735580"/>
                    <a:gd name="connsiteX79" fmla="*/ 876300 w 1901190"/>
                    <a:gd name="connsiteY79" fmla="*/ 2564130 h 2735580"/>
                    <a:gd name="connsiteX80" fmla="*/ 830580 w 1901190"/>
                    <a:gd name="connsiteY80" fmla="*/ 2609850 h 2735580"/>
                    <a:gd name="connsiteX81" fmla="*/ 788670 w 1901190"/>
                    <a:gd name="connsiteY81" fmla="*/ 2693670 h 2735580"/>
                    <a:gd name="connsiteX82" fmla="*/ 765810 w 1901190"/>
                    <a:gd name="connsiteY82" fmla="*/ 2731770 h 2735580"/>
                    <a:gd name="connsiteX83" fmla="*/ 731520 w 1901190"/>
                    <a:gd name="connsiteY83" fmla="*/ 2735580 h 2735580"/>
                    <a:gd name="connsiteX84" fmla="*/ 693420 w 1901190"/>
                    <a:gd name="connsiteY84" fmla="*/ 2708910 h 2735580"/>
                    <a:gd name="connsiteX85" fmla="*/ 621030 w 1901190"/>
                    <a:gd name="connsiteY85" fmla="*/ 2686050 h 2735580"/>
                    <a:gd name="connsiteX86" fmla="*/ 590550 w 1901190"/>
                    <a:gd name="connsiteY86" fmla="*/ 2628900 h 2735580"/>
                    <a:gd name="connsiteX87" fmla="*/ 518160 w 1901190"/>
                    <a:gd name="connsiteY87" fmla="*/ 2526030 h 2735580"/>
                    <a:gd name="connsiteX88" fmla="*/ 518160 w 1901190"/>
                    <a:gd name="connsiteY88" fmla="*/ 2465070 h 2735580"/>
                    <a:gd name="connsiteX89" fmla="*/ 518160 w 1901190"/>
                    <a:gd name="connsiteY89" fmla="*/ 2392680 h 2735580"/>
                    <a:gd name="connsiteX90" fmla="*/ 499110 w 1901190"/>
                    <a:gd name="connsiteY90" fmla="*/ 2316480 h 2735580"/>
                    <a:gd name="connsiteX91" fmla="*/ 491490 w 1901190"/>
                    <a:gd name="connsiteY91" fmla="*/ 2160270 h 2735580"/>
                    <a:gd name="connsiteX92" fmla="*/ 468630 w 1901190"/>
                    <a:gd name="connsiteY92" fmla="*/ 2061210 h 2735580"/>
                    <a:gd name="connsiteX93" fmla="*/ 464820 w 1901190"/>
                    <a:gd name="connsiteY93" fmla="*/ 1973580 h 2735580"/>
                    <a:gd name="connsiteX94" fmla="*/ 476250 w 1901190"/>
                    <a:gd name="connsiteY94" fmla="*/ 1908810 h 2735580"/>
                    <a:gd name="connsiteX95" fmla="*/ 487680 w 1901190"/>
                    <a:gd name="connsiteY95" fmla="*/ 1855470 h 2735580"/>
                    <a:gd name="connsiteX96" fmla="*/ 464820 w 1901190"/>
                    <a:gd name="connsiteY96" fmla="*/ 1790700 h 2735580"/>
                    <a:gd name="connsiteX97" fmla="*/ 434340 w 1901190"/>
                    <a:gd name="connsiteY97" fmla="*/ 1775460 h 2735580"/>
                    <a:gd name="connsiteX98" fmla="*/ 407670 w 1901190"/>
                    <a:gd name="connsiteY98" fmla="*/ 1706880 h 2735580"/>
                    <a:gd name="connsiteX99" fmla="*/ 373380 w 1901190"/>
                    <a:gd name="connsiteY99" fmla="*/ 1645920 h 2735580"/>
                    <a:gd name="connsiteX100" fmla="*/ 342900 w 1901190"/>
                    <a:gd name="connsiteY100" fmla="*/ 1623060 h 2735580"/>
                    <a:gd name="connsiteX101" fmla="*/ 270510 w 1901190"/>
                    <a:gd name="connsiteY101" fmla="*/ 1581150 h 2735580"/>
                    <a:gd name="connsiteX102" fmla="*/ 217170 w 1901190"/>
                    <a:gd name="connsiteY102" fmla="*/ 1531620 h 2735580"/>
                    <a:gd name="connsiteX103" fmla="*/ 175260 w 1901190"/>
                    <a:gd name="connsiteY103" fmla="*/ 1497330 h 2735580"/>
                    <a:gd name="connsiteX104" fmla="*/ 102870 w 1901190"/>
                    <a:gd name="connsiteY104" fmla="*/ 1455420 h 2735580"/>
                    <a:gd name="connsiteX105" fmla="*/ 68580 w 1901190"/>
                    <a:gd name="connsiteY105" fmla="*/ 1455420 h 2735580"/>
                    <a:gd name="connsiteX106" fmla="*/ 40005 w 1901190"/>
                    <a:gd name="connsiteY106" fmla="*/ 1424940 h 2735580"/>
                    <a:gd name="connsiteX107" fmla="*/ 15240 w 1901190"/>
                    <a:gd name="connsiteY107" fmla="*/ 1379220 h 2735580"/>
                    <a:gd name="connsiteX108" fmla="*/ 30480 w 1901190"/>
                    <a:gd name="connsiteY108" fmla="*/ 1348740 h 2735580"/>
                    <a:gd name="connsiteX109" fmla="*/ 34290 w 1901190"/>
                    <a:gd name="connsiteY109" fmla="*/ 1276350 h 2735580"/>
                    <a:gd name="connsiteX110" fmla="*/ 19050 w 1901190"/>
                    <a:gd name="connsiteY110" fmla="*/ 1203960 h 2735580"/>
                    <a:gd name="connsiteX111" fmla="*/ 41910 w 1901190"/>
                    <a:gd name="connsiteY111" fmla="*/ 1154430 h 2735580"/>
                    <a:gd name="connsiteX112" fmla="*/ 87630 w 1901190"/>
                    <a:gd name="connsiteY112" fmla="*/ 1112520 h 2735580"/>
                    <a:gd name="connsiteX113" fmla="*/ 137160 w 1901190"/>
                    <a:gd name="connsiteY113" fmla="*/ 1097280 h 2735580"/>
                    <a:gd name="connsiteX114" fmla="*/ 179070 w 1901190"/>
                    <a:gd name="connsiteY114" fmla="*/ 1093470 h 2735580"/>
                    <a:gd name="connsiteX115" fmla="*/ 255270 w 1901190"/>
                    <a:gd name="connsiteY115" fmla="*/ 1093470 h 2735580"/>
                    <a:gd name="connsiteX116" fmla="*/ 308610 w 1901190"/>
                    <a:gd name="connsiteY116" fmla="*/ 1078230 h 2735580"/>
                    <a:gd name="connsiteX117" fmla="*/ 320040 w 1901190"/>
                    <a:gd name="connsiteY117" fmla="*/ 1032510 h 2735580"/>
                    <a:gd name="connsiteX118" fmla="*/ 361950 w 1901190"/>
                    <a:gd name="connsiteY118" fmla="*/ 963930 h 2735580"/>
                    <a:gd name="connsiteX119" fmla="*/ 396240 w 1901190"/>
                    <a:gd name="connsiteY119" fmla="*/ 902970 h 2735580"/>
                    <a:gd name="connsiteX120" fmla="*/ 419100 w 1901190"/>
                    <a:gd name="connsiteY120" fmla="*/ 830580 h 2735580"/>
                    <a:gd name="connsiteX121" fmla="*/ 426720 w 1901190"/>
                    <a:gd name="connsiteY121" fmla="*/ 781050 h 2735580"/>
                    <a:gd name="connsiteX122" fmla="*/ 392430 w 1901190"/>
                    <a:gd name="connsiteY122" fmla="*/ 716280 h 2735580"/>
                    <a:gd name="connsiteX123" fmla="*/ 384810 w 1901190"/>
                    <a:gd name="connsiteY123" fmla="*/ 647700 h 2735580"/>
                    <a:gd name="connsiteX124" fmla="*/ 365760 w 1901190"/>
                    <a:gd name="connsiteY124" fmla="*/ 552450 h 2735580"/>
                    <a:gd name="connsiteX125" fmla="*/ 369570 w 1901190"/>
                    <a:gd name="connsiteY125" fmla="*/ 499110 h 2735580"/>
                    <a:gd name="connsiteX126" fmla="*/ 354330 w 1901190"/>
                    <a:gd name="connsiteY126" fmla="*/ 457200 h 2735580"/>
                    <a:gd name="connsiteX127" fmla="*/ 312420 w 1901190"/>
                    <a:gd name="connsiteY127" fmla="*/ 438150 h 2735580"/>
                    <a:gd name="connsiteX128" fmla="*/ 293370 w 1901190"/>
                    <a:gd name="connsiteY128" fmla="*/ 411480 h 2735580"/>
                    <a:gd name="connsiteX129" fmla="*/ 220980 w 1901190"/>
                    <a:gd name="connsiteY129" fmla="*/ 365760 h 2735580"/>
                    <a:gd name="connsiteX130" fmla="*/ 121920 w 1901190"/>
                    <a:gd name="connsiteY130" fmla="*/ 300990 h 2735580"/>
                    <a:gd name="connsiteX131" fmla="*/ 72390 w 1901190"/>
                    <a:gd name="connsiteY131" fmla="*/ 247650 h 2735580"/>
                    <a:gd name="connsiteX132" fmla="*/ 53340 w 1901190"/>
                    <a:gd name="connsiteY132" fmla="*/ 217170 h 2735580"/>
                    <a:gd name="connsiteX133" fmla="*/ 49530 w 1901190"/>
                    <a:gd name="connsiteY133" fmla="*/ 163830 h 2735580"/>
                    <a:gd name="connsiteX134" fmla="*/ 38100 w 1901190"/>
                    <a:gd name="connsiteY134" fmla="*/ 118110 h 2735580"/>
                    <a:gd name="connsiteX135" fmla="*/ 11430 w 1901190"/>
                    <a:gd name="connsiteY135" fmla="*/ 49530 h 2735580"/>
                    <a:gd name="connsiteX136" fmla="*/ 0 w 1901190"/>
                    <a:gd name="connsiteY136" fmla="*/ 3810 h 273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1901190" h="2735580">
                      <a:moveTo>
                        <a:pt x="1203960" y="803910"/>
                      </a:moveTo>
                      <a:lnTo>
                        <a:pt x="1280160" y="819150"/>
                      </a:lnTo>
                      <a:lnTo>
                        <a:pt x="1352550" y="853440"/>
                      </a:lnTo>
                      <a:lnTo>
                        <a:pt x="1405890" y="876300"/>
                      </a:lnTo>
                      <a:lnTo>
                        <a:pt x="1497330" y="895350"/>
                      </a:lnTo>
                      <a:lnTo>
                        <a:pt x="1596390" y="941070"/>
                      </a:lnTo>
                      <a:lnTo>
                        <a:pt x="1684020" y="979170"/>
                      </a:lnTo>
                      <a:lnTo>
                        <a:pt x="1802130" y="1036320"/>
                      </a:lnTo>
                      <a:lnTo>
                        <a:pt x="1832610" y="1074420"/>
                      </a:lnTo>
                      <a:lnTo>
                        <a:pt x="1844040" y="1108710"/>
                      </a:lnTo>
                      <a:lnTo>
                        <a:pt x="1874520" y="1173480"/>
                      </a:lnTo>
                      <a:lnTo>
                        <a:pt x="1897380" y="1223010"/>
                      </a:lnTo>
                      <a:lnTo>
                        <a:pt x="1901190" y="1287780"/>
                      </a:lnTo>
                      <a:lnTo>
                        <a:pt x="1889760" y="1337310"/>
                      </a:lnTo>
                      <a:lnTo>
                        <a:pt x="1863090" y="1348740"/>
                      </a:lnTo>
                      <a:lnTo>
                        <a:pt x="1809750" y="1348740"/>
                      </a:lnTo>
                      <a:lnTo>
                        <a:pt x="1752600" y="1371600"/>
                      </a:lnTo>
                      <a:lnTo>
                        <a:pt x="1695450" y="1386840"/>
                      </a:lnTo>
                      <a:lnTo>
                        <a:pt x="1638300" y="1371600"/>
                      </a:lnTo>
                      <a:lnTo>
                        <a:pt x="1554480" y="1375410"/>
                      </a:lnTo>
                      <a:lnTo>
                        <a:pt x="1466850" y="1363980"/>
                      </a:lnTo>
                      <a:lnTo>
                        <a:pt x="1264920" y="1283970"/>
                      </a:lnTo>
                      <a:lnTo>
                        <a:pt x="1203960" y="1253490"/>
                      </a:lnTo>
                      <a:lnTo>
                        <a:pt x="1169670" y="1207770"/>
                      </a:lnTo>
                      <a:lnTo>
                        <a:pt x="1120140" y="1146810"/>
                      </a:lnTo>
                      <a:lnTo>
                        <a:pt x="1097280" y="1078230"/>
                      </a:lnTo>
                      <a:lnTo>
                        <a:pt x="1059180" y="944880"/>
                      </a:lnTo>
                      <a:lnTo>
                        <a:pt x="1040130" y="891540"/>
                      </a:lnTo>
                      <a:lnTo>
                        <a:pt x="1040130" y="857250"/>
                      </a:lnTo>
                      <a:lnTo>
                        <a:pt x="1074420" y="838200"/>
                      </a:lnTo>
                      <a:close/>
                      <a:moveTo>
                        <a:pt x="26670" y="0"/>
                      </a:moveTo>
                      <a:lnTo>
                        <a:pt x="60960" y="22860"/>
                      </a:lnTo>
                      <a:lnTo>
                        <a:pt x="121920" y="57150"/>
                      </a:lnTo>
                      <a:lnTo>
                        <a:pt x="167640" y="125730"/>
                      </a:lnTo>
                      <a:lnTo>
                        <a:pt x="217170" y="167640"/>
                      </a:lnTo>
                      <a:lnTo>
                        <a:pt x="274320" y="217170"/>
                      </a:lnTo>
                      <a:lnTo>
                        <a:pt x="354330" y="312420"/>
                      </a:lnTo>
                      <a:lnTo>
                        <a:pt x="434340" y="373380"/>
                      </a:lnTo>
                      <a:lnTo>
                        <a:pt x="571500" y="472440"/>
                      </a:lnTo>
                      <a:lnTo>
                        <a:pt x="678180" y="575310"/>
                      </a:lnTo>
                      <a:lnTo>
                        <a:pt x="720090" y="605790"/>
                      </a:lnTo>
                      <a:lnTo>
                        <a:pt x="758190" y="628650"/>
                      </a:lnTo>
                      <a:lnTo>
                        <a:pt x="784860" y="659130"/>
                      </a:lnTo>
                      <a:lnTo>
                        <a:pt x="803910" y="716280"/>
                      </a:lnTo>
                      <a:lnTo>
                        <a:pt x="864870" y="819150"/>
                      </a:lnTo>
                      <a:lnTo>
                        <a:pt x="929640" y="941070"/>
                      </a:lnTo>
                      <a:lnTo>
                        <a:pt x="960120" y="1040130"/>
                      </a:lnTo>
                      <a:lnTo>
                        <a:pt x="1009650" y="1162050"/>
                      </a:lnTo>
                      <a:lnTo>
                        <a:pt x="1028700" y="1257300"/>
                      </a:lnTo>
                      <a:lnTo>
                        <a:pt x="1051560" y="1318260"/>
                      </a:lnTo>
                      <a:lnTo>
                        <a:pt x="1104900" y="1363980"/>
                      </a:lnTo>
                      <a:lnTo>
                        <a:pt x="1158240" y="1402080"/>
                      </a:lnTo>
                      <a:lnTo>
                        <a:pt x="1196340" y="1428750"/>
                      </a:lnTo>
                      <a:lnTo>
                        <a:pt x="1295400" y="1443990"/>
                      </a:lnTo>
                      <a:lnTo>
                        <a:pt x="1360170" y="1463040"/>
                      </a:lnTo>
                      <a:lnTo>
                        <a:pt x="1432560" y="1470660"/>
                      </a:lnTo>
                      <a:lnTo>
                        <a:pt x="1455420" y="1493520"/>
                      </a:lnTo>
                      <a:lnTo>
                        <a:pt x="1470660" y="1535430"/>
                      </a:lnTo>
                      <a:lnTo>
                        <a:pt x="1463040" y="1596390"/>
                      </a:lnTo>
                      <a:lnTo>
                        <a:pt x="1428750" y="1638300"/>
                      </a:lnTo>
                      <a:lnTo>
                        <a:pt x="1421130" y="1687830"/>
                      </a:lnTo>
                      <a:lnTo>
                        <a:pt x="1386840" y="1744980"/>
                      </a:lnTo>
                      <a:lnTo>
                        <a:pt x="1352550" y="1798320"/>
                      </a:lnTo>
                      <a:lnTo>
                        <a:pt x="1318260" y="1870710"/>
                      </a:lnTo>
                      <a:lnTo>
                        <a:pt x="1318260" y="1908810"/>
                      </a:lnTo>
                      <a:lnTo>
                        <a:pt x="1306830" y="1965960"/>
                      </a:lnTo>
                      <a:lnTo>
                        <a:pt x="1295400" y="2045970"/>
                      </a:lnTo>
                      <a:lnTo>
                        <a:pt x="1287780" y="2118360"/>
                      </a:lnTo>
                      <a:lnTo>
                        <a:pt x="1283970" y="2167890"/>
                      </a:lnTo>
                      <a:lnTo>
                        <a:pt x="1303020" y="2228850"/>
                      </a:lnTo>
                      <a:lnTo>
                        <a:pt x="1276350" y="2251710"/>
                      </a:lnTo>
                      <a:lnTo>
                        <a:pt x="1249680" y="2251710"/>
                      </a:lnTo>
                      <a:lnTo>
                        <a:pt x="1207770" y="2244090"/>
                      </a:lnTo>
                      <a:lnTo>
                        <a:pt x="1123950" y="2263140"/>
                      </a:lnTo>
                      <a:lnTo>
                        <a:pt x="1089660" y="2266950"/>
                      </a:lnTo>
                      <a:lnTo>
                        <a:pt x="1040130" y="2312670"/>
                      </a:lnTo>
                      <a:lnTo>
                        <a:pt x="979170" y="2354580"/>
                      </a:lnTo>
                      <a:lnTo>
                        <a:pt x="925830" y="2434590"/>
                      </a:lnTo>
                      <a:lnTo>
                        <a:pt x="902970" y="2510790"/>
                      </a:lnTo>
                      <a:lnTo>
                        <a:pt x="876300" y="2564130"/>
                      </a:lnTo>
                      <a:lnTo>
                        <a:pt x="830580" y="2609850"/>
                      </a:lnTo>
                      <a:lnTo>
                        <a:pt x="788670" y="2693670"/>
                      </a:lnTo>
                      <a:lnTo>
                        <a:pt x="765810" y="2731770"/>
                      </a:lnTo>
                      <a:lnTo>
                        <a:pt x="731520" y="2735580"/>
                      </a:lnTo>
                      <a:lnTo>
                        <a:pt x="693420" y="2708910"/>
                      </a:lnTo>
                      <a:lnTo>
                        <a:pt x="621030" y="2686050"/>
                      </a:lnTo>
                      <a:lnTo>
                        <a:pt x="590550" y="2628900"/>
                      </a:lnTo>
                      <a:lnTo>
                        <a:pt x="518160" y="2526030"/>
                      </a:lnTo>
                      <a:lnTo>
                        <a:pt x="518160" y="2465070"/>
                      </a:lnTo>
                      <a:lnTo>
                        <a:pt x="518160" y="2392680"/>
                      </a:lnTo>
                      <a:lnTo>
                        <a:pt x="499110" y="2316480"/>
                      </a:lnTo>
                      <a:lnTo>
                        <a:pt x="491490" y="2160270"/>
                      </a:lnTo>
                      <a:lnTo>
                        <a:pt x="468630" y="2061210"/>
                      </a:lnTo>
                      <a:lnTo>
                        <a:pt x="464820" y="1973580"/>
                      </a:lnTo>
                      <a:lnTo>
                        <a:pt x="476250" y="1908810"/>
                      </a:lnTo>
                      <a:lnTo>
                        <a:pt x="487680" y="1855470"/>
                      </a:lnTo>
                      <a:lnTo>
                        <a:pt x="464820" y="1790700"/>
                      </a:lnTo>
                      <a:lnTo>
                        <a:pt x="434340" y="1775460"/>
                      </a:lnTo>
                      <a:lnTo>
                        <a:pt x="407670" y="1706880"/>
                      </a:lnTo>
                      <a:lnTo>
                        <a:pt x="373380" y="1645920"/>
                      </a:lnTo>
                      <a:lnTo>
                        <a:pt x="342900" y="1623060"/>
                      </a:lnTo>
                      <a:lnTo>
                        <a:pt x="270510" y="1581150"/>
                      </a:lnTo>
                      <a:lnTo>
                        <a:pt x="217170" y="1531620"/>
                      </a:lnTo>
                      <a:lnTo>
                        <a:pt x="175260" y="1497330"/>
                      </a:lnTo>
                      <a:lnTo>
                        <a:pt x="102870" y="1455420"/>
                      </a:lnTo>
                      <a:lnTo>
                        <a:pt x="68580" y="1455420"/>
                      </a:lnTo>
                      <a:lnTo>
                        <a:pt x="40005" y="1424940"/>
                      </a:lnTo>
                      <a:lnTo>
                        <a:pt x="15240" y="1379220"/>
                      </a:lnTo>
                      <a:lnTo>
                        <a:pt x="30480" y="1348740"/>
                      </a:lnTo>
                      <a:lnTo>
                        <a:pt x="34290" y="1276350"/>
                      </a:lnTo>
                      <a:lnTo>
                        <a:pt x="19050" y="1203960"/>
                      </a:lnTo>
                      <a:lnTo>
                        <a:pt x="41910" y="1154430"/>
                      </a:lnTo>
                      <a:lnTo>
                        <a:pt x="87630" y="1112520"/>
                      </a:lnTo>
                      <a:lnTo>
                        <a:pt x="137160" y="1097280"/>
                      </a:lnTo>
                      <a:lnTo>
                        <a:pt x="179070" y="1093470"/>
                      </a:lnTo>
                      <a:lnTo>
                        <a:pt x="255270" y="1093470"/>
                      </a:lnTo>
                      <a:lnTo>
                        <a:pt x="308610" y="1078230"/>
                      </a:lnTo>
                      <a:lnTo>
                        <a:pt x="320040" y="1032510"/>
                      </a:lnTo>
                      <a:lnTo>
                        <a:pt x="361950" y="963930"/>
                      </a:lnTo>
                      <a:lnTo>
                        <a:pt x="396240" y="902970"/>
                      </a:lnTo>
                      <a:lnTo>
                        <a:pt x="419100" y="830580"/>
                      </a:lnTo>
                      <a:lnTo>
                        <a:pt x="426720" y="781050"/>
                      </a:lnTo>
                      <a:lnTo>
                        <a:pt x="392430" y="716280"/>
                      </a:lnTo>
                      <a:lnTo>
                        <a:pt x="384810" y="647700"/>
                      </a:lnTo>
                      <a:lnTo>
                        <a:pt x="365760" y="552450"/>
                      </a:lnTo>
                      <a:lnTo>
                        <a:pt x="369570" y="499110"/>
                      </a:lnTo>
                      <a:lnTo>
                        <a:pt x="354330" y="457200"/>
                      </a:lnTo>
                      <a:lnTo>
                        <a:pt x="312420" y="438150"/>
                      </a:lnTo>
                      <a:lnTo>
                        <a:pt x="293370" y="411480"/>
                      </a:lnTo>
                      <a:lnTo>
                        <a:pt x="220980" y="365760"/>
                      </a:lnTo>
                      <a:lnTo>
                        <a:pt x="121920" y="300990"/>
                      </a:lnTo>
                      <a:lnTo>
                        <a:pt x="72390" y="247650"/>
                      </a:lnTo>
                      <a:lnTo>
                        <a:pt x="53340" y="217170"/>
                      </a:lnTo>
                      <a:lnTo>
                        <a:pt x="49530" y="163830"/>
                      </a:lnTo>
                      <a:lnTo>
                        <a:pt x="38100" y="118110"/>
                      </a:lnTo>
                      <a:lnTo>
                        <a:pt x="11430" y="49530"/>
                      </a:lnTo>
                      <a:lnTo>
                        <a:pt x="0" y="38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2" name="양천구">
                  <a:extLst>
                    <a:ext uri="{FF2B5EF4-FFF2-40B4-BE49-F238E27FC236}">
                      <a16:creationId xmlns:a16="http://schemas.microsoft.com/office/drawing/2014/main" id="{045D4A37-54E4-E9F7-C64A-C131A460FD3B}"/>
                    </a:ext>
                  </a:extLst>
                </p:cNvPr>
                <p:cNvSpPr/>
                <p:nvPr/>
              </p:nvSpPr>
              <p:spPr>
                <a:xfrm>
                  <a:off x="-2186940" y="7482840"/>
                  <a:ext cx="2265680" cy="1930400"/>
                </a:xfrm>
                <a:custGeom>
                  <a:avLst/>
                  <a:gdLst>
                    <a:gd name="connsiteX0" fmla="*/ 1887220 w 2265680"/>
                    <a:gd name="connsiteY0" fmla="*/ 187960 h 1930400"/>
                    <a:gd name="connsiteX1" fmla="*/ 1772920 w 2265680"/>
                    <a:gd name="connsiteY1" fmla="*/ 205740 h 1930400"/>
                    <a:gd name="connsiteX2" fmla="*/ 1724660 w 2265680"/>
                    <a:gd name="connsiteY2" fmla="*/ 203200 h 1930400"/>
                    <a:gd name="connsiteX3" fmla="*/ 1699260 w 2265680"/>
                    <a:gd name="connsiteY3" fmla="*/ 187960 h 1930400"/>
                    <a:gd name="connsiteX4" fmla="*/ 1661160 w 2265680"/>
                    <a:gd name="connsiteY4" fmla="*/ 177800 h 1930400"/>
                    <a:gd name="connsiteX5" fmla="*/ 1600200 w 2265680"/>
                    <a:gd name="connsiteY5" fmla="*/ 142240 h 1930400"/>
                    <a:gd name="connsiteX6" fmla="*/ 1587500 w 2265680"/>
                    <a:gd name="connsiteY6" fmla="*/ 116840 h 1930400"/>
                    <a:gd name="connsiteX7" fmla="*/ 1562100 w 2265680"/>
                    <a:gd name="connsiteY7" fmla="*/ 121920 h 1930400"/>
                    <a:gd name="connsiteX8" fmla="*/ 1516380 w 2265680"/>
                    <a:gd name="connsiteY8" fmla="*/ 91440 h 1930400"/>
                    <a:gd name="connsiteX9" fmla="*/ 1478280 w 2265680"/>
                    <a:gd name="connsiteY9" fmla="*/ 53340 h 1930400"/>
                    <a:gd name="connsiteX10" fmla="*/ 1452880 w 2265680"/>
                    <a:gd name="connsiteY10" fmla="*/ 12700 h 1930400"/>
                    <a:gd name="connsiteX11" fmla="*/ 1445260 w 2265680"/>
                    <a:gd name="connsiteY11" fmla="*/ 5080 h 1930400"/>
                    <a:gd name="connsiteX12" fmla="*/ 1427480 w 2265680"/>
                    <a:gd name="connsiteY12" fmla="*/ 0 h 1930400"/>
                    <a:gd name="connsiteX13" fmla="*/ 1412240 w 2265680"/>
                    <a:gd name="connsiteY13" fmla="*/ 20320 h 1930400"/>
                    <a:gd name="connsiteX14" fmla="*/ 1412240 w 2265680"/>
                    <a:gd name="connsiteY14" fmla="*/ 60960 h 1930400"/>
                    <a:gd name="connsiteX15" fmla="*/ 1424940 w 2265680"/>
                    <a:gd name="connsiteY15" fmla="*/ 154940 h 1930400"/>
                    <a:gd name="connsiteX16" fmla="*/ 1422400 w 2265680"/>
                    <a:gd name="connsiteY16" fmla="*/ 203200 h 1930400"/>
                    <a:gd name="connsiteX17" fmla="*/ 1422400 w 2265680"/>
                    <a:gd name="connsiteY17" fmla="*/ 246380 h 1930400"/>
                    <a:gd name="connsiteX18" fmla="*/ 1430020 w 2265680"/>
                    <a:gd name="connsiteY18" fmla="*/ 276860 h 1930400"/>
                    <a:gd name="connsiteX19" fmla="*/ 1460500 w 2265680"/>
                    <a:gd name="connsiteY19" fmla="*/ 294640 h 1930400"/>
                    <a:gd name="connsiteX20" fmla="*/ 1490980 w 2265680"/>
                    <a:gd name="connsiteY20" fmla="*/ 314960 h 1930400"/>
                    <a:gd name="connsiteX21" fmla="*/ 1501140 w 2265680"/>
                    <a:gd name="connsiteY21" fmla="*/ 353060 h 1930400"/>
                    <a:gd name="connsiteX22" fmla="*/ 1498600 w 2265680"/>
                    <a:gd name="connsiteY22" fmla="*/ 403860 h 1930400"/>
                    <a:gd name="connsiteX23" fmla="*/ 1468120 w 2265680"/>
                    <a:gd name="connsiteY23" fmla="*/ 421640 h 1930400"/>
                    <a:gd name="connsiteX24" fmla="*/ 1445260 w 2265680"/>
                    <a:gd name="connsiteY24" fmla="*/ 464820 h 1930400"/>
                    <a:gd name="connsiteX25" fmla="*/ 1430020 w 2265680"/>
                    <a:gd name="connsiteY25" fmla="*/ 502920 h 1930400"/>
                    <a:gd name="connsiteX26" fmla="*/ 1437640 w 2265680"/>
                    <a:gd name="connsiteY26" fmla="*/ 558800 h 1930400"/>
                    <a:gd name="connsiteX27" fmla="*/ 1437640 w 2265680"/>
                    <a:gd name="connsiteY27" fmla="*/ 657860 h 1930400"/>
                    <a:gd name="connsiteX28" fmla="*/ 1430020 w 2265680"/>
                    <a:gd name="connsiteY28" fmla="*/ 741680 h 1930400"/>
                    <a:gd name="connsiteX29" fmla="*/ 1437640 w 2265680"/>
                    <a:gd name="connsiteY29" fmla="*/ 797560 h 1930400"/>
                    <a:gd name="connsiteX30" fmla="*/ 1437640 w 2265680"/>
                    <a:gd name="connsiteY30" fmla="*/ 840740 h 1930400"/>
                    <a:gd name="connsiteX31" fmla="*/ 1414780 w 2265680"/>
                    <a:gd name="connsiteY31" fmla="*/ 868680 h 1930400"/>
                    <a:gd name="connsiteX32" fmla="*/ 1348740 w 2265680"/>
                    <a:gd name="connsiteY32" fmla="*/ 868680 h 1930400"/>
                    <a:gd name="connsiteX33" fmla="*/ 1277620 w 2265680"/>
                    <a:gd name="connsiteY33" fmla="*/ 873760 h 1930400"/>
                    <a:gd name="connsiteX34" fmla="*/ 1183640 w 2265680"/>
                    <a:gd name="connsiteY34" fmla="*/ 894080 h 1930400"/>
                    <a:gd name="connsiteX35" fmla="*/ 1084580 w 2265680"/>
                    <a:gd name="connsiteY35" fmla="*/ 916940 h 1930400"/>
                    <a:gd name="connsiteX36" fmla="*/ 985520 w 2265680"/>
                    <a:gd name="connsiteY36" fmla="*/ 955040 h 1930400"/>
                    <a:gd name="connsiteX37" fmla="*/ 901700 w 2265680"/>
                    <a:gd name="connsiteY37" fmla="*/ 995680 h 1930400"/>
                    <a:gd name="connsiteX38" fmla="*/ 840740 w 2265680"/>
                    <a:gd name="connsiteY38" fmla="*/ 1026160 h 1930400"/>
                    <a:gd name="connsiteX39" fmla="*/ 795020 w 2265680"/>
                    <a:gd name="connsiteY39" fmla="*/ 1051560 h 1930400"/>
                    <a:gd name="connsiteX40" fmla="*/ 741680 w 2265680"/>
                    <a:gd name="connsiteY40" fmla="*/ 1051560 h 1930400"/>
                    <a:gd name="connsiteX41" fmla="*/ 690880 w 2265680"/>
                    <a:gd name="connsiteY41" fmla="*/ 1038860 h 1930400"/>
                    <a:gd name="connsiteX42" fmla="*/ 637540 w 2265680"/>
                    <a:gd name="connsiteY42" fmla="*/ 1026160 h 1930400"/>
                    <a:gd name="connsiteX43" fmla="*/ 584200 w 2265680"/>
                    <a:gd name="connsiteY43" fmla="*/ 1003300 h 1930400"/>
                    <a:gd name="connsiteX44" fmla="*/ 553720 w 2265680"/>
                    <a:gd name="connsiteY44" fmla="*/ 962660 h 1930400"/>
                    <a:gd name="connsiteX45" fmla="*/ 551180 w 2265680"/>
                    <a:gd name="connsiteY45" fmla="*/ 919480 h 1930400"/>
                    <a:gd name="connsiteX46" fmla="*/ 535940 w 2265680"/>
                    <a:gd name="connsiteY46" fmla="*/ 891540 h 1930400"/>
                    <a:gd name="connsiteX47" fmla="*/ 528320 w 2265680"/>
                    <a:gd name="connsiteY47" fmla="*/ 835660 h 1930400"/>
                    <a:gd name="connsiteX48" fmla="*/ 508000 w 2265680"/>
                    <a:gd name="connsiteY48" fmla="*/ 802640 h 1930400"/>
                    <a:gd name="connsiteX49" fmla="*/ 464820 w 2265680"/>
                    <a:gd name="connsiteY49" fmla="*/ 751840 h 1930400"/>
                    <a:gd name="connsiteX50" fmla="*/ 431800 w 2265680"/>
                    <a:gd name="connsiteY50" fmla="*/ 695960 h 1930400"/>
                    <a:gd name="connsiteX51" fmla="*/ 398780 w 2265680"/>
                    <a:gd name="connsiteY51" fmla="*/ 665480 h 1930400"/>
                    <a:gd name="connsiteX52" fmla="*/ 393700 w 2265680"/>
                    <a:gd name="connsiteY52" fmla="*/ 627380 h 1930400"/>
                    <a:gd name="connsiteX53" fmla="*/ 381000 w 2265680"/>
                    <a:gd name="connsiteY53" fmla="*/ 584200 h 1930400"/>
                    <a:gd name="connsiteX54" fmla="*/ 396240 w 2265680"/>
                    <a:gd name="connsiteY54" fmla="*/ 548640 h 1930400"/>
                    <a:gd name="connsiteX55" fmla="*/ 426720 w 2265680"/>
                    <a:gd name="connsiteY55" fmla="*/ 530860 h 1930400"/>
                    <a:gd name="connsiteX56" fmla="*/ 426720 w 2265680"/>
                    <a:gd name="connsiteY56" fmla="*/ 502920 h 1930400"/>
                    <a:gd name="connsiteX57" fmla="*/ 426720 w 2265680"/>
                    <a:gd name="connsiteY57" fmla="*/ 467360 h 1930400"/>
                    <a:gd name="connsiteX58" fmla="*/ 403860 w 2265680"/>
                    <a:gd name="connsiteY58" fmla="*/ 411480 h 1930400"/>
                    <a:gd name="connsiteX59" fmla="*/ 386080 w 2265680"/>
                    <a:gd name="connsiteY59" fmla="*/ 381000 h 1930400"/>
                    <a:gd name="connsiteX60" fmla="*/ 350520 w 2265680"/>
                    <a:gd name="connsiteY60" fmla="*/ 381000 h 1930400"/>
                    <a:gd name="connsiteX61" fmla="*/ 304800 w 2265680"/>
                    <a:gd name="connsiteY61" fmla="*/ 391160 h 1930400"/>
                    <a:gd name="connsiteX62" fmla="*/ 279400 w 2265680"/>
                    <a:gd name="connsiteY62" fmla="*/ 381000 h 1930400"/>
                    <a:gd name="connsiteX63" fmla="*/ 264160 w 2265680"/>
                    <a:gd name="connsiteY63" fmla="*/ 358140 h 1930400"/>
                    <a:gd name="connsiteX64" fmla="*/ 264160 w 2265680"/>
                    <a:gd name="connsiteY64" fmla="*/ 304800 h 1930400"/>
                    <a:gd name="connsiteX65" fmla="*/ 266700 w 2265680"/>
                    <a:gd name="connsiteY65" fmla="*/ 276860 h 1930400"/>
                    <a:gd name="connsiteX66" fmla="*/ 276860 w 2265680"/>
                    <a:gd name="connsiteY66" fmla="*/ 251460 h 1930400"/>
                    <a:gd name="connsiteX67" fmla="*/ 307340 w 2265680"/>
                    <a:gd name="connsiteY67" fmla="*/ 238760 h 1930400"/>
                    <a:gd name="connsiteX68" fmla="*/ 317500 w 2265680"/>
                    <a:gd name="connsiteY68" fmla="*/ 223520 h 1930400"/>
                    <a:gd name="connsiteX69" fmla="*/ 302260 w 2265680"/>
                    <a:gd name="connsiteY69" fmla="*/ 203200 h 1930400"/>
                    <a:gd name="connsiteX70" fmla="*/ 264160 w 2265680"/>
                    <a:gd name="connsiteY70" fmla="*/ 193040 h 1930400"/>
                    <a:gd name="connsiteX71" fmla="*/ 238760 w 2265680"/>
                    <a:gd name="connsiteY71" fmla="*/ 215900 h 1930400"/>
                    <a:gd name="connsiteX72" fmla="*/ 236220 w 2265680"/>
                    <a:gd name="connsiteY72" fmla="*/ 251460 h 1930400"/>
                    <a:gd name="connsiteX73" fmla="*/ 220980 w 2265680"/>
                    <a:gd name="connsiteY73" fmla="*/ 276860 h 1930400"/>
                    <a:gd name="connsiteX74" fmla="*/ 205740 w 2265680"/>
                    <a:gd name="connsiteY74" fmla="*/ 309880 h 1930400"/>
                    <a:gd name="connsiteX75" fmla="*/ 213360 w 2265680"/>
                    <a:gd name="connsiteY75" fmla="*/ 378460 h 1930400"/>
                    <a:gd name="connsiteX76" fmla="*/ 213360 w 2265680"/>
                    <a:gd name="connsiteY76" fmla="*/ 414020 h 1930400"/>
                    <a:gd name="connsiteX77" fmla="*/ 203200 w 2265680"/>
                    <a:gd name="connsiteY77" fmla="*/ 434340 h 1930400"/>
                    <a:gd name="connsiteX78" fmla="*/ 185420 w 2265680"/>
                    <a:gd name="connsiteY78" fmla="*/ 439420 h 1930400"/>
                    <a:gd name="connsiteX79" fmla="*/ 109220 w 2265680"/>
                    <a:gd name="connsiteY79" fmla="*/ 444500 h 1930400"/>
                    <a:gd name="connsiteX80" fmla="*/ 71120 w 2265680"/>
                    <a:gd name="connsiteY80" fmla="*/ 436880 h 1930400"/>
                    <a:gd name="connsiteX81" fmla="*/ 33020 w 2265680"/>
                    <a:gd name="connsiteY81" fmla="*/ 431800 h 1930400"/>
                    <a:gd name="connsiteX82" fmla="*/ 2540 w 2265680"/>
                    <a:gd name="connsiteY82" fmla="*/ 447040 h 1930400"/>
                    <a:gd name="connsiteX83" fmla="*/ 0 w 2265680"/>
                    <a:gd name="connsiteY83" fmla="*/ 495300 h 1930400"/>
                    <a:gd name="connsiteX84" fmla="*/ 20320 w 2265680"/>
                    <a:gd name="connsiteY84" fmla="*/ 546100 h 1930400"/>
                    <a:gd name="connsiteX85" fmla="*/ 45720 w 2265680"/>
                    <a:gd name="connsiteY85" fmla="*/ 629920 h 1930400"/>
                    <a:gd name="connsiteX86" fmla="*/ 60960 w 2265680"/>
                    <a:gd name="connsiteY86" fmla="*/ 670560 h 1930400"/>
                    <a:gd name="connsiteX87" fmla="*/ 114300 w 2265680"/>
                    <a:gd name="connsiteY87" fmla="*/ 718820 h 1930400"/>
                    <a:gd name="connsiteX88" fmla="*/ 226060 w 2265680"/>
                    <a:gd name="connsiteY88" fmla="*/ 840740 h 1930400"/>
                    <a:gd name="connsiteX89" fmla="*/ 251460 w 2265680"/>
                    <a:gd name="connsiteY89" fmla="*/ 876300 h 1930400"/>
                    <a:gd name="connsiteX90" fmla="*/ 269240 w 2265680"/>
                    <a:gd name="connsiteY90" fmla="*/ 901700 h 1930400"/>
                    <a:gd name="connsiteX91" fmla="*/ 271780 w 2265680"/>
                    <a:gd name="connsiteY91" fmla="*/ 939800 h 1930400"/>
                    <a:gd name="connsiteX92" fmla="*/ 233680 w 2265680"/>
                    <a:gd name="connsiteY92" fmla="*/ 1028700 h 1930400"/>
                    <a:gd name="connsiteX93" fmla="*/ 208280 w 2265680"/>
                    <a:gd name="connsiteY93" fmla="*/ 1097280 h 1930400"/>
                    <a:gd name="connsiteX94" fmla="*/ 149860 w 2265680"/>
                    <a:gd name="connsiteY94" fmla="*/ 1239520 h 1930400"/>
                    <a:gd name="connsiteX95" fmla="*/ 119380 w 2265680"/>
                    <a:gd name="connsiteY95" fmla="*/ 1295400 h 1930400"/>
                    <a:gd name="connsiteX96" fmla="*/ 104140 w 2265680"/>
                    <a:gd name="connsiteY96" fmla="*/ 1371600 h 1930400"/>
                    <a:gd name="connsiteX97" fmla="*/ 101600 w 2265680"/>
                    <a:gd name="connsiteY97" fmla="*/ 1409700 h 1930400"/>
                    <a:gd name="connsiteX98" fmla="*/ 76200 w 2265680"/>
                    <a:gd name="connsiteY98" fmla="*/ 1452880 h 1930400"/>
                    <a:gd name="connsiteX99" fmla="*/ 76200 w 2265680"/>
                    <a:gd name="connsiteY99" fmla="*/ 1490980 h 1930400"/>
                    <a:gd name="connsiteX100" fmla="*/ 60960 w 2265680"/>
                    <a:gd name="connsiteY100" fmla="*/ 1529080 h 1930400"/>
                    <a:gd name="connsiteX101" fmla="*/ 58420 w 2265680"/>
                    <a:gd name="connsiteY101" fmla="*/ 1554480 h 1930400"/>
                    <a:gd name="connsiteX102" fmla="*/ 53340 w 2265680"/>
                    <a:gd name="connsiteY102" fmla="*/ 1579880 h 1930400"/>
                    <a:gd name="connsiteX103" fmla="*/ 63500 w 2265680"/>
                    <a:gd name="connsiteY103" fmla="*/ 1630680 h 1930400"/>
                    <a:gd name="connsiteX104" fmla="*/ 68580 w 2265680"/>
                    <a:gd name="connsiteY104" fmla="*/ 1658620 h 1930400"/>
                    <a:gd name="connsiteX105" fmla="*/ 91440 w 2265680"/>
                    <a:gd name="connsiteY105" fmla="*/ 1668780 h 1930400"/>
                    <a:gd name="connsiteX106" fmla="*/ 116840 w 2265680"/>
                    <a:gd name="connsiteY106" fmla="*/ 1648460 h 1930400"/>
                    <a:gd name="connsiteX107" fmla="*/ 162560 w 2265680"/>
                    <a:gd name="connsiteY107" fmla="*/ 1651000 h 1930400"/>
                    <a:gd name="connsiteX108" fmla="*/ 213360 w 2265680"/>
                    <a:gd name="connsiteY108" fmla="*/ 1653540 h 1930400"/>
                    <a:gd name="connsiteX109" fmla="*/ 289560 w 2265680"/>
                    <a:gd name="connsiteY109" fmla="*/ 1653540 h 1930400"/>
                    <a:gd name="connsiteX110" fmla="*/ 337820 w 2265680"/>
                    <a:gd name="connsiteY110" fmla="*/ 1645920 h 1930400"/>
                    <a:gd name="connsiteX111" fmla="*/ 388620 w 2265680"/>
                    <a:gd name="connsiteY111" fmla="*/ 1648460 h 1930400"/>
                    <a:gd name="connsiteX112" fmla="*/ 411480 w 2265680"/>
                    <a:gd name="connsiteY112" fmla="*/ 1658620 h 1930400"/>
                    <a:gd name="connsiteX113" fmla="*/ 434340 w 2265680"/>
                    <a:gd name="connsiteY113" fmla="*/ 1681480 h 1930400"/>
                    <a:gd name="connsiteX114" fmla="*/ 439420 w 2265680"/>
                    <a:gd name="connsiteY114" fmla="*/ 1719580 h 1930400"/>
                    <a:gd name="connsiteX115" fmla="*/ 434340 w 2265680"/>
                    <a:gd name="connsiteY115" fmla="*/ 1770380 h 1930400"/>
                    <a:gd name="connsiteX116" fmla="*/ 421640 w 2265680"/>
                    <a:gd name="connsiteY116" fmla="*/ 1793240 h 1930400"/>
                    <a:gd name="connsiteX117" fmla="*/ 403860 w 2265680"/>
                    <a:gd name="connsiteY117" fmla="*/ 1818640 h 1930400"/>
                    <a:gd name="connsiteX118" fmla="*/ 378460 w 2265680"/>
                    <a:gd name="connsiteY118" fmla="*/ 1823720 h 1930400"/>
                    <a:gd name="connsiteX119" fmla="*/ 365760 w 2265680"/>
                    <a:gd name="connsiteY119" fmla="*/ 1844040 h 1930400"/>
                    <a:gd name="connsiteX120" fmla="*/ 378460 w 2265680"/>
                    <a:gd name="connsiteY120" fmla="*/ 1884680 h 1930400"/>
                    <a:gd name="connsiteX121" fmla="*/ 434340 w 2265680"/>
                    <a:gd name="connsiteY121" fmla="*/ 1894840 h 1930400"/>
                    <a:gd name="connsiteX122" fmla="*/ 467360 w 2265680"/>
                    <a:gd name="connsiteY122" fmla="*/ 1905000 h 1930400"/>
                    <a:gd name="connsiteX123" fmla="*/ 515620 w 2265680"/>
                    <a:gd name="connsiteY123" fmla="*/ 1899920 h 1930400"/>
                    <a:gd name="connsiteX124" fmla="*/ 543560 w 2265680"/>
                    <a:gd name="connsiteY124" fmla="*/ 1905000 h 1930400"/>
                    <a:gd name="connsiteX125" fmla="*/ 571500 w 2265680"/>
                    <a:gd name="connsiteY125" fmla="*/ 1930400 h 1930400"/>
                    <a:gd name="connsiteX126" fmla="*/ 607060 w 2265680"/>
                    <a:gd name="connsiteY126" fmla="*/ 1930400 h 1930400"/>
                    <a:gd name="connsiteX127" fmla="*/ 604520 w 2265680"/>
                    <a:gd name="connsiteY127" fmla="*/ 1884680 h 1930400"/>
                    <a:gd name="connsiteX128" fmla="*/ 614680 w 2265680"/>
                    <a:gd name="connsiteY128" fmla="*/ 1861820 h 1930400"/>
                    <a:gd name="connsiteX129" fmla="*/ 637540 w 2265680"/>
                    <a:gd name="connsiteY129" fmla="*/ 1828800 h 1930400"/>
                    <a:gd name="connsiteX130" fmla="*/ 640080 w 2265680"/>
                    <a:gd name="connsiteY130" fmla="*/ 1800860 h 1930400"/>
                    <a:gd name="connsiteX131" fmla="*/ 650240 w 2265680"/>
                    <a:gd name="connsiteY131" fmla="*/ 1772920 h 1930400"/>
                    <a:gd name="connsiteX132" fmla="*/ 675640 w 2265680"/>
                    <a:gd name="connsiteY132" fmla="*/ 1750060 h 1930400"/>
                    <a:gd name="connsiteX133" fmla="*/ 695960 w 2265680"/>
                    <a:gd name="connsiteY133" fmla="*/ 1767840 h 1930400"/>
                    <a:gd name="connsiteX134" fmla="*/ 713740 w 2265680"/>
                    <a:gd name="connsiteY134" fmla="*/ 1757680 h 1930400"/>
                    <a:gd name="connsiteX135" fmla="*/ 728980 w 2265680"/>
                    <a:gd name="connsiteY135" fmla="*/ 1783080 h 1930400"/>
                    <a:gd name="connsiteX136" fmla="*/ 759460 w 2265680"/>
                    <a:gd name="connsiteY136" fmla="*/ 1775460 h 1930400"/>
                    <a:gd name="connsiteX137" fmla="*/ 764540 w 2265680"/>
                    <a:gd name="connsiteY137" fmla="*/ 1752600 h 1930400"/>
                    <a:gd name="connsiteX138" fmla="*/ 810260 w 2265680"/>
                    <a:gd name="connsiteY138" fmla="*/ 1701800 h 1930400"/>
                    <a:gd name="connsiteX139" fmla="*/ 828040 w 2265680"/>
                    <a:gd name="connsiteY139" fmla="*/ 1671320 h 1930400"/>
                    <a:gd name="connsiteX140" fmla="*/ 843280 w 2265680"/>
                    <a:gd name="connsiteY140" fmla="*/ 1645920 h 1930400"/>
                    <a:gd name="connsiteX141" fmla="*/ 876300 w 2265680"/>
                    <a:gd name="connsiteY141" fmla="*/ 1643380 h 1930400"/>
                    <a:gd name="connsiteX142" fmla="*/ 909320 w 2265680"/>
                    <a:gd name="connsiteY142" fmla="*/ 1628140 h 1930400"/>
                    <a:gd name="connsiteX143" fmla="*/ 985520 w 2265680"/>
                    <a:gd name="connsiteY143" fmla="*/ 1605280 h 1930400"/>
                    <a:gd name="connsiteX144" fmla="*/ 1016000 w 2265680"/>
                    <a:gd name="connsiteY144" fmla="*/ 1574800 h 1930400"/>
                    <a:gd name="connsiteX145" fmla="*/ 1038860 w 2265680"/>
                    <a:gd name="connsiteY145" fmla="*/ 1569720 h 1930400"/>
                    <a:gd name="connsiteX146" fmla="*/ 1066800 w 2265680"/>
                    <a:gd name="connsiteY146" fmla="*/ 1582420 h 1930400"/>
                    <a:gd name="connsiteX147" fmla="*/ 1087120 w 2265680"/>
                    <a:gd name="connsiteY147" fmla="*/ 1615440 h 1930400"/>
                    <a:gd name="connsiteX148" fmla="*/ 1115060 w 2265680"/>
                    <a:gd name="connsiteY148" fmla="*/ 1643380 h 1930400"/>
                    <a:gd name="connsiteX149" fmla="*/ 1158240 w 2265680"/>
                    <a:gd name="connsiteY149" fmla="*/ 1648460 h 1930400"/>
                    <a:gd name="connsiteX150" fmla="*/ 1203960 w 2265680"/>
                    <a:gd name="connsiteY150" fmla="*/ 1640840 h 1930400"/>
                    <a:gd name="connsiteX151" fmla="*/ 1236980 w 2265680"/>
                    <a:gd name="connsiteY151" fmla="*/ 1645920 h 1930400"/>
                    <a:gd name="connsiteX152" fmla="*/ 1264920 w 2265680"/>
                    <a:gd name="connsiteY152" fmla="*/ 1666240 h 1930400"/>
                    <a:gd name="connsiteX153" fmla="*/ 1267460 w 2265680"/>
                    <a:gd name="connsiteY153" fmla="*/ 1691640 h 1930400"/>
                    <a:gd name="connsiteX154" fmla="*/ 1267460 w 2265680"/>
                    <a:gd name="connsiteY154" fmla="*/ 1739900 h 1930400"/>
                    <a:gd name="connsiteX155" fmla="*/ 1300480 w 2265680"/>
                    <a:gd name="connsiteY155" fmla="*/ 1752600 h 1930400"/>
                    <a:gd name="connsiteX156" fmla="*/ 1356360 w 2265680"/>
                    <a:gd name="connsiteY156" fmla="*/ 1739900 h 1930400"/>
                    <a:gd name="connsiteX157" fmla="*/ 1384300 w 2265680"/>
                    <a:gd name="connsiteY157" fmla="*/ 1742440 h 1930400"/>
                    <a:gd name="connsiteX158" fmla="*/ 1427480 w 2265680"/>
                    <a:gd name="connsiteY158" fmla="*/ 1765300 h 1930400"/>
                    <a:gd name="connsiteX159" fmla="*/ 1422400 w 2265680"/>
                    <a:gd name="connsiteY159" fmla="*/ 1790700 h 1930400"/>
                    <a:gd name="connsiteX160" fmla="*/ 1435100 w 2265680"/>
                    <a:gd name="connsiteY160" fmla="*/ 1823720 h 1930400"/>
                    <a:gd name="connsiteX161" fmla="*/ 1483360 w 2265680"/>
                    <a:gd name="connsiteY161" fmla="*/ 1811020 h 1930400"/>
                    <a:gd name="connsiteX162" fmla="*/ 1501140 w 2265680"/>
                    <a:gd name="connsiteY162" fmla="*/ 1795780 h 1930400"/>
                    <a:gd name="connsiteX163" fmla="*/ 1546860 w 2265680"/>
                    <a:gd name="connsiteY163" fmla="*/ 1788160 h 1930400"/>
                    <a:gd name="connsiteX164" fmla="*/ 1625600 w 2265680"/>
                    <a:gd name="connsiteY164" fmla="*/ 1747520 h 1930400"/>
                    <a:gd name="connsiteX165" fmla="*/ 1686560 w 2265680"/>
                    <a:gd name="connsiteY165" fmla="*/ 1681480 h 1930400"/>
                    <a:gd name="connsiteX166" fmla="*/ 1727200 w 2265680"/>
                    <a:gd name="connsiteY166" fmla="*/ 1612900 h 1930400"/>
                    <a:gd name="connsiteX167" fmla="*/ 1760220 w 2265680"/>
                    <a:gd name="connsiteY167" fmla="*/ 1551940 h 1930400"/>
                    <a:gd name="connsiteX168" fmla="*/ 1821180 w 2265680"/>
                    <a:gd name="connsiteY168" fmla="*/ 1503680 h 1930400"/>
                    <a:gd name="connsiteX169" fmla="*/ 1869440 w 2265680"/>
                    <a:gd name="connsiteY169" fmla="*/ 1450340 h 1930400"/>
                    <a:gd name="connsiteX170" fmla="*/ 1882140 w 2265680"/>
                    <a:gd name="connsiteY170" fmla="*/ 1402080 h 1930400"/>
                    <a:gd name="connsiteX171" fmla="*/ 1897380 w 2265680"/>
                    <a:gd name="connsiteY171" fmla="*/ 1363980 h 1930400"/>
                    <a:gd name="connsiteX172" fmla="*/ 1892300 w 2265680"/>
                    <a:gd name="connsiteY172" fmla="*/ 1300480 h 1930400"/>
                    <a:gd name="connsiteX173" fmla="*/ 1887220 w 2265680"/>
                    <a:gd name="connsiteY173" fmla="*/ 1249680 h 1930400"/>
                    <a:gd name="connsiteX174" fmla="*/ 1892300 w 2265680"/>
                    <a:gd name="connsiteY174" fmla="*/ 1176020 h 1930400"/>
                    <a:gd name="connsiteX175" fmla="*/ 1887220 w 2265680"/>
                    <a:gd name="connsiteY175" fmla="*/ 1084580 h 1930400"/>
                    <a:gd name="connsiteX176" fmla="*/ 1884680 w 2265680"/>
                    <a:gd name="connsiteY176" fmla="*/ 1049020 h 1930400"/>
                    <a:gd name="connsiteX177" fmla="*/ 1887220 w 2265680"/>
                    <a:gd name="connsiteY177" fmla="*/ 1008380 h 1930400"/>
                    <a:gd name="connsiteX178" fmla="*/ 1902460 w 2265680"/>
                    <a:gd name="connsiteY178" fmla="*/ 985520 h 1930400"/>
                    <a:gd name="connsiteX179" fmla="*/ 1971040 w 2265680"/>
                    <a:gd name="connsiteY179" fmla="*/ 952500 h 1930400"/>
                    <a:gd name="connsiteX180" fmla="*/ 2001520 w 2265680"/>
                    <a:gd name="connsiteY180" fmla="*/ 919480 h 1930400"/>
                    <a:gd name="connsiteX181" fmla="*/ 2014220 w 2265680"/>
                    <a:gd name="connsiteY181" fmla="*/ 894080 h 1930400"/>
                    <a:gd name="connsiteX182" fmla="*/ 2014220 w 2265680"/>
                    <a:gd name="connsiteY182" fmla="*/ 894080 h 1930400"/>
                    <a:gd name="connsiteX183" fmla="*/ 2065020 w 2265680"/>
                    <a:gd name="connsiteY183" fmla="*/ 889000 h 1930400"/>
                    <a:gd name="connsiteX184" fmla="*/ 2136140 w 2265680"/>
                    <a:gd name="connsiteY184" fmla="*/ 889000 h 1930400"/>
                    <a:gd name="connsiteX185" fmla="*/ 2166620 w 2265680"/>
                    <a:gd name="connsiteY185" fmla="*/ 899160 h 1930400"/>
                    <a:gd name="connsiteX186" fmla="*/ 2192020 w 2265680"/>
                    <a:gd name="connsiteY186" fmla="*/ 886460 h 1930400"/>
                    <a:gd name="connsiteX187" fmla="*/ 2202180 w 2265680"/>
                    <a:gd name="connsiteY187" fmla="*/ 850900 h 1930400"/>
                    <a:gd name="connsiteX188" fmla="*/ 2227580 w 2265680"/>
                    <a:gd name="connsiteY188" fmla="*/ 787400 h 1930400"/>
                    <a:gd name="connsiteX189" fmla="*/ 2260600 w 2265680"/>
                    <a:gd name="connsiteY189" fmla="*/ 736600 h 1930400"/>
                    <a:gd name="connsiteX190" fmla="*/ 2265680 w 2265680"/>
                    <a:gd name="connsiteY190" fmla="*/ 695960 h 1930400"/>
                    <a:gd name="connsiteX191" fmla="*/ 2252980 w 2265680"/>
                    <a:gd name="connsiteY191" fmla="*/ 635000 h 1930400"/>
                    <a:gd name="connsiteX192" fmla="*/ 2250440 w 2265680"/>
                    <a:gd name="connsiteY192" fmla="*/ 584200 h 1930400"/>
                    <a:gd name="connsiteX193" fmla="*/ 2242820 w 2265680"/>
                    <a:gd name="connsiteY193" fmla="*/ 528320 h 1930400"/>
                    <a:gd name="connsiteX194" fmla="*/ 2232660 w 2265680"/>
                    <a:gd name="connsiteY194" fmla="*/ 492760 h 1930400"/>
                    <a:gd name="connsiteX195" fmla="*/ 2219960 w 2265680"/>
                    <a:gd name="connsiteY195" fmla="*/ 474980 h 1930400"/>
                    <a:gd name="connsiteX196" fmla="*/ 2227580 w 2265680"/>
                    <a:gd name="connsiteY196" fmla="*/ 411480 h 1930400"/>
                    <a:gd name="connsiteX197" fmla="*/ 2222500 w 2265680"/>
                    <a:gd name="connsiteY197" fmla="*/ 368300 h 1930400"/>
                    <a:gd name="connsiteX198" fmla="*/ 2197100 w 2265680"/>
                    <a:gd name="connsiteY198" fmla="*/ 350520 h 1930400"/>
                    <a:gd name="connsiteX199" fmla="*/ 2166620 w 2265680"/>
                    <a:gd name="connsiteY199" fmla="*/ 342900 h 1930400"/>
                    <a:gd name="connsiteX200" fmla="*/ 2115820 w 2265680"/>
                    <a:gd name="connsiteY200" fmla="*/ 322580 h 1930400"/>
                    <a:gd name="connsiteX201" fmla="*/ 2065020 w 2265680"/>
                    <a:gd name="connsiteY201" fmla="*/ 289560 h 1930400"/>
                    <a:gd name="connsiteX202" fmla="*/ 2016760 w 2265680"/>
                    <a:gd name="connsiteY202" fmla="*/ 259080 h 1930400"/>
                    <a:gd name="connsiteX203" fmla="*/ 1988820 w 2265680"/>
                    <a:gd name="connsiteY203" fmla="*/ 215900 h 1930400"/>
                    <a:gd name="connsiteX204" fmla="*/ 1965960 w 2265680"/>
                    <a:gd name="connsiteY204" fmla="*/ 175260 h 1930400"/>
                    <a:gd name="connsiteX205" fmla="*/ 1935480 w 2265680"/>
                    <a:gd name="connsiteY205" fmla="*/ 162560 h 1930400"/>
                    <a:gd name="connsiteX206" fmla="*/ 1887220 w 2265680"/>
                    <a:gd name="connsiteY206" fmla="*/ 1879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2265680" h="1930400">
                      <a:moveTo>
                        <a:pt x="1887220" y="187960"/>
                      </a:moveTo>
                      <a:lnTo>
                        <a:pt x="1772920" y="205740"/>
                      </a:lnTo>
                      <a:lnTo>
                        <a:pt x="1724660" y="203200"/>
                      </a:lnTo>
                      <a:lnTo>
                        <a:pt x="1699260" y="187960"/>
                      </a:lnTo>
                      <a:lnTo>
                        <a:pt x="1661160" y="177800"/>
                      </a:lnTo>
                      <a:lnTo>
                        <a:pt x="1600200" y="142240"/>
                      </a:lnTo>
                      <a:lnTo>
                        <a:pt x="1587500" y="116840"/>
                      </a:lnTo>
                      <a:lnTo>
                        <a:pt x="1562100" y="121920"/>
                      </a:lnTo>
                      <a:lnTo>
                        <a:pt x="1516380" y="91440"/>
                      </a:lnTo>
                      <a:lnTo>
                        <a:pt x="1478280" y="53340"/>
                      </a:lnTo>
                      <a:lnTo>
                        <a:pt x="1452880" y="12700"/>
                      </a:lnTo>
                      <a:lnTo>
                        <a:pt x="1445260" y="5080"/>
                      </a:lnTo>
                      <a:lnTo>
                        <a:pt x="1427480" y="0"/>
                      </a:lnTo>
                      <a:lnTo>
                        <a:pt x="1412240" y="20320"/>
                      </a:lnTo>
                      <a:lnTo>
                        <a:pt x="1412240" y="60960"/>
                      </a:lnTo>
                      <a:lnTo>
                        <a:pt x="1424940" y="154940"/>
                      </a:lnTo>
                      <a:lnTo>
                        <a:pt x="1422400" y="203200"/>
                      </a:lnTo>
                      <a:lnTo>
                        <a:pt x="1422400" y="246380"/>
                      </a:lnTo>
                      <a:lnTo>
                        <a:pt x="1430020" y="276860"/>
                      </a:lnTo>
                      <a:lnTo>
                        <a:pt x="1460500" y="294640"/>
                      </a:lnTo>
                      <a:lnTo>
                        <a:pt x="1490980" y="314960"/>
                      </a:lnTo>
                      <a:lnTo>
                        <a:pt x="1501140" y="353060"/>
                      </a:lnTo>
                      <a:lnTo>
                        <a:pt x="1498600" y="403860"/>
                      </a:lnTo>
                      <a:lnTo>
                        <a:pt x="1468120" y="421640"/>
                      </a:lnTo>
                      <a:lnTo>
                        <a:pt x="1445260" y="464820"/>
                      </a:lnTo>
                      <a:lnTo>
                        <a:pt x="1430020" y="502920"/>
                      </a:lnTo>
                      <a:lnTo>
                        <a:pt x="1437640" y="558800"/>
                      </a:lnTo>
                      <a:lnTo>
                        <a:pt x="1437640" y="657860"/>
                      </a:lnTo>
                      <a:lnTo>
                        <a:pt x="1430020" y="741680"/>
                      </a:lnTo>
                      <a:lnTo>
                        <a:pt x="1437640" y="797560"/>
                      </a:lnTo>
                      <a:lnTo>
                        <a:pt x="1437640" y="840740"/>
                      </a:lnTo>
                      <a:lnTo>
                        <a:pt x="1414780" y="868680"/>
                      </a:lnTo>
                      <a:lnTo>
                        <a:pt x="1348740" y="868680"/>
                      </a:lnTo>
                      <a:lnTo>
                        <a:pt x="1277620" y="873760"/>
                      </a:lnTo>
                      <a:lnTo>
                        <a:pt x="1183640" y="894080"/>
                      </a:lnTo>
                      <a:lnTo>
                        <a:pt x="1084580" y="916940"/>
                      </a:lnTo>
                      <a:lnTo>
                        <a:pt x="985520" y="955040"/>
                      </a:lnTo>
                      <a:lnTo>
                        <a:pt x="901700" y="995680"/>
                      </a:lnTo>
                      <a:lnTo>
                        <a:pt x="840740" y="1026160"/>
                      </a:lnTo>
                      <a:lnTo>
                        <a:pt x="795020" y="1051560"/>
                      </a:lnTo>
                      <a:lnTo>
                        <a:pt x="741680" y="1051560"/>
                      </a:lnTo>
                      <a:lnTo>
                        <a:pt x="690880" y="1038860"/>
                      </a:lnTo>
                      <a:lnTo>
                        <a:pt x="637540" y="1026160"/>
                      </a:lnTo>
                      <a:lnTo>
                        <a:pt x="584200" y="1003300"/>
                      </a:lnTo>
                      <a:lnTo>
                        <a:pt x="553720" y="962660"/>
                      </a:lnTo>
                      <a:lnTo>
                        <a:pt x="551180" y="919480"/>
                      </a:lnTo>
                      <a:lnTo>
                        <a:pt x="535940" y="891540"/>
                      </a:lnTo>
                      <a:lnTo>
                        <a:pt x="528320" y="835660"/>
                      </a:lnTo>
                      <a:lnTo>
                        <a:pt x="508000" y="802640"/>
                      </a:lnTo>
                      <a:lnTo>
                        <a:pt x="464820" y="751840"/>
                      </a:lnTo>
                      <a:lnTo>
                        <a:pt x="431800" y="695960"/>
                      </a:lnTo>
                      <a:lnTo>
                        <a:pt x="398780" y="665480"/>
                      </a:lnTo>
                      <a:lnTo>
                        <a:pt x="393700" y="627380"/>
                      </a:lnTo>
                      <a:lnTo>
                        <a:pt x="381000" y="584200"/>
                      </a:lnTo>
                      <a:lnTo>
                        <a:pt x="396240" y="548640"/>
                      </a:lnTo>
                      <a:lnTo>
                        <a:pt x="426720" y="530860"/>
                      </a:lnTo>
                      <a:lnTo>
                        <a:pt x="426720" y="502920"/>
                      </a:lnTo>
                      <a:lnTo>
                        <a:pt x="426720" y="467360"/>
                      </a:lnTo>
                      <a:lnTo>
                        <a:pt x="403860" y="411480"/>
                      </a:lnTo>
                      <a:lnTo>
                        <a:pt x="386080" y="381000"/>
                      </a:lnTo>
                      <a:lnTo>
                        <a:pt x="350520" y="381000"/>
                      </a:lnTo>
                      <a:lnTo>
                        <a:pt x="304800" y="391160"/>
                      </a:lnTo>
                      <a:lnTo>
                        <a:pt x="279400" y="381000"/>
                      </a:lnTo>
                      <a:lnTo>
                        <a:pt x="264160" y="358140"/>
                      </a:lnTo>
                      <a:lnTo>
                        <a:pt x="264160" y="304800"/>
                      </a:lnTo>
                      <a:lnTo>
                        <a:pt x="266700" y="276860"/>
                      </a:lnTo>
                      <a:lnTo>
                        <a:pt x="276860" y="251460"/>
                      </a:lnTo>
                      <a:lnTo>
                        <a:pt x="307340" y="238760"/>
                      </a:lnTo>
                      <a:lnTo>
                        <a:pt x="317500" y="223520"/>
                      </a:lnTo>
                      <a:lnTo>
                        <a:pt x="302260" y="203200"/>
                      </a:lnTo>
                      <a:lnTo>
                        <a:pt x="264160" y="193040"/>
                      </a:lnTo>
                      <a:lnTo>
                        <a:pt x="238760" y="215900"/>
                      </a:lnTo>
                      <a:lnTo>
                        <a:pt x="236220" y="251460"/>
                      </a:lnTo>
                      <a:lnTo>
                        <a:pt x="220980" y="276860"/>
                      </a:lnTo>
                      <a:lnTo>
                        <a:pt x="205740" y="309880"/>
                      </a:lnTo>
                      <a:lnTo>
                        <a:pt x="213360" y="378460"/>
                      </a:lnTo>
                      <a:lnTo>
                        <a:pt x="213360" y="414020"/>
                      </a:lnTo>
                      <a:lnTo>
                        <a:pt x="203200" y="434340"/>
                      </a:lnTo>
                      <a:lnTo>
                        <a:pt x="185420" y="439420"/>
                      </a:lnTo>
                      <a:lnTo>
                        <a:pt x="109220" y="444500"/>
                      </a:lnTo>
                      <a:lnTo>
                        <a:pt x="71120" y="436880"/>
                      </a:lnTo>
                      <a:lnTo>
                        <a:pt x="33020" y="431800"/>
                      </a:lnTo>
                      <a:lnTo>
                        <a:pt x="2540" y="447040"/>
                      </a:lnTo>
                      <a:lnTo>
                        <a:pt x="0" y="495300"/>
                      </a:lnTo>
                      <a:lnTo>
                        <a:pt x="20320" y="546100"/>
                      </a:lnTo>
                      <a:lnTo>
                        <a:pt x="45720" y="629920"/>
                      </a:lnTo>
                      <a:lnTo>
                        <a:pt x="60960" y="670560"/>
                      </a:lnTo>
                      <a:lnTo>
                        <a:pt x="114300" y="718820"/>
                      </a:lnTo>
                      <a:lnTo>
                        <a:pt x="226060" y="840740"/>
                      </a:lnTo>
                      <a:lnTo>
                        <a:pt x="251460" y="876300"/>
                      </a:lnTo>
                      <a:lnTo>
                        <a:pt x="269240" y="901700"/>
                      </a:lnTo>
                      <a:lnTo>
                        <a:pt x="271780" y="939800"/>
                      </a:lnTo>
                      <a:lnTo>
                        <a:pt x="233680" y="1028700"/>
                      </a:lnTo>
                      <a:lnTo>
                        <a:pt x="208280" y="1097280"/>
                      </a:lnTo>
                      <a:lnTo>
                        <a:pt x="149860" y="1239520"/>
                      </a:lnTo>
                      <a:lnTo>
                        <a:pt x="119380" y="1295400"/>
                      </a:lnTo>
                      <a:lnTo>
                        <a:pt x="104140" y="1371600"/>
                      </a:lnTo>
                      <a:lnTo>
                        <a:pt x="101600" y="1409700"/>
                      </a:lnTo>
                      <a:lnTo>
                        <a:pt x="76200" y="1452880"/>
                      </a:lnTo>
                      <a:lnTo>
                        <a:pt x="76200" y="1490980"/>
                      </a:lnTo>
                      <a:lnTo>
                        <a:pt x="60960" y="1529080"/>
                      </a:lnTo>
                      <a:lnTo>
                        <a:pt x="58420" y="1554480"/>
                      </a:lnTo>
                      <a:lnTo>
                        <a:pt x="53340" y="1579880"/>
                      </a:lnTo>
                      <a:lnTo>
                        <a:pt x="63500" y="1630680"/>
                      </a:lnTo>
                      <a:lnTo>
                        <a:pt x="68580" y="1658620"/>
                      </a:lnTo>
                      <a:lnTo>
                        <a:pt x="91440" y="1668780"/>
                      </a:lnTo>
                      <a:lnTo>
                        <a:pt x="116840" y="1648460"/>
                      </a:lnTo>
                      <a:lnTo>
                        <a:pt x="162560" y="1651000"/>
                      </a:lnTo>
                      <a:lnTo>
                        <a:pt x="213360" y="1653540"/>
                      </a:lnTo>
                      <a:lnTo>
                        <a:pt x="289560" y="1653540"/>
                      </a:lnTo>
                      <a:lnTo>
                        <a:pt x="337820" y="1645920"/>
                      </a:lnTo>
                      <a:lnTo>
                        <a:pt x="388620" y="1648460"/>
                      </a:lnTo>
                      <a:lnTo>
                        <a:pt x="411480" y="1658620"/>
                      </a:lnTo>
                      <a:lnTo>
                        <a:pt x="434340" y="1681480"/>
                      </a:lnTo>
                      <a:lnTo>
                        <a:pt x="439420" y="1719580"/>
                      </a:lnTo>
                      <a:lnTo>
                        <a:pt x="434340" y="1770380"/>
                      </a:lnTo>
                      <a:lnTo>
                        <a:pt x="421640" y="1793240"/>
                      </a:lnTo>
                      <a:lnTo>
                        <a:pt x="403860" y="1818640"/>
                      </a:lnTo>
                      <a:lnTo>
                        <a:pt x="378460" y="1823720"/>
                      </a:lnTo>
                      <a:lnTo>
                        <a:pt x="365760" y="1844040"/>
                      </a:lnTo>
                      <a:lnTo>
                        <a:pt x="378460" y="1884680"/>
                      </a:lnTo>
                      <a:lnTo>
                        <a:pt x="434340" y="1894840"/>
                      </a:lnTo>
                      <a:lnTo>
                        <a:pt x="467360" y="1905000"/>
                      </a:lnTo>
                      <a:lnTo>
                        <a:pt x="515620" y="1899920"/>
                      </a:lnTo>
                      <a:lnTo>
                        <a:pt x="543560" y="1905000"/>
                      </a:lnTo>
                      <a:lnTo>
                        <a:pt x="571500" y="1930400"/>
                      </a:lnTo>
                      <a:lnTo>
                        <a:pt x="607060" y="1930400"/>
                      </a:lnTo>
                      <a:lnTo>
                        <a:pt x="604520" y="1884680"/>
                      </a:lnTo>
                      <a:lnTo>
                        <a:pt x="614680" y="1861820"/>
                      </a:lnTo>
                      <a:lnTo>
                        <a:pt x="637540" y="1828800"/>
                      </a:lnTo>
                      <a:lnTo>
                        <a:pt x="640080" y="1800860"/>
                      </a:lnTo>
                      <a:lnTo>
                        <a:pt x="650240" y="1772920"/>
                      </a:lnTo>
                      <a:lnTo>
                        <a:pt x="675640" y="1750060"/>
                      </a:lnTo>
                      <a:lnTo>
                        <a:pt x="695960" y="1767840"/>
                      </a:lnTo>
                      <a:lnTo>
                        <a:pt x="713740" y="1757680"/>
                      </a:lnTo>
                      <a:lnTo>
                        <a:pt x="728980" y="1783080"/>
                      </a:lnTo>
                      <a:lnTo>
                        <a:pt x="759460" y="1775460"/>
                      </a:lnTo>
                      <a:lnTo>
                        <a:pt x="764540" y="1752600"/>
                      </a:lnTo>
                      <a:lnTo>
                        <a:pt x="810260" y="1701800"/>
                      </a:lnTo>
                      <a:lnTo>
                        <a:pt x="828040" y="1671320"/>
                      </a:lnTo>
                      <a:lnTo>
                        <a:pt x="843280" y="1645920"/>
                      </a:lnTo>
                      <a:lnTo>
                        <a:pt x="876300" y="1643380"/>
                      </a:lnTo>
                      <a:lnTo>
                        <a:pt x="909320" y="1628140"/>
                      </a:lnTo>
                      <a:lnTo>
                        <a:pt x="985520" y="1605280"/>
                      </a:lnTo>
                      <a:lnTo>
                        <a:pt x="1016000" y="1574800"/>
                      </a:lnTo>
                      <a:lnTo>
                        <a:pt x="1038860" y="1569720"/>
                      </a:lnTo>
                      <a:lnTo>
                        <a:pt x="1066800" y="1582420"/>
                      </a:lnTo>
                      <a:lnTo>
                        <a:pt x="1087120" y="1615440"/>
                      </a:lnTo>
                      <a:lnTo>
                        <a:pt x="1115060" y="1643380"/>
                      </a:lnTo>
                      <a:lnTo>
                        <a:pt x="1158240" y="1648460"/>
                      </a:lnTo>
                      <a:lnTo>
                        <a:pt x="1203960" y="1640840"/>
                      </a:lnTo>
                      <a:lnTo>
                        <a:pt x="1236980" y="1645920"/>
                      </a:lnTo>
                      <a:lnTo>
                        <a:pt x="1264920" y="1666240"/>
                      </a:lnTo>
                      <a:lnTo>
                        <a:pt x="1267460" y="1691640"/>
                      </a:lnTo>
                      <a:lnTo>
                        <a:pt x="1267460" y="1739900"/>
                      </a:lnTo>
                      <a:lnTo>
                        <a:pt x="1300480" y="1752600"/>
                      </a:lnTo>
                      <a:lnTo>
                        <a:pt x="1356360" y="1739900"/>
                      </a:lnTo>
                      <a:lnTo>
                        <a:pt x="1384300" y="1742440"/>
                      </a:lnTo>
                      <a:lnTo>
                        <a:pt x="1427480" y="1765300"/>
                      </a:lnTo>
                      <a:lnTo>
                        <a:pt x="1422400" y="1790700"/>
                      </a:lnTo>
                      <a:lnTo>
                        <a:pt x="1435100" y="1823720"/>
                      </a:lnTo>
                      <a:lnTo>
                        <a:pt x="1483360" y="1811020"/>
                      </a:lnTo>
                      <a:lnTo>
                        <a:pt x="1501140" y="1795780"/>
                      </a:lnTo>
                      <a:lnTo>
                        <a:pt x="1546860" y="1788160"/>
                      </a:lnTo>
                      <a:lnTo>
                        <a:pt x="1625600" y="1747520"/>
                      </a:lnTo>
                      <a:lnTo>
                        <a:pt x="1686560" y="1681480"/>
                      </a:lnTo>
                      <a:lnTo>
                        <a:pt x="1727200" y="1612900"/>
                      </a:lnTo>
                      <a:lnTo>
                        <a:pt x="1760220" y="1551940"/>
                      </a:lnTo>
                      <a:lnTo>
                        <a:pt x="1821180" y="1503680"/>
                      </a:lnTo>
                      <a:lnTo>
                        <a:pt x="1869440" y="1450340"/>
                      </a:lnTo>
                      <a:lnTo>
                        <a:pt x="1882140" y="1402080"/>
                      </a:lnTo>
                      <a:lnTo>
                        <a:pt x="1897380" y="1363980"/>
                      </a:lnTo>
                      <a:lnTo>
                        <a:pt x="1892300" y="1300480"/>
                      </a:lnTo>
                      <a:lnTo>
                        <a:pt x="1887220" y="1249680"/>
                      </a:lnTo>
                      <a:lnTo>
                        <a:pt x="1892300" y="1176020"/>
                      </a:lnTo>
                      <a:lnTo>
                        <a:pt x="1887220" y="1084580"/>
                      </a:lnTo>
                      <a:lnTo>
                        <a:pt x="1884680" y="1049020"/>
                      </a:lnTo>
                      <a:lnTo>
                        <a:pt x="1887220" y="1008380"/>
                      </a:lnTo>
                      <a:lnTo>
                        <a:pt x="1902460" y="985520"/>
                      </a:lnTo>
                      <a:lnTo>
                        <a:pt x="1971040" y="952500"/>
                      </a:lnTo>
                      <a:lnTo>
                        <a:pt x="2001520" y="919480"/>
                      </a:lnTo>
                      <a:lnTo>
                        <a:pt x="2014220" y="894080"/>
                      </a:lnTo>
                      <a:lnTo>
                        <a:pt x="2014220" y="894080"/>
                      </a:lnTo>
                      <a:lnTo>
                        <a:pt x="2065020" y="889000"/>
                      </a:lnTo>
                      <a:lnTo>
                        <a:pt x="2136140" y="889000"/>
                      </a:lnTo>
                      <a:lnTo>
                        <a:pt x="2166620" y="899160"/>
                      </a:lnTo>
                      <a:lnTo>
                        <a:pt x="2192020" y="886460"/>
                      </a:lnTo>
                      <a:lnTo>
                        <a:pt x="2202180" y="850900"/>
                      </a:lnTo>
                      <a:lnTo>
                        <a:pt x="2227580" y="787400"/>
                      </a:lnTo>
                      <a:lnTo>
                        <a:pt x="2260600" y="736600"/>
                      </a:lnTo>
                      <a:lnTo>
                        <a:pt x="2265680" y="695960"/>
                      </a:lnTo>
                      <a:lnTo>
                        <a:pt x="2252980" y="635000"/>
                      </a:lnTo>
                      <a:lnTo>
                        <a:pt x="2250440" y="584200"/>
                      </a:lnTo>
                      <a:lnTo>
                        <a:pt x="2242820" y="528320"/>
                      </a:lnTo>
                      <a:lnTo>
                        <a:pt x="2232660" y="492760"/>
                      </a:lnTo>
                      <a:lnTo>
                        <a:pt x="2219960" y="474980"/>
                      </a:lnTo>
                      <a:lnTo>
                        <a:pt x="2227580" y="411480"/>
                      </a:lnTo>
                      <a:lnTo>
                        <a:pt x="2222500" y="368300"/>
                      </a:lnTo>
                      <a:lnTo>
                        <a:pt x="2197100" y="350520"/>
                      </a:lnTo>
                      <a:lnTo>
                        <a:pt x="2166620" y="342900"/>
                      </a:lnTo>
                      <a:lnTo>
                        <a:pt x="2115820" y="322580"/>
                      </a:lnTo>
                      <a:lnTo>
                        <a:pt x="2065020" y="289560"/>
                      </a:lnTo>
                      <a:lnTo>
                        <a:pt x="2016760" y="259080"/>
                      </a:lnTo>
                      <a:lnTo>
                        <a:pt x="1988820" y="215900"/>
                      </a:lnTo>
                      <a:lnTo>
                        <a:pt x="1965960" y="175260"/>
                      </a:lnTo>
                      <a:lnTo>
                        <a:pt x="1935480" y="162560"/>
                      </a:lnTo>
                      <a:lnTo>
                        <a:pt x="1887220" y="187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3" name="동작구">
                  <a:extLst>
                    <a:ext uri="{FF2B5EF4-FFF2-40B4-BE49-F238E27FC236}">
                      <a16:creationId xmlns:a16="http://schemas.microsoft.com/office/drawing/2014/main" id="{EF79AEA4-ECEA-FB5F-39EF-B68B9272EF22}"/>
                    </a:ext>
                  </a:extLst>
                </p:cNvPr>
                <p:cNvSpPr/>
                <p:nvPr/>
              </p:nvSpPr>
              <p:spPr>
                <a:xfrm>
                  <a:off x="586740" y="8816340"/>
                  <a:ext cx="2547620" cy="1678940"/>
                </a:xfrm>
                <a:custGeom>
                  <a:avLst/>
                  <a:gdLst>
                    <a:gd name="connsiteX0" fmla="*/ 1513840 w 2547620"/>
                    <a:gd name="connsiteY0" fmla="*/ 152400 h 1678940"/>
                    <a:gd name="connsiteX1" fmla="*/ 1404620 w 2547620"/>
                    <a:gd name="connsiteY1" fmla="*/ 111760 h 1678940"/>
                    <a:gd name="connsiteX2" fmla="*/ 1295400 w 2547620"/>
                    <a:gd name="connsiteY2" fmla="*/ 60960 h 1678940"/>
                    <a:gd name="connsiteX3" fmla="*/ 1259840 w 2547620"/>
                    <a:gd name="connsiteY3" fmla="*/ 27940 h 1678940"/>
                    <a:gd name="connsiteX4" fmla="*/ 1239520 w 2547620"/>
                    <a:gd name="connsiteY4" fmla="*/ 2540 h 1678940"/>
                    <a:gd name="connsiteX5" fmla="*/ 1201420 w 2547620"/>
                    <a:gd name="connsiteY5" fmla="*/ 0 h 1678940"/>
                    <a:gd name="connsiteX6" fmla="*/ 1143000 w 2547620"/>
                    <a:gd name="connsiteY6" fmla="*/ 20320 h 1678940"/>
                    <a:gd name="connsiteX7" fmla="*/ 1074420 w 2547620"/>
                    <a:gd name="connsiteY7" fmla="*/ 38100 h 1678940"/>
                    <a:gd name="connsiteX8" fmla="*/ 990600 w 2547620"/>
                    <a:gd name="connsiteY8" fmla="*/ 50800 h 1678940"/>
                    <a:gd name="connsiteX9" fmla="*/ 899160 w 2547620"/>
                    <a:gd name="connsiteY9" fmla="*/ 58420 h 1678940"/>
                    <a:gd name="connsiteX10" fmla="*/ 792480 w 2547620"/>
                    <a:gd name="connsiteY10" fmla="*/ 66040 h 1678940"/>
                    <a:gd name="connsiteX11" fmla="*/ 726440 w 2547620"/>
                    <a:gd name="connsiteY11" fmla="*/ 73660 h 1678940"/>
                    <a:gd name="connsiteX12" fmla="*/ 698500 w 2547620"/>
                    <a:gd name="connsiteY12" fmla="*/ 91440 h 1678940"/>
                    <a:gd name="connsiteX13" fmla="*/ 698500 w 2547620"/>
                    <a:gd name="connsiteY13" fmla="*/ 137160 h 1678940"/>
                    <a:gd name="connsiteX14" fmla="*/ 693420 w 2547620"/>
                    <a:gd name="connsiteY14" fmla="*/ 182880 h 1678940"/>
                    <a:gd name="connsiteX15" fmla="*/ 657860 w 2547620"/>
                    <a:gd name="connsiteY15" fmla="*/ 228600 h 1678940"/>
                    <a:gd name="connsiteX16" fmla="*/ 640080 w 2547620"/>
                    <a:gd name="connsiteY16" fmla="*/ 281940 h 1678940"/>
                    <a:gd name="connsiteX17" fmla="*/ 612140 w 2547620"/>
                    <a:gd name="connsiteY17" fmla="*/ 350520 h 1678940"/>
                    <a:gd name="connsiteX18" fmla="*/ 571500 w 2547620"/>
                    <a:gd name="connsiteY18" fmla="*/ 421640 h 1678940"/>
                    <a:gd name="connsiteX19" fmla="*/ 546100 w 2547620"/>
                    <a:gd name="connsiteY19" fmla="*/ 457200 h 1678940"/>
                    <a:gd name="connsiteX20" fmla="*/ 543560 w 2547620"/>
                    <a:gd name="connsiteY20" fmla="*/ 523240 h 1678940"/>
                    <a:gd name="connsiteX21" fmla="*/ 520700 w 2547620"/>
                    <a:gd name="connsiteY21" fmla="*/ 609600 h 1678940"/>
                    <a:gd name="connsiteX22" fmla="*/ 520700 w 2547620"/>
                    <a:gd name="connsiteY22" fmla="*/ 665480 h 1678940"/>
                    <a:gd name="connsiteX23" fmla="*/ 543560 w 2547620"/>
                    <a:gd name="connsiteY23" fmla="*/ 726440 h 1678940"/>
                    <a:gd name="connsiteX24" fmla="*/ 551180 w 2547620"/>
                    <a:gd name="connsiteY24" fmla="*/ 787400 h 1678940"/>
                    <a:gd name="connsiteX25" fmla="*/ 535940 w 2547620"/>
                    <a:gd name="connsiteY25" fmla="*/ 828040 h 1678940"/>
                    <a:gd name="connsiteX26" fmla="*/ 472440 w 2547620"/>
                    <a:gd name="connsiteY26" fmla="*/ 871220 h 1678940"/>
                    <a:gd name="connsiteX27" fmla="*/ 419100 w 2547620"/>
                    <a:gd name="connsiteY27" fmla="*/ 883920 h 1678940"/>
                    <a:gd name="connsiteX28" fmla="*/ 337820 w 2547620"/>
                    <a:gd name="connsiteY28" fmla="*/ 876300 h 1678940"/>
                    <a:gd name="connsiteX29" fmla="*/ 279400 w 2547620"/>
                    <a:gd name="connsiteY29" fmla="*/ 886460 h 1678940"/>
                    <a:gd name="connsiteX30" fmla="*/ 215900 w 2547620"/>
                    <a:gd name="connsiteY30" fmla="*/ 927100 h 1678940"/>
                    <a:gd name="connsiteX31" fmla="*/ 170180 w 2547620"/>
                    <a:gd name="connsiteY31" fmla="*/ 993140 h 1678940"/>
                    <a:gd name="connsiteX32" fmla="*/ 116840 w 2547620"/>
                    <a:gd name="connsiteY32" fmla="*/ 1102360 h 1678940"/>
                    <a:gd name="connsiteX33" fmla="*/ 81280 w 2547620"/>
                    <a:gd name="connsiteY33" fmla="*/ 1178560 h 1678940"/>
                    <a:gd name="connsiteX34" fmla="*/ 17780 w 2547620"/>
                    <a:gd name="connsiteY34" fmla="*/ 1247140 h 1678940"/>
                    <a:gd name="connsiteX35" fmla="*/ 0 w 2547620"/>
                    <a:gd name="connsiteY35" fmla="*/ 1285240 h 1678940"/>
                    <a:gd name="connsiteX36" fmla="*/ 33020 w 2547620"/>
                    <a:gd name="connsiteY36" fmla="*/ 1303020 h 1678940"/>
                    <a:gd name="connsiteX37" fmla="*/ 86360 w 2547620"/>
                    <a:gd name="connsiteY37" fmla="*/ 1249680 h 1678940"/>
                    <a:gd name="connsiteX38" fmla="*/ 175260 w 2547620"/>
                    <a:gd name="connsiteY38" fmla="*/ 1193800 h 1678940"/>
                    <a:gd name="connsiteX39" fmla="*/ 264160 w 2547620"/>
                    <a:gd name="connsiteY39" fmla="*/ 1143000 h 1678940"/>
                    <a:gd name="connsiteX40" fmla="*/ 317500 w 2547620"/>
                    <a:gd name="connsiteY40" fmla="*/ 1112520 h 1678940"/>
                    <a:gd name="connsiteX41" fmla="*/ 401320 w 2547620"/>
                    <a:gd name="connsiteY41" fmla="*/ 1094740 h 1678940"/>
                    <a:gd name="connsiteX42" fmla="*/ 485140 w 2547620"/>
                    <a:gd name="connsiteY42" fmla="*/ 1104900 h 1678940"/>
                    <a:gd name="connsiteX43" fmla="*/ 556260 w 2547620"/>
                    <a:gd name="connsiteY43" fmla="*/ 1104900 h 1678940"/>
                    <a:gd name="connsiteX44" fmla="*/ 579120 w 2547620"/>
                    <a:gd name="connsiteY44" fmla="*/ 1076960 h 1678940"/>
                    <a:gd name="connsiteX45" fmla="*/ 574040 w 2547620"/>
                    <a:gd name="connsiteY45" fmla="*/ 1036320 h 1678940"/>
                    <a:gd name="connsiteX46" fmla="*/ 599440 w 2547620"/>
                    <a:gd name="connsiteY46" fmla="*/ 995680 h 1678940"/>
                    <a:gd name="connsiteX47" fmla="*/ 660400 w 2547620"/>
                    <a:gd name="connsiteY47" fmla="*/ 975360 h 1678940"/>
                    <a:gd name="connsiteX48" fmla="*/ 678180 w 2547620"/>
                    <a:gd name="connsiteY48" fmla="*/ 939800 h 1678940"/>
                    <a:gd name="connsiteX49" fmla="*/ 695960 w 2547620"/>
                    <a:gd name="connsiteY49" fmla="*/ 899160 h 1678940"/>
                    <a:gd name="connsiteX50" fmla="*/ 744220 w 2547620"/>
                    <a:gd name="connsiteY50" fmla="*/ 891540 h 1678940"/>
                    <a:gd name="connsiteX51" fmla="*/ 779780 w 2547620"/>
                    <a:gd name="connsiteY51" fmla="*/ 919480 h 1678940"/>
                    <a:gd name="connsiteX52" fmla="*/ 833120 w 2547620"/>
                    <a:gd name="connsiteY52" fmla="*/ 949960 h 1678940"/>
                    <a:gd name="connsiteX53" fmla="*/ 853440 w 2547620"/>
                    <a:gd name="connsiteY53" fmla="*/ 982980 h 1678940"/>
                    <a:gd name="connsiteX54" fmla="*/ 876300 w 2547620"/>
                    <a:gd name="connsiteY54" fmla="*/ 985520 h 1678940"/>
                    <a:gd name="connsiteX55" fmla="*/ 916940 w 2547620"/>
                    <a:gd name="connsiteY55" fmla="*/ 985520 h 1678940"/>
                    <a:gd name="connsiteX56" fmla="*/ 977900 w 2547620"/>
                    <a:gd name="connsiteY56" fmla="*/ 982980 h 1678940"/>
                    <a:gd name="connsiteX57" fmla="*/ 1043940 w 2547620"/>
                    <a:gd name="connsiteY57" fmla="*/ 1016000 h 1678940"/>
                    <a:gd name="connsiteX58" fmla="*/ 1089660 w 2547620"/>
                    <a:gd name="connsiteY58" fmla="*/ 1049020 h 1678940"/>
                    <a:gd name="connsiteX59" fmla="*/ 1122680 w 2547620"/>
                    <a:gd name="connsiteY59" fmla="*/ 1026160 h 1678940"/>
                    <a:gd name="connsiteX60" fmla="*/ 1125220 w 2547620"/>
                    <a:gd name="connsiteY60" fmla="*/ 1000760 h 1678940"/>
                    <a:gd name="connsiteX61" fmla="*/ 1206500 w 2547620"/>
                    <a:gd name="connsiteY61" fmla="*/ 990600 h 1678940"/>
                    <a:gd name="connsiteX62" fmla="*/ 1285240 w 2547620"/>
                    <a:gd name="connsiteY62" fmla="*/ 1005840 h 1678940"/>
                    <a:gd name="connsiteX63" fmla="*/ 1333500 w 2547620"/>
                    <a:gd name="connsiteY63" fmla="*/ 1005840 h 1678940"/>
                    <a:gd name="connsiteX64" fmla="*/ 1361440 w 2547620"/>
                    <a:gd name="connsiteY64" fmla="*/ 970280 h 1678940"/>
                    <a:gd name="connsiteX65" fmla="*/ 1389380 w 2547620"/>
                    <a:gd name="connsiteY65" fmla="*/ 955040 h 1678940"/>
                    <a:gd name="connsiteX66" fmla="*/ 1414780 w 2547620"/>
                    <a:gd name="connsiteY66" fmla="*/ 937260 h 1678940"/>
                    <a:gd name="connsiteX67" fmla="*/ 1447800 w 2547620"/>
                    <a:gd name="connsiteY67" fmla="*/ 942340 h 1678940"/>
                    <a:gd name="connsiteX68" fmla="*/ 1465580 w 2547620"/>
                    <a:gd name="connsiteY68" fmla="*/ 980440 h 1678940"/>
                    <a:gd name="connsiteX69" fmla="*/ 1488440 w 2547620"/>
                    <a:gd name="connsiteY69" fmla="*/ 1016000 h 1678940"/>
                    <a:gd name="connsiteX70" fmla="*/ 1534160 w 2547620"/>
                    <a:gd name="connsiteY70" fmla="*/ 1043940 h 1678940"/>
                    <a:gd name="connsiteX71" fmla="*/ 1600200 w 2547620"/>
                    <a:gd name="connsiteY71" fmla="*/ 1054100 h 1678940"/>
                    <a:gd name="connsiteX72" fmla="*/ 1648460 w 2547620"/>
                    <a:gd name="connsiteY72" fmla="*/ 1043940 h 1678940"/>
                    <a:gd name="connsiteX73" fmla="*/ 1663700 w 2547620"/>
                    <a:gd name="connsiteY73" fmla="*/ 1016000 h 1678940"/>
                    <a:gd name="connsiteX74" fmla="*/ 1691640 w 2547620"/>
                    <a:gd name="connsiteY74" fmla="*/ 985520 h 1678940"/>
                    <a:gd name="connsiteX75" fmla="*/ 1719580 w 2547620"/>
                    <a:gd name="connsiteY75" fmla="*/ 955040 h 1678940"/>
                    <a:gd name="connsiteX76" fmla="*/ 1770380 w 2547620"/>
                    <a:gd name="connsiteY76" fmla="*/ 955040 h 1678940"/>
                    <a:gd name="connsiteX77" fmla="*/ 1823720 w 2547620"/>
                    <a:gd name="connsiteY77" fmla="*/ 990600 h 1678940"/>
                    <a:gd name="connsiteX78" fmla="*/ 1846580 w 2547620"/>
                    <a:gd name="connsiteY78" fmla="*/ 1031240 h 1678940"/>
                    <a:gd name="connsiteX79" fmla="*/ 1849120 w 2547620"/>
                    <a:gd name="connsiteY79" fmla="*/ 1082040 h 1678940"/>
                    <a:gd name="connsiteX80" fmla="*/ 1833880 w 2547620"/>
                    <a:gd name="connsiteY80" fmla="*/ 1148080 h 1678940"/>
                    <a:gd name="connsiteX81" fmla="*/ 1864360 w 2547620"/>
                    <a:gd name="connsiteY81" fmla="*/ 1234440 h 1678940"/>
                    <a:gd name="connsiteX82" fmla="*/ 1894840 w 2547620"/>
                    <a:gd name="connsiteY82" fmla="*/ 1272540 h 1678940"/>
                    <a:gd name="connsiteX83" fmla="*/ 1922780 w 2547620"/>
                    <a:gd name="connsiteY83" fmla="*/ 1305560 h 1678940"/>
                    <a:gd name="connsiteX84" fmla="*/ 1915160 w 2547620"/>
                    <a:gd name="connsiteY84" fmla="*/ 1376680 h 1678940"/>
                    <a:gd name="connsiteX85" fmla="*/ 1912620 w 2547620"/>
                    <a:gd name="connsiteY85" fmla="*/ 1427480 h 1678940"/>
                    <a:gd name="connsiteX86" fmla="*/ 1932940 w 2547620"/>
                    <a:gd name="connsiteY86" fmla="*/ 1493520 h 1678940"/>
                    <a:gd name="connsiteX87" fmla="*/ 2044700 w 2547620"/>
                    <a:gd name="connsiteY87" fmla="*/ 1638300 h 1678940"/>
                    <a:gd name="connsiteX88" fmla="*/ 2082800 w 2547620"/>
                    <a:gd name="connsiteY88" fmla="*/ 1671320 h 1678940"/>
                    <a:gd name="connsiteX89" fmla="*/ 2143760 w 2547620"/>
                    <a:gd name="connsiteY89" fmla="*/ 1673860 h 1678940"/>
                    <a:gd name="connsiteX90" fmla="*/ 2242820 w 2547620"/>
                    <a:gd name="connsiteY90" fmla="*/ 1678940 h 1678940"/>
                    <a:gd name="connsiteX91" fmla="*/ 2326640 w 2547620"/>
                    <a:gd name="connsiteY91" fmla="*/ 1656080 h 1678940"/>
                    <a:gd name="connsiteX92" fmla="*/ 2379980 w 2547620"/>
                    <a:gd name="connsiteY92" fmla="*/ 1663700 h 1678940"/>
                    <a:gd name="connsiteX93" fmla="*/ 2410460 w 2547620"/>
                    <a:gd name="connsiteY93" fmla="*/ 1651000 h 1678940"/>
                    <a:gd name="connsiteX94" fmla="*/ 2400300 w 2547620"/>
                    <a:gd name="connsiteY94" fmla="*/ 1600200 h 1678940"/>
                    <a:gd name="connsiteX95" fmla="*/ 2397760 w 2547620"/>
                    <a:gd name="connsiteY95" fmla="*/ 1536700 h 1678940"/>
                    <a:gd name="connsiteX96" fmla="*/ 2418080 w 2547620"/>
                    <a:gd name="connsiteY96" fmla="*/ 1465580 h 1678940"/>
                    <a:gd name="connsiteX97" fmla="*/ 2425700 w 2547620"/>
                    <a:gd name="connsiteY97" fmla="*/ 1407160 h 1678940"/>
                    <a:gd name="connsiteX98" fmla="*/ 2433320 w 2547620"/>
                    <a:gd name="connsiteY98" fmla="*/ 1277620 h 1678940"/>
                    <a:gd name="connsiteX99" fmla="*/ 2428240 w 2547620"/>
                    <a:gd name="connsiteY99" fmla="*/ 1193800 h 1678940"/>
                    <a:gd name="connsiteX100" fmla="*/ 2440940 w 2547620"/>
                    <a:gd name="connsiteY100" fmla="*/ 1112520 h 1678940"/>
                    <a:gd name="connsiteX101" fmla="*/ 2443480 w 2547620"/>
                    <a:gd name="connsiteY101" fmla="*/ 993140 h 1678940"/>
                    <a:gd name="connsiteX102" fmla="*/ 2446020 w 2547620"/>
                    <a:gd name="connsiteY102" fmla="*/ 922020 h 1678940"/>
                    <a:gd name="connsiteX103" fmla="*/ 2456180 w 2547620"/>
                    <a:gd name="connsiteY103" fmla="*/ 878840 h 1678940"/>
                    <a:gd name="connsiteX104" fmla="*/ 2506980 w 2547620"/>
                    <a:gd name="connsiteY104" fmla="*/ 848360 h 1678940"/>
                    <a:gd name="connsiteX105" fmla="*/ 2547620 w 2547620"/>
                    <a:gd name="connsiteY105" fmla="*/ 822960 h 1678940"/>
                    <a:gd name="connsiteX106" fmla="*/ 2542540 w 2547620"/>
                    <a:gd name="connsiteY106" fmla="*/ 792480 h 1678940"/>
                    <a:gd name="connsiteX107" fmla="*/ 2504440 w 2547620"/>
                    <a:gd name="connsiteY107" fmla="*/ 762000 h 1678940"/>
                    <a:gd name="connsiteX108" fmla="*/ 2463800 w 2547620"/>
                    <a:gd name="connsiteY108" fmla="*/ 701040 h 1678940"/>
                    <a:gd name="connsiteX109" fmla="*/ 2423160 w 2547620"/>
                    <a:gd name="connsiteY109" fmla="*/ 645160 h 1678940"/>
                    <a:gd name="connsiteX110" fmla="*/ 2379980 w 2547620"/>
                    <a:gd name="connsiteY110" fmla="*/ 579120 h 1678940"/>
                    <a:gd name="connsiteX111" fmla="*/ 2369820 w 2547620"/>
                    <a:gd name="connsiteY111" fmla="*/ 535940 h 1678940"/>
                    <a:gd name="connsiteX112" fmla="*/ 2369820 w 2547620"/>
                    <a:gd name="connsiteY112" fmla="*/ 490220 h 1678940"/>
                    <a:gd name="connsiteX113" fmla="*/ 2339340 w 2547620"/>
                    <a:gd name="connsiteY113" fmla="*/ 464820 h 1678940"/>
                    <a:gd name="connsiteX114" fmla="*/ 2273300 w 2547620"/>
                    <a:gd name="connsiteY114" fmla="*/ 449580 h 1678940"/>
                    <a:gd name="connsiteX115" fmla="*/ 2199640 w 2547620"/>
                    <a:gd name="connsiteY115" fmla="*/ 441960 h 1678940"/>
                    <a:gd name="connsiteX116" fmla="*/ 2098040 w 2547620"/>
                    <a:gd name="connsiteY116" fmla="*/ 452120 h 1678940"/>
                    <a:gd name="connsiteX117" fmla="*/ 2054860 w 2547620"/>
                    <a:gd name="connsiteY117" fmla="*/ 431800 h 1678940"/>
                    <a:gd name="connsiteX118" fmla="*/ 1991360 w 2547620"/>
                    <a:gd name="connsiteY118" fmla="*/ 403860 h 1678940"/>
                    <a:gd name="connsiteX119" fmla="*/ 1907540 w 2547620"/>
                    <a:gd name="connsiteY119" fmla="*/ 347980 h 1678940"/>
                    <a:gd name="connsiteX120" fmla="*/ 1800860 w 2547620"/>
                    <a:gd name="connsiteY120" fmla="*/ 297180 h 1678940"/>
                    <a:gd name="connsiteX121" fmla="*/ 1724660 w 2547620"/>
                    <a:gd name="connsiteY121" fmla="*/ 264160 h 1678940"/>
                    <a:gd name="connsiteX122" fmla="*/ 1633220 w 2547620"/>
                    <a:gd name="connsiteY122" fmla="*/ 233680 h 1678940"/>
                    <a:gd name="connsiteX123" fmla="*/ 1567180 w 2547620"/>
                    <a:gd name="connsiteY123" fmla="*/ 177800 h 1678940"/>
                    <a:gd name="connsiteX124" fmla="*/ 1513840 w 2547620"/>
                    <a:gd name="connsiteY124" fmla="*/ 152400 h 167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2547620" h="1678940">
                      <a:moveTo>
                        <a:pt x="1513840" y="152400"/>
                      </a:moveTo>
                      <a:lnTo>
                        <a:pt x="1404620" y="111760"/>
                      </a:lnTo>
                      <a:lnTo>
                        <a:pt x="1295400" y="60960"/>
                      </a:lnTo>
                      <a:lnTo>
                        <a:pt x="1259840" y="27940"/>
                      </a:lnTo>
                      <a:lnTo>
                        <a:pt x="1239520" y="2540"/>
                      </a:lnTo>
                      <a:lnTo>
                        <a:pt x="1201420" y="0"/>
                      </a:lnTo>
                      <a:lnTo>
                        <a:pt x="1143000" y="20320"/>
                      </a:lnTo>
                      <a:lnTo>
                        <a:pt x="1074420" y="38100"/>
                      </a:lnTo>
                      <a:lnTo>
                        <a:pt x="990600" y="50800"/>
                      </a:lnTo>
                      <a:lnTo>
                        <a:pt x="899160" y="58420"/>
                      </a:lnTo>
                      <a:lnTo>
                        <a:pt x="792480" y="66040"/>
                      </a:lnTo>
                      <a:lnTo>
                        <a:pt x="726440" y="73660"/>
                      </a:lnTo>
                      <a:lnTo>
                        <a:pt x="698500" y="91440"/>
                      </a:lnTo>
                      <a:lnTo>
                        <a:pt x="698500" y="137160"/>
                      </a:lnTo>
                      <a:lnTo>
                        <a:pt x="693420" y="182880"/>
                      </a:lnTo>
                      <a:lnTo>
                        <a:pt x="657860" y="228600"/>
                      </a:lnTo>
                      <a:lnTo>
                        <a:pt x="640080" y="281940"/>
                      </a:lnTo>
                      <a:lnTo>
                        <a:pt x="612140" y="350520"/>
                      </a:lnTo>
                      <a:lnTo>
                        <a:pt x="571500" y="421640"/>
                      </a:lnTo>
                      <a:lnTo>
                        <a:pt x="546100" y="457200"/>
                      </a:lnTo>
                      <a:cubicBezTo>
                        <a:pt x="545253" y="479213"/>
                        <a:pt x="544407" y="501227"/>
                        <a:pt x="543560" y="523240"/>
                      </a:cubicBezTo>
                      <a:lnTo>
                        <a:pt x="520700" y="609600"/>
                      </a:lnTo>
                      <a:lnTo>
                        <a:pt x="520700" y="665480"/>
                      </a:lnTo>
                      <a:lnTo>
                        <a:pt x="543560" y="726440"/>
                      </a:lnTo>
                      <a:lnTo>
                        <a:pt x="551180" y="787400"/>
                      </a:lnTo>
                      <a:lnTo>
                        <a:pt x="535940" y="828040"/>
                      </a:lnTo>
                      <a:lnTo>
                        <a:pt x="472440" y="871220"/>
                      </a:lnTo>
                      <a:lnTo>
                        <a:pt x="419100" y="883920"/>
                      </a:lnTo>
                      <a:lnTo>
                        <a:pt x="337820" y="876300"/>
                      </a:lnTo>
                      <a:lnTo>
                        <a:pt x="279400" y="886460"/>
                      </a:lnTo>
                      <a:lnTo>
                        <a:pt x="215900" y="927100"/>
                      </a:lnTo>
                      <a:lnTo>
                        <a:pt x="170180" y="993140"/>
                      </a:lnTo>
                      <a:lnTo>
                        <a:pt x="116840" y="1102360"/>
                      </a:lnTo>
                      <a:lnTo>
                        <a:pt x="81280" y="1178560"/>
                      </a:lnTo>
                      <a:lnTo>
                        <a:pt x="17780" y="1247140"/>
                      </a:lnTo>
                      <a:lnTo>
                        <a:pt x="0" y="1285240"/>
                      </a:lnTo>
                      <a:lnTo>
                        <a:pt x="33020" y="1303020"/>
                      </a:lnTo>
                      <a:lnTo>
                        <a:pt x="86360" y="1249680"/>
                      </a:lnTo>
                      <a:lnTo>
                        <a:pt x="175260" y="1193800"/>
                      </a:lnTo>
                      <a:lnTo>
                        <a:pt x="264160" y="1143000"/>
                      </a:lnTo>
                      <a:lnTo>
                        <a:pt x="317500" y="1112520"/>
                      </a:lnTo>
                      <a:lnTo>
                        <a:pt x="401320" y="1094740"/>
                      </a:lnTo>
                      <a:lnTo>
                        <a:pt x="485140" y="1104900"/>
                      </a:lnTo>
                      <a:lnTo>
                        <a:pt x="556260" y="1104900"/>
                      </a:lnTo>
                      <a:lnTo>
                        <a:pt x="579120" y="1076960"/>
                      </a:lnTo>
                      <a:lnTo>
                        <a:pt x="574040" y="1036320"/>
                      </a:lnTo>
                      <a:lnTo>
                        <a:pt x="599440" y="995680"/>
                      </a:lnTo>
                      <a:lnTo>
                        <a:pt x="660400" y="975360"/>
                      </a:lnTo>
                      <a:lnTo>
                        <a:pt x="678180" y="939800"/>
                      </a:lnTo>
                      <a:lnTo>
                        <a:pt x="695960" y="899160"/>
                      </a:lnTo>
                      <a:lnTo>
                        <a:pt x="744220" y="891540"/>
                      </a:lnTo>
                      <a:lnTo>
                        <a:pt x="779780" y="919480"/>
                      </a:lnTo>
                      <a:lnTo>
                        <a:pt x="833120" y="949960"/>
                      </a:lnTo>
                      <a:lnTo>
                        <a:pt x="853440" y="982980"/>
                      </a:lnTo>
                      <a:lnTo>
                        <a:pt x="876300" y="985520"/>
                      </a:lnTo>
                      <a:lnTo>
                        <a:pt x="916940" y="985520"/>
                      </a:lnTo>
                      <a:lnTo>
                        <a:pt x="977900" y="982980"/>
                      </a:lnTo>
                      <a:lnTo>
                        <a:pt x="1043940" y="1016000"/>
                      </a:lnTo>
                      <a:lnTo>
                        <a:pt x="1089660" y="1049020"/>
                      </a:lnTo>
                      <a:lnTo>
                        <a:pt x="1122680" y="1026160"/>
                      </a:lnTo>
                      <a:lnTo>
                        <a:pt x="1125220" y="1000760"/>
                      </a:lnTo>
                      <a:lnTo>
                        <a:pt x="1206500" y="990600"/>
                      </a:lnTo>
                      <a:lnTo>
                        <a:pt x="1285240" y="1005840"/>
                      </a:lnTo>
                      <a:lnTo>
                        <a:pt x="1333500" y="1005840"/>
                      </a:lnTo>
                      <a:lnTo>
                        <a:pt x="1361440" y="970280"/>
                      </a:lnTo>
                      <a:lnTo>
                        <a:pt x="1389380" y="955040"/>
                      </a:lnTo>
                      <a:lnTo>
                        <a:pt x="1414780" y="937260"/>
                      </a:lnTo>
                      <a:lnTo>
                        <a:pt x="1447800" y="942340"/>
                      </a:lnTo>
                      <a:lnTo>
                        <a:pt x="1465580" y="980440"/>
                      </a:lnTo>
                      <a:lnTo>
                        <a:pt x="1488440" y="1016000"/>
                      </a:lnTo>
                      <a:lnTo>
                        <a:pt x="1534160" y="1043940"/>
                      </a:lnTo>
                      <a:lnTo>
                        <a:pt x="1600200" y="1054100"/>
                      </a:lnTo>
                      <a:lnTo>
                        <a:pt x="1648460" y="1043940"/>
                      </a:lnTo>
                      <a:lnTo>
                        <a:pt x="1663700" y="1016000"/>
                      </a:lnTo>
                      <a:lnTo>
                        <a:pt x="1691640" y="985520"/>
                      </a:lnTo>
                      <a:lnTo>
                        <a:pt x="1719580" y="955040"/>
                      </a:lnTo>
                      <a:lnTo>
                        <a:pt x="1770380" y="955040"/>
                      </a:lnTo>
                      <a:lnTo>
                        <a:pt x="1823720" y="990600"/>
                      </a:lnTo>
                      <a:lnTo>
                        <a:pt x="1846580" y="1031240"/>
                      </a:lnTo>
                      <a:lnTo>
                        <a:pt x="1849120" y="1082040"/>
                      </a:lnTo>
                      <a:lnTo>
                        <a:pt x="1833880" y="1148080"/>
                      </a:lnTo>
                      <a:lnTo>
                        <a:pt x="1864360" y="1234440"/>
                      </a:lnTo>
                      <a:lnTo>
                        <a:pt x="1894840" y="1272540"/>
                      </a:lnTo>
                      <a:lnTo>
                        <a:pt x="1922780" y="1305560"/>
                      </a:lnTo>
                      <a:lnTo>
                        <a:pt x="1915160" y="1376680"/>
                      </a:lnTo>
                      <a:lnTo>
                        <a:pt x="1912620" y="1427480"/>
                      </a:lnTo>
                      <a:lnTo>
                        <a:pt x="1932940" y="1493520"/>
                      </a:lnTo>
                      <a:lnTo>
                        <a:pt x="2044700" y="1638300"/>
                      </a:lnTo>
                      <a:lnTo>
                        <a:pt x="2082800" y="1671320"/>
                      </a:lnTo>
                      <a:lnTo>
                        <a:pt x="2143760" y="1673860"/>
                      </a:lnTo>
                      <a:lnTo>
                        <a:pt x="2242820" y="1678940"/>
                      </a:lnTo>
                      <a:lnTo>
                        <a:pt x="2326640" y="1656080"/>
                      </a:lnTo>
                      <a:lnTo>
                        <a:pt x="2379980" y="1663700"/>
                      </a:lnTo>
                      <a:lnTo>
                        <a:pt x="2410460" y="1651000"/>
                      </a:lnTo>
                      <a:lnTo>
                        <a:pt x="2400300" y="1600200"/>
                      </a:lnTo>
                      <a:lnTo>
                        <a:pt x="2397760" y="1536700"/>
                      </a:lnTo>
                      <a:lnTo>
                        <a:pt x="2418080" y="1465580"/>
                      </a:lnTo>
                      <a:lnTo>
                        <a:pt x="2425700" y="1407160"/>
                      </a:lnTo>
                      <a:lnTo>
                        <a:pt x="2433320" y="1277620"/>
                      </a:lnTo>
                      <a:lnTo>
                        <a:pt x="2428240" y="1193800"/>
                      </a:lnTo>
                      <a:lnTo>
                        <a:pt x="2440940" y="1112520"/>
                      </a:lnTo>
                      <a:cubicBezTo>
                        <a:pt x="2441787" y="1072727"/>
                        <a:pt x="2442633" y="1032933"/>
                        <a:pt x="2443480" y="993140"/>
                      </a:cubicBezTo>
                      <a:cubicBezTo>
                        <a:pt x="2444327" y="969433"/>
                        <a:pt x="2445173" y="945727"/>
                        <a:pt x="2446020" y="922020"/>
                      </a:cubicBezTo>
                      <a:lnTo>
                        <a:pt x="2456180" y="878840"/>
                      </a:lnTo>
                      <a:lnTo>
                        <a:pt x="2506980" y="848360"/>
                      </a:lnTo>
                      <a:lnTo>
                        <a:pt x="2547620" y="822960"/>
                      </a:lnTo>
                      <a:lnTo>
                        <a:pt x="2542540" y="792480"/>
                      </a:lnTo>
                      <a:lnTo>
                        <a:pt x="2504440" y="762000"/>
                      </a:lnTo>
                      <a:lnTo>
                        <a:pt x="2463800" y="701040"/>
                      </a:lnTo>
                      <a:lnTo>
                        <a:pt x="2423160" y="645160"/>
                      </a:lnTo>
                      <a:lnTo>
                        <a:pt x="2379980" y="579120"/>
                      </a:lnTo>
                      <a:lnTo>
                        <a:pt x="2369820" y="535940"/>
                      </a:lnTo>
                      <a:lnTo>
                        <a:pt x="2369820" y="490220"/>
                      </a:lnTo>
                      <a:lnTo>
                        <a:pt x="2339340" y="464820"/>
                      </a:lnTo>
                      <a:lnTo>
                        <a:pt x="2273300" y="449580"/>
                      </a:lnTo>
                      <a:lnTo>
                        <a:pt x="2199640" y="441960"/>
                      </a:lnTo>
                      <a:lnTo>
                        <a:pt x="2098040" y="452120"/>
                      </a:lnTo>
                      <a:lnTo>
                        <a:pt x="2054860" y="431800"/>
                      </a:lnTo>
                      <a:lnTo>
                        <a:pt x="1991360" y="403860"/>
                      </a:lnTo>
                      <a:lnTo>
                        <a:pt x="1907540" y="347980"/>
                      </a:lnTo>
                      <a:lnTo>
                        <a:pt x="1800860" y="297180"/>
                      </a:lnTo>
                      <a:lnTo>
                        <a:pt x="1724660" y="264160"/>
                      </a:lnTo>
                      <a:lnTo>
                        <a:pt x="1633220" y="233680"/>
                      </a:lnTo>
                      <a:lnTo>
                        <a:pt x="1567180" y="177800"/>
                      </a:lnTo>
                      <a:lnTo>
                        <a:pt x="1513840" y="1524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4" name="금천구">
                  <a:extLst>
                    <a:ext uri="{FF2B5EF4-FFF2-40B4-BE49-F238E27FC236}">
                      <a16:creationId xmlns:a16="http://schemas.microsoft.com/office/drawing/2014/main" id="{9C3FB719-D012-2C82-D31E-70936F47AB05}"/>
                    </a:ext>
                  </a:extLst>
                </p:cNvPr>
                <p:cNvSpPr/>
                <p:nvPr/>
              </p:nvSpPr>
              <p:spPr>
                <a:xfrm>
                  <a:off x="-499110" y="10031730"/>
                  <a:ext cx="1821180" cy="2228850"/>
                </a:xfrm>
                <a:custGeom>
                  <a:avLst/>
                  <a:gdLst>
                    <a:gd name="connsiteX0" fmla="*/ 582930 w 1821180"/>
                    <a:gd name="connsiteY0" fmla="*/ 422910 h 2228850"/>
                    <a:gd name="connsiteX1" fmla="*/ 449580 w 1821180"/>
                    <a:gd name="connsiteY1" fmla="*/ 297180 h 2228850"/>
                    <a:gd name="connsiteX2" fmla="*/ 419100 w 1821180"/>
                    <a:gd name="connsiteY2" fmla="*/ 255270 h 2228850"/>
                    <a:gd name="connsiteX3" fmla="*/ 400050 w 1821180"/>
                    <a:gd name="connsiteY3" fmla="*/ 213360 h 2228850"/>
                    <a:gd name="connsiteX4" fmla="*/ 400050 w 1821180"/>
                    <a:gd name="connsiteY4" fmla="*/ 167640 h 2228850"/>
                    <a:gd name="connsiteX5" fmla="*/ 400050 w 1821180"/>
                    <a:gd name="connsiteY5" fmla="*/ 125730 h 2228850"/>
                    <a:gd name="connsiteX6" fmla="*/ 400050 w 1821180"/>
                    <a:gd name="connsiteY6" fmla="*/ 125730 h 2228850"/>
                    <a:gd name="connsiteX7" fmla="*/ 342900 w 1821180"/>
                    <a:gd name="connsiteY7" fmla="*/ 91440 h 2228850"/>
                    <a:gd name="connsiteX8" fmla="*/ 293370 w 1821180"/>
                    <a:gd name="connsiteY8" fmla="*/ 60960 h 2228850"/>
                    <a:gd name="connsiteX9" fmla="*/ 270510 w 1821180"/>
                    <a:gd name="connsiteY9" fmla="*/ 22860 h 2228850"/>
                    <a:gd name="connsiteX10" fmla="*/ 240030 w 1821180"/>
                    <a:gd name="connsiteY10" fmla="*/ 22860 h 2228850"/>
                    <a:gd name="connsiteX11" fmla="*/ 167640 w 1821180"/>
                    <a:gd name="connsiteY11" fmla="*/ 19050 h 2228850"/>
                    <a:gd name="connsiteX12" fmla="*/ 118110 w 1821180"/>
                    <a:gd name="connsiteY12" fmla="*/ 0 h 2228850"/>
                    <a:gd name="connsiteX13" fmla="*/ 80010 w 1821180"/>
                    <a:gd name="connsiteY13" fmla="*/ 3810 h 2228850"/>
                    <a:gd name="connsiteX14" fmla="*/ 38100 w 1821180"/>
                    <a:gd name="connsiteY14" fmla="*/ 41910 h 2228850"/>
                    <a:gd name="connsiteX15" fmla="*/ 0 w 1821180"/>
                    <a:gd name="connsiteY15" fmla="*/ 76200 h 2228850"/>
                    <a:gd name="connsiteX16" fmla="*/ 15240 w 1821180"/>
                    <a:gd name="connsiteY16" fmla="*/ 163830 h 2228850"/>
                    <a:gd name="connsiteX17" fmla="*/ 41910 w 1821180"/>
                    <a:gd name="connsiteY17" fmla="*/ 236220 h 2228850"/>
                    <a:gd name="connsiteX18" fmla="*/ 45720 w 1821180"/>
                    <a:gd name="connsiteY18" fmla="*/ 289560 h 2228850"/>
                    <a:gd name="connsiteX19" fmla="*/ 41910 w 1821180"/>
                    <a:gd name="connsiteY19" fmla="*/ 331470 h 2228850"/>
                    <a:gd name="connsiteX20" fmla="*/ 72390 w 1821180"/>
                    <a:gd name="connsiteY20" fmla="*/ 407670 h 2228850"/>
                    <a:gd name="connsiteX21" fmla="*/ 186690 w 1821180"/>
                    <a:gd name="connsiteY21" fmla="*/ 563880 h 2228850"/>
                    <a:gd name="connsiteX22" fmla="*/ 232410 w 1821180"/>
                    <a:gd name="connsiteY22" fmla="*/ 685800 h 2228850"/>
                    <a:gd name="connsiteX23" fmla="*/ 335280 w 1821180"/>
                    <a:gd name="connsiteY23" fmla="*/ 796290 h 2228850"/>
                    <a:gd name="connsiteX24" fmla="*/ 369570 w 1821180"/>
                    <a:gd name="connsiteY24" fmla="*/ 838200 h 2228850"/>
                    <a:gd name="connsiteX25" fmla="*/ 400050 w 1821180"/>
                    <a:gd name="connsiteY25" fmla="*/ 895350 h 2228850"/>
                    <a:gd name="connsiteX26" fmla="*/ 445770 w 1821180"/>
                    <a:gd name="connsiteY26" fmla="*/ 937260 h 2228850"/>
                    <a:gd name="connsiteX27" fmla="*/ 487680 w 1821180"/>
                    <a:gd name="connsiteY27" fmla="*/ 971550 h 2228850"/>
                    <a:gd name="connsiteX28" fmla="*/ 491490 w 1821180"/>
                    <a:gd name="connsiteY28" fmla="*/ 1040130 h 2228850"/>
                    <a:gd name="connsiteX29" fmla="*/ 495300 w 1821180"/>
                    <a:gd name="connsiteY29" fmla="*/ 1101090 h 2228850"/>
                    <a:gd name="connsiteX30" fmla="*/ 476250 w 1821180"/>
                    <a:gd name="connsiteY30" fmla="*/ 1154430 h 2228850"/>
                    <a:gd name="connsiteX31" fmla="*/ 441960 w 1821180"/>
                    <a:gd name="connsiteY31" fmla="*/ 1184910 h 2228850"/>
                    <a:gd name="connsiteX32" fmla="*/ 441960 w 1821180"/>
                    <a:gd name="connsiteY32" fmla="*/ 1184910 h 2228850"/>
                    <a:gd name="connsiteX33" fmla="*/ 472440 w 1821180"/>
                    <a:gd name="connsiteY33" fmla="*/ 1242060 h 2228850"/>
                    <a:gd name="connsiteX34" fmla="*/ 556260 w 1821180"/>
                    <a:gd name="connsiteY34" fmla="*/ 1303020 h 2228850"/>
                    <a:gd name="connsiteX35" fmla="*/ 598170 w 1821180"/>
                    <a:gd name="connsiteY35" fmla="*/ 1371600 h 2228850"/>
                    <a:gd name="connsiteX36" fmla="*/ 613410 w 1821180"/>
                    <a:gd name="connsiteY36" fmla="*/ 1432560 h 2228850"/>
                    <a:gd name="connsiteX37" fmla="*/ 659130 w 1821180"/>
                    <a:gd name="connsiteY37" fmla="*/ 1455420 h 2228850"/>
                    <a:gd name="connsiteX38" fmla="*/ 712470 w 1821180"/>
                    <a:gd name="connsiteY38" fmla="*/ 1455420 h 2228850"/>
                    <a:gd name="connsiteX39" fmla="*/ 731520 w 1821180"/>
                    <a:gd name="connsiteY39" fmla="*/ 1447800 h 2228850"/>
                    <a:gd name="connsiteX40" fmla="*/ 765810 w 1821180"/>
                    <a:gd name="connsiteY40" fmla="*/ 1463040 h 2228850"/>
                    <a:gd name="connsiteX41" fmla="*/ 819150 w 1821180"/>
                    <a:gd name="connsiteY41" fmla="*/ 1531620 h 2228850"/>
                    <a:gd name="connsiteX42" fmla="*/ 842010 w 1821180"/>
                    <a:gd name="connsiteY42" fmla="*/ 1584960 h 2228850"/>
                    <a:gd name="connsiteX43" fmla="*/ 861060 w 1821180"/>
                    <a:gd name="connsiteY43" fmla="*/ 1619250 h 2228850"/>
                    <a:gd name="connsiteX44" fmla="*/ 849630 w 1821180"/>
                    <a:gd name="connsiteY44" fmla="*/ 1645920 h 2228850"/>
                    <a:gd name="connsiteX45" fmla="*/ 819150 w 1821180"/>
                    <a:gd name="connsiteY45" fmla="*/ 1661160 h 2228850"/>
                    <a:gd name="connsiteX46" fmla="*/ 803910 w 1821180"/>
                    <a:gd name="connsiteY46" fmla="*/ 1672590 h 2228850"/>
                    <a:gd name="connsiteX47" fmla="*/ 807720 w 1821180"/>
                    <a:gd name="connsiteY47" fmla="*/ 1691640 h 2228850"/>
                    <a:gd name="connsiteX48" fmla="*/ 845820 w 1821180"/>
                    <a:gd name="connsiteY48" fmla="*/ 1725930 h 2228850"/>
                    <a:gd name="connsiteX49" fmla="*/ 876300 w 1821180"/>
                    <a:gd name="connsiteY49" fmla="*/ 1767840 h 2228850"/>
                    <a:gd name="connsiteX50" fmla="*/ 899160 w 1821180"/>
                    <a:gd name="connsiteY50" fmla="*/ 1809750 h 2228850"/>
                    <a:gd name="connsiteX51" fmla="*/ 941070 w 1821180"/>
                    <a:gd name="connsiteY51" fmla="*/ 1851660 h 2228850"/>
                    <a:gd name="connsiteX52" fmla="*/ 971550 w 1821180"/>
                    <a:gd name="connsiteY52" fmla="*/ 1866900 h 2228850"/>
                    <a:gd name="connsiteX53" fmla="*/ 979170 w 1821180"/>
                    <a:gd name="connsiteY53" fmla="*/ 1912620 h 2228850"/>
                    <a:gd name="connsiteX54" fmla="*/ 952500 w 1821180"/>
                    <a:gd name="connsiteY54" fmla="*/ 1920240 h 2228850"/>
                    <a:gd name="connsiteX55" fmla="*/ 941070 w 1821180"/>
                    <a:gd name="connsiteY55" fmla="*/ 1954530 h 2228850"/>
                    <a:gd name="connsiteX56" fmla="*/ 948690 w 1821180"/>
                    <a:gd name="connsiteY56" fmla="*/ 2007870 h 2228850"/>
                    <a:gd name="connsiteX57" fmla="*/ 990600 w 1821180"/>
                    <a:gd name="connsiteY57" fmla="*/ 2106930 h 2228850"/>
                    <a:gd name="connsiteX58" fmla="*/ 1002030 w 1821180"/>
                    <a:gd name="connsiteY58" fmla="*/ 2156460 h 2228850"/>
                    <a:gd name="connsiteX59" fmla="*/ 994410 w 1821180"/>
                    <a:gd name="connsiteY59" fmla="*/ 2198370 h 2228850"/>
                    <a:gd name="connsiteX60" fmla="*/ 1017270 w 1821180"/>
                    <a:gd name="connsiteY60" fmla="*/ 2217420 h 2228850"/>
                    <a:gd name="connsiteX61" fmla="*/ 1066800 w 1821180"/>
                    <a:gd name="connsiteY61" fmla="*/ 2198370 h 2228850"/>
                    <a:gd name="connsiteX62" fmla="*/ 1112520 w 1821180"/>
                    <a:gd name="connsiteY62" fmla="*/ 2205990 h 2228850"/>
                    <a:gd name="connsiteX63" fmla="*/ 1143000 w 1821180"/>
                    <a:gd name="connsiteY63" fmla="*/ 2228850 h 2228850"/>
                    <a:gd name="connsiteX64" fmla="*/ 1188720 w 1821180"/>
                    <a:gd name="connsiteY64" fmla="*/ 2217420 h 2228850"/>
                    <a:gd name="connsiteX65" fmla="*/ 1215390 w 1821180"/>
                    <a:gd name="connsiteY65" fmla="*/ 2164080 h 2228850"/>
                    <a:gd name="connsiteX66" fmla="*/ 1257300 w 1821180"/>
                    <a:gd name="connsiteY66" fmla="*/ 2095500 h 2228850"/>
                    <a:gd name="connsiteX67" fmla="*/ 1299210 w 1821180"/>
                    <a:gd name="connsiteY67" fmla="*/ 2057400 h 2228850"/>
                    <a:gd name="connsiteX68" fmla="*/ 1318260 w 1821180"/>
                    <a:gd name="connsiteY68" fmla="*/ 2000250 h 2228850"/>
                    <a:gd name="connsiteX69" fmla="*/ 1341120 w 1821180"/>
                    <a:gd name="connsiteY69" fmla="*/ 1962150 h 2228850"/>
                    <a:gd name="connsiteX70" fmla="*/ 1379220 w 1821180"/>
                    <a:gd name="connsiteY70" fmla="*/ 1962150 h 2228850"/>
                    <a:gd name="connsiteX71" fmla="*/ 1417320 w 1821180"/>
                    <a:gd name="connsiteY71" fmla="*/ 1977390 h 2228850"/>
                    <a:gd name="connsiteX72" fmla="*/ 1482090 w 1821180"/>
                    <a:gd name="connsiteY72" fmla="*/ 1973580 h 2228850"/>
                    <a:gd name="connsiteX73" fmla="*/ 1512570 w 1821180"/>
                    <a:gd name="connsiteY73" fmla="*/ 1962150 h 2228850"/>
                    <a:gd name="connsiteX74" fmla="*/ 1516380 w 1821180"/>
                    <a:gd name="connsiteY74" fmla="*/ 1920240 h 2228850"/>
                    <a:gd name="connsiteX75" fmla="*/ 1550670 w 1821180"/>
                    <a:gd name="connsiteY75" fmla="*/ 1832610 h 2228850"/>
                    <a:gd name="connsiteX76" fmla="*/ 1577340 w 1821180"/>
                    <a:gd name="connsiteY76" fmla="*/ 1779270 h 2228850"/>
                    <a:gd name="connsiteX77" fmla="*/ 1596390 w 1821180"/>
                    <a:gd name="connsiteY77" fmla="*/ 1733550 h 2228850"/>
                    <a:gd name="connsiteX78" fmla="*/ 1649730 w 1821180"/>
                    <a:gd name="connsiteY78" fmla="*/ 1691640 h 2228850"/>
                    <a:gd name="connsiteX79" fmla="*/ 1706880 w 1821180"/>
                    <a:gd name="connsiteY79" fmla="*/ 1664970 h 2228850"/>
                    <a:gd name="connsiteX80" fmla="*/ 1752600 w 1821180"/>
                    <a:gd name="connsiteY80" fmla="*/ 1645920 h 2228850"/>
                    <a:gd name="connsiteX81" fmla="*/ 1790700 w 1821180"/>
                    <a:gd name="connsiteY81" fmla="*/ 1623060 h 2228850"/>
                    <a:gd name="connsiteX82" fmla="*/ 1821180 w 1821180"/>
                    <a:gd name="connsiteY82" fmla="*/ 1600200 h 2228850"/>
                    <a:gd name="connsiteX83" fmla="*/ 1779270 w 1821180"/>
                    <a:gd name="connsiteY83" fmla="*/ 1569720 h 2228850"/>
                    <a:gd name="connsiteX84" fmla="*/ 1737360 w 1821180"/>
                    <a:gd name="connsiteY84" fmla="*/ 1516380 h 2228850"/>
                    <a:gd name="connsiteX85" fmla="*/ 1714500 w 1821180"/>
                    <a:gd name="connsiteY85" fmla="*/ 1459230 h 2228850"/>
                    <a:gd name="connsiteX86" fmla="*/ 1672590 w 1821180"/>
                    <a:gd name="connsiteY86" fmla="*/ 1375410 h 2228850"/>
                    <a:gd name="connsiteX87" fmla="*/ 1653540 w 1821180"/>
                    <a:gd name="connsiteY87" fmla="*/ 1325880 h 2228850"/>
                    <a:gd name="connsiteX88" fmla="*/ 1611630 w 1821180"/>
                    <a:gd name="connsiteY88" fmla="*/ 1318260 h 2228850"/>
                    <a:gd name="connsiteX89" fmla="*/ 1550670 w 1821180"/>
                    <a:gd name="connsiteY89" fmla="*/ 1329690 h 2228850"/>
                    <a:gd name="connsiteX90" fmla="*/ 1504950 w 1821180"/>
                    <a:gd name="connsiteY90" fmla="*/ 1337310 h 2228850"/>
                    <a:gd name="connsiteX91" fmla="*/ 1466850 w 1821180"/>
                    <a:gd name="connsiteY91" fmla="*/ 1325880 h 2228850"/>
                    <a:gd name="connsiteX92" fmla="*/ 1421130 w 1821180"/>
                    <a:gd name="connsiteY92" fmla="*/ 1291590 h 2228850"/>
                    <a:gd name="connsiteX93" fmla="*/ 1398270 w 1821180"/>
                    <a:gd name="connsiteY93" fmla="*/ 1226820 h 2228850"/>
                    <a:gd name="connsiteX94" fmla="*/ 1398270 w 1821180"/>
                    <a:gd name="connsiteY94" fmla="*/ 1154430 h 2228850"/>
                    <a:gd name="connsiteX95" fmla="*/ 1402080 w 1821180"/>
                    <a:gd name="connsiteY95" fmla="*/ 1123950 h 2228850"/>
                    <a:gd name="connsiteX96" fmla="*/ 1409700 w 1821180"/>
                    <a:gd name="connsiteY96" fmla="*/ 1085850 h 2228850"/>
                    <a:gd name="connsiteX97" fmla="*/ 1440180 w 1821180"/>
                    <a:gd name="connsiteY97" fmla="*/ 1070610 h 2228850"/>
                    <a:gd name="connsiteX98" fmla="*/ 1474470 w 1821180"/>
                    <a:gd name="connsiteY98" fmla="*/ 1055370 h 2228850"/>
                    <a:gd name="connsiteX99" fmla="*/ 1466850 w 1821180"/>
                    <a:gd name="connsiteY99" fmla="*/ 1024890 h 2228850"/>
                    <a:gd name="connsiteX100" fmla="*/ 1432560 w 1821180"/>
                    <a:gd name="connsiteY100" fmla="*/ 998220 h 2228850"/>
                    <a:gd name="connsiteX101" fmla="*/ 1386840 w 1821180"/>
                    <a:gd name="connsiteY101" fmla="*/ 944880 h 2228850"/>
                    <a:gd name="connsiteX102" fmla="*/ 1371600 w 1821180"/>
                    <a:gd name="connsiteY102" fmla="*/ 899160 h 2228850"/>
                    <a:gd name="connsiteX103" fmla="*/ 1367790 w 1821180"/>
                    <a:gd name="connsiteY103" fmla="*/ 842010 h 2228850"/>
                    <a:gd name="connsiteX104" fmla="*/ 1352550 w 1821180"/>
                    <a:gd name="connsiteY104" fmla="*/ 811530 h 2228850"/>
                    <a:gd name="connsiteX105" fmla="*/ 1337310 w 1821180"/>
                    <a:gd name="connsiteY105" fmla="*/ 781050 h 2228850"/>
                    <a:gd name="connsiteX106" fmla="*/ 1325880 w 1821180"/>
                    <a:gd name="connsiteY106" fmla="*/ 735330 h 2228850"/>
                    <a:gd name="connsiteX107" fmla="*/ 1341120 w 1821180"/>
                    <a:gd name="connsiteY107" fmla="*/ 704850 h 2228850"/>
                    <a:gd name="connsiteX108" fmla="*/ 1360170 w 1821180"/>
                    <a:gd name="connsiteY108" fmla="*/ 681990 h 2228850"/>
                    <a:gd name="connsiteX109" fmla="*/ 1398270 w 1821180"/>
                    <a:gd name="connsiteY109" fmla="*/ 678180 h 2228850"/>
                    <a:gd name="connsiteX110" fmla="*/ 1398270 w 1821180"/>
                    <a:gd name="connsiteY110" fmla="*/ 678180 h 2228850"/>
                    <a:gd name="connsiteX111" fmla="*/ 1474470 w 1821180"/>
                    <a:gd name="connsiteY111" fmla="*/ 697230 h 2228850"/>
                    <a:gd name="connsiteX112" fmla="*/ 1512570 w 1821180"/>
                    <a:gd name="connsiteY112" fmla="*/ 670560 h 2228850"/>
                    <a:gd name="connsiteX113" fmla="*/ 1504950 w 1821180"/>
                    <a:gd name="connsiteY113" fmla="*/ 647700 h 2228850"/>
                    <a:gd name="connsiteX114" fmla="*/ 1531620 w 1821180"/>
                    <a:gd name="connsiteY114" fmla="*/ 628650 h 2228850"/>
                    <a:gd name="connsiteX115" fmla="*/ 1554480 w 1821180"/>
                    <a:gd name="connsiteY115" fmla="*/ 605790 h 2228850"/>
                    <a:gd name="connsiteX116" fmla="*/ 1546860 w 1821180"/>
                    <a:gd name="connsiteY116" fmla="*/ 571500 h 2228850"/>
                    <a:gd name="connsiteX117" fmla="*/ 1512570 w 1821180"/>
                    <a:gd name="connsiteY117" fmla="*/ 552450 h 2228850"/>
                    <a:gd name="connsiteX118" fmla="*/ 1459230 w 1821180"/>
                    <a:gd name="connsiteY118" fmla="*/ 537210 h 2228850"/>
                    <a:gd name="connsiteX119" fmla="*/ 1432560 w 1821180"/>
                    <a:gd name="connsiteY119" fmla="*/ 518160 h 2228850"/>
                    <a:gd name="connsiteX120" fmla="*/ 1383030 w 1821180"/>
                    <a:gd name="connsiteY120" fmla="*/ 472440 h 2228850"/>
                    <a:gd name="connsiteX121" fmla="*/ 1383030 w 1821180"/>
                    <a:gd name="connsiteY121" fmla="*/ 419100 h 2228850"/>
                    <a:gd name="connsiteX122" fmla="*/ 1379220 w 1821180"/>
                    <a:gd name="connsiteY122" fmla="*/ 381000 h 2228850"/>
                    <a:gd name="connsiteX123" fmla="*/ 1394460 w 1821180"/>
                    <a:gd name="connsiteY123" fmla="*/ 369570 h 2228850"/>
                    <a:gd name="connsiteX124" fmla="*/ 1428750 w 1821180"/>
                    <a:gd name="connsiteY124" fmla="*/ 358140 h 2228850"/>
                    <a:gd name="connsiteX125" fmla="*/ 1466850 w 1821180"/>
                    <a:gd name="connsiteY125" fmla="*/ 354330 h 2228850"/>
                    <a:gd name="connsiteX126" fmla="*/ 1451610 w 1821180"/>
                    <a:gd name="connsiteY126" fmla="*/ 327660 h 2228850"/>
                    <a:gd name="connsiteX127" fmla="*/ 1394460 w 1821180"/>
                    <a:gd name="connsiteY127" fmla="*/ 323850 h 2228850"/>
                    <a:gd name="connsiteX128" fmla="*/ 1333500 w 1821180"/>
                    <a:gd name="connsiteY128" fmla="*/ 339090 h 2228850"/>
                    <a:gd name="connsiteX129" fmla="*/ 1272540 w 1821180"/>
                    <a:gd name="connsiteY129" fmla="*/ 361950 h 2228850"/>
                    <a:gd name="connsiteX130" fmla="*/ 1188720 w 1821180"/>
                    <a:gd name="connsiteY130" fmla="*/ 381000 h 2228850"/>
                    <a:gd name="connsiteX131" fmla="*/ 1104900 w 1821180"/>
                    <a:gd name="connsiteY131" fmla="*/ 381000 h 2228850"/>
                    <a:gd name="connsiteX132" fmla="*/ 1021080 w 1821180"/>
                    <a:gd name="connsiteY132" fmla="*/ 396240 h 2228850"/>
                    <a:gd name="connsiteX133" fmla="*/ 982980 w 1821180"/>
                    <a:gd name="connsiteY133" fmla="*/ 403860 h 2228850"/>
                    <a:gd name="connsiteX134" fmla="*/ 960120 w 1821180"/>
                    <a:gd name="connsiteY134" fmla="*/ 441960 h 2228850"/>
                    <a:gd name="connsiteX135" fmla="*/ 902970 w 1821180"/>
                    <a:gd name="connsiteY135" fmla="*/ 438150 h 2228850"/>
                    <a:gd name="connsiteX136" fmla="*/ 822960 w 1821180"/>
                    <a:gd name="connsiteY136" fmla="*/ 441960 h 2228850"/>
                    <a:gd name="connsiteX137" fmla="*/ 765810 w 1821180"/>
                    <a:gd name="connsiteY137" fmla="*/ 441960 h 2228850"/>
                    <a:gd name="connsiteX138" fmla="*/ 697230 w 1821180"/>
                    <a:gd name="connsiteY138" fmla="*/ 438150 h 2228850"/>
                    <a:gd name="connsiteX139" fmla="*/ 651510 w 1821180"/>
                    <a:gd name="connsiteY139" fmla="*/ 434340 h 2228850"/>
                    <a:gd name="connsiteX140" fmla="*/ 582930 w 1821180"/>
                    <a:gd name="connsiteY140" fmla="*/ 422910 h 222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821180" h="2228850">
                      <a:moveTo>
                        <a:pt x="582930" y="422910"/>
                      </a:moveTo>
                      <a:lnTo>
                        <a:pt x="449580" y="297180"/>
                      </a:lnTo>
                      <a:lnTo>
                        <a:pt x="419100" y="255270"/>
                      </a:lnTo>
                      <a:lnTo>
                        <a:pt x="400050" y="213360"/>
                      </a:lnTo>
                      <a:lnTo>
                        <a:pt x="400050" y="167640"/>
                      </a:lnTo>
                      <a:lnTo>
                        <a:pt x="400050" y="125730"/>
                      </a:lnTo>
                      <a:lnTo>
                        <a:pt x="400050" y="125730"/>
                      </a:lnTo>
                      <a:lnTo>
                        <a:pt x="342900" y="91440"/>
                      </a:lnTo>
                      <a:lnTo>
                        <a:pt x="293370" y="60960"/>
                      </a:lnTo>
                      <a:lnTo>
                        <a:pt x="270510" y="22860"/>
                      </a:lnTo>
                      <a:lnTo>
                        <a:pt x="240030" y="22860"/>
                      </a:lnTo>
                      <a:lnTo>
                        <a:pt x="167640" y="19050"/>
                      </a:lnTo>
                      <a:lnTo>
                        <a:pt x="118110" y="0"/>
                      </a:lnTo>
                      <a:lnTo>
                        <a:pt x="80010" y="3810"/>
                      </a:lnTo>
                      <a:lnTo>
                        <a:pt x="38100" y="41910"/>
                      </a:lnTo>
                      <a:lnTo>
                        <a:pt x="0" y="76200"/>
                      </a:lnTo>
                      <a:lnTo>
                        <a:pt x="15240" y="163830"/>
                      </a:lnTo>
                      <a:lnTo>
                        <a:pt x="41910" y="236220"/>
                      </a:lnTo>
                      <a:lnTo>
                        <a:pt x="45720" y="289560"/>
                      </a:lnTo>
                      <a:lnTo>
                        <a:pt x="41910" y="331470"/>
                      </a:lnTo>
                      <a:lnTo>
                        <a:pt x="72390" y="407670"/>
                      </a:lnTo>
                      <a:lnTo>
                        <a:pt x="186690" y="563880"/>
                      </a:lnTo>
                      <a:lnTo>
                        <a:pt x="232410" y="685800"/>
                      </a:lnTo>
                      <a:lnTo>
                        <a:pt x="335280" y="796290"/>
                      </a:lnTo>
                      <a:lnTo>
                        <a:pt x="369570" y="838200"/>
                      </a:lnTo>
                      <a:lnTo>
                        <a:pt x="400050" y="895350"/>
                      </a:lnTo>
                      <a:lnTo>
                        <a:pt x="445770" y="937260"/>
                      </a:lnTo>
                      <a:lnTo>
                        <a:pt x="487680" y="971550"/>
                      </a:lnTo>
                      <a:lnTo>
                        <a:pt x="491490" y="1040130"/>
                      </a:lnTo>
                      <a:lnTo>
                        <a:pt x="495300" y="1101090"/>
                      </a:lnTo>
                      <a:lnTo>
                        <a:pt x="476250" y="1154430"/>
                      </a:lnTo>
                      <a:lnTo>
                        <a:pt x="441960" y="1184910"/>
                      </a:lnTo>
                      <a:lnTo>
                        <a:pt x="441960" y="1184910"/>
                      </a:lnTo>
                      <a:lnTo>
                        <a:pt x="472440" y="1242060"/>
                      </a:lnTo>
                      <a:lnTo>
                        <a:pt x="556260" y="1303020"/>
                      </a:lnTo>
                      <a:lnTo>
                        <a:pt x="598170" y="1371600"/>
                      </a:lnTo>
                      <a:lnTo>
                        <a:pt x="613410" y="1432560"/>
                      </a:lnTo>
                      <a:lnTo>
                        <a:pt x="659130" y="1455420"/>
                      </a:lnTo>
                      <a:lnTo>
                        <a:pt x="712470" y="1455420"/>
                      </a:lnTo>
                      <a:lnTo>
                        <a:pt x="731520" y="1447800"/>
                      </a:lnTo>
                      <a:lnTo>
                        <a:pt x="765810" y="1463040"/>
                      </a:lnTo>
                      <a:lnTo>
                        <a:pt x="819150" y="1531620"/>
                      </a:lnTo>
                      <a:lnTo>
                        <a:pt x="842010" y="1584960"/>
                      </a:lnTo>
                      <a:lnTo>
                        <a:pt x="861060" y="1619250"/>
                      </a:lnTo>
                      <a:lnTo>
                        <a:pt x="849630" y="1645920"/>
                      </a:lnTo>
                      <a:lnTo>
                        <a:pt x="819150" y="1661160"/>
                      </a:lnTo>
                      <a:lnTo>
                        <a:pt x="803910" y="1672590"/>
                      </a:lnTo>
                      <a:lnTo>
                        <a:pt x="807720" y="1691640"/>
                      </a:lnTo>
                      <a:lnTo>
                        <a:pt x="845820" y="1725930"/>
                      </a:lnTo>
                      <a:lnTo>
                        <a:pt x="876300" y="1767840"/>
                      </a:lnTo>
                      <a:lnTo>
                        <a:pt x="899160" y="1809750"/>
                      </a:lnTo>
                      <a:lnTo>
                        <a:pt x="941070" y="1851660"/>
                      </a:lnTo>
                      <a:lnTo>
                        <a:pt x="971550" y="1866900"/>
                      </a:lnTo>
                      <a:lnTo>
                        <a:pt x="979170" y="1912620"/>
                      </a:lnTo>
                      <a:lnTo>
                        <a:pt x="952500" y="1920240"/>
                      </a:lnTo>
                      <a:lnTo>
                        <a:pt x="941070" y="1954530"/>
                      </a:lnTo>
                      <a:lnTo>
                        <a:pt x="948690" y="2007870"/>
                      </a:lnTo>
                      <a:lnTo>
                        <a:pt x="990600" y="2106930"/>
                      </a:lnTo>
                      <a:lnTo>
                        <a:pt x="1002030" y="2156460"/>
                      </a:lnTo>
                      <a:lnTo>
                        <a:pt x="994410" y="2198370"/>
                      </a:lnTo>
                      <a:lnTo>
                        <a:pt x="1017270" y="2217420"/>
                      </a:lnTo>
                      <a:lnTo>
                        <a:pt x="1066800" y="2198370"/>
                      </a:lnTo>
                      <a:lnTo>
                        <a:pt x="1112520" y="2205990"/>
                      </a:lnTo>
                      <a:lnTo>
                        <a:pt x="1143000" y="2228850"/>
                      </a:lnTo>
                      <a:lnTo>
                        <a:pt x="1188720" y="2217420"/>
                      </a:lnTo>
                      <a:lnTo>
                        <a:pt x="1215390" y="2164080"/>
                      </a:lnTo>
                      <a:lnTo>
                        <a:pt x="1257300" y="2095500"/>
                      </a:lnTo>
                      <a:lnTo>
                        <a:pt x="1299210" y="2057400"/>
                      </a:lnTo>
                      <a:lnTo>
                        <a:pt x="1318260" y="2000250"/>
                      </a:lnTo>
                      <a:lnTo>
                        <a:pt x="1341120" y="1962150"/>
                      </a:lnTo>
                      <a:lnTo>
                        <a:pt x="1379220" y="1962150"/>
                      </a:lnTo>
                      <a:lnTo>
                        <a:pt x="1417320" y="1977390"/>
                      </a:lnTo>
                      <a:lnTo>
                        <a:pt x="1482090" y="1973580"/>
                      </a:lnTo>
                      <a:lnTo>
                        <a:pt x="1512570" y="1962150"/>
                      </a:lnTo>
                      <a:lnTo>
                        <a:pt x="1516380" y="1920240"/>
                      </a:lnTo>
                      <a:lnTo>
                        <a:pt x="1550670" y="1832610"/>
                      </a:lnTo>
                      <a:lnTo>
                        <a:pt x="1577340" y="1779270"/>
                      </a:lnTo>
                      <a:lnTo>
                        <a:pt x="1596390" y="1733550"/>
                      </a:lnTo>
                      <a:lnTo>
                        <a:pt x="1649730" y="1691640"/>
                      </a:lnTo>
                      <a:lnTo>
                        <a:pt x="1706880" y="1664970"/>
                      </a:lnTo>
                      <a:lnTo>
                        <a:pt x="1752600" y="1645920"/>
                      </a:lnTo>
                      <a:lnTo>
                        <a:pt x="1790700" y="1623060"/>
                      </a:lnTo>
                      <a:lnTo>
                        <a:pt x="1821180" y="1600200"/>
                      </a:lnTo>
                      <a:lnTo>
                        <a:pt x="1779270" y="1569720"/>
                      </a:lnTo>
                      <a:lnTo>
                        <a:pt x="1737360" y="1516380"/>
                      </a:lnTo>
                      <a:lnTo>
                        <a:pt x="1714500" y="1459230"/>
                      </a:lnTo>
                      <a:lnTo>
                        <a:pt x="1672590" y="1375410"/>
                      </a:lnTo>
                      <a:lnTo>
                        <a:pt x="1653540" y="1325880"/>
                      </a:lnTo>
                      <a:lnTo>
                        <a:pt x="1611630" y="1318260"/>
                      </a:lnTo>
                      <a:lnTo>
                        <a:pt x="1550670" y="1329690"/>
                      </a:lnTo>
                      <a:lnTo>
                        <a:pt x="1504950" y="1337310"/>
                      </a:lnTo>
                      <a:lnTo>
                        <a:pt x="1466850" y="1325880"/>
                      </a:lnTo>
                      <a:lnTo>
                        <a:pt x="1421130" y="1291590"/>
                      </a:lnTo>
                      <a:lnTo>
                        <a:pt x="1398270" y="1226820"/>
                      </a:lnTo>
                      <a:lnTo>
                        <a:pt x="1398270" y="1154430"/>
                      </a:lnTo>
                      <a:lnTo>
                        <a:pt x="1402080" y="1123950"/>
                      </a:lnTo>
                      <a:lnTo>
                        <a:pt x="1409700" y="1085850"/>
                      </a:lnTo>
                      <a:lnTo>
                        <a:pt x="1440180" y="1070610"/>
                      </a:lnTo>
                      <a:lnTo>
                        <a:pt x="1474470" y="1055370"/>
                      </a:lnTo>
                      <a:lnTo>
                        <a:pt x="1466850" y="1024890"/>
                      </a:lnTo>
                      <a:lnTo>
                        <a:pt x="1432560" y="998220"/>
                      </a:lnTo>
                      <a:lnTo>
                        <a:pt x="1386840" y="944880"/>
                      </a:lnTo>
                      <a:lnTo>
                        <a:pt x="1371600" y="899160"/>
                      </a:lnTo>
                      <a:lnTo>
                        <a:pt x="1367790" y="842010"/>
                      </a:lnTo>
                      <a:lnTo>
                        <a:pt x="1352550" y="811530"/>
                      </a:lnTo>
                      <a:lnTo>
                        <a:pt x="1337310" y="781050"/>
                      </a:lnTo>
                      <a:lnTo>
                        <a:pt x="1325880" y="735330"/>
                      </a:lnTo>
                      <a:lnTo>
                        <a:pt x="1341120" y="704850"/>
                      </a:lnTo>
                      <a:lnTo>
                        <a:pt x="1360170" y="681990"/>
                      </a:lnTo>
                      <a:lnTo>
                        <a:pt x="1398270" y="678180"/>
                      </a:lnTo>
                      <a:lnTo>
                        <a:pt x="1398270" y="678180"/>
                      </a:lnTo>
                      <a:lnTo>
                        <a:pt x="1474470" y="697230"/>
                      </a:lnTo>
                      <a:lnTo>
                        <a:pt x="1512570" y="670560"/>
                      </a:lnTo>
                      <a:lnTo>
                        <a:pt x="1504950" y="647700"/>
                      </a:lnTo>
                      <a:lnTo>
                        <a:pt x="1531620" y="628650"/>
                      </a:lnTo>
                      <a:lnTo>
                        <a:pt x="1554480" y="605790"/>
                      </a:lnTo>
                      <a:lnTo>
                        <a:pt x="1546860" y="571500"/>
                      </a:lnTo>
                      <a:lnTo>
                        <a:pt x="1512570" y="552450"/>
                      </a:lnTo>
                      <a:lnTo>
                        <a:pt x="1459230" y="537210"/>
                      </a:lnTo>
                      <a:lnTo>
                        <a:pt x="1432560" y="518160"/>
                      </a:lnTo>
                      <a:lnTo>
                        <a:pt x="1383030" y="472440"/>
                      </a:lnTo>
                      <a:lnTo>
                        <a:pt x="1383030" y="419100"/>
                      </a:lnTo>
                      <a:lnTo>
                        <a:pt x="1379220" y="381000"/>
                      </a:lnTo>
                      <a:lnTo>
                        <a:pt x="1394460" y="369570"/>
                      </a:lnTo>
                      <a:lnTo>
                        <a:pt x="1428750" y="358140"/>
                      </a:lnTo>
                      <a:lnTo>
                        <a:pt x="1466850" y="354330"/>
                      </a:lnTo>
                      <a:lnTo>
                        <a:pt x="1451610" y="327660"/>
                      </a:lnTo>
                      <a:lnTo>
                        <a:pt x="1394460" y="323850"/>
                      </a:lnTo>
                      <a:lnTo>
                        <a:pt x="1333500" y="339090"/>
                      </a:lnTo>
                      <a:lnTo>
                        <a:pt x="1272540" y="361950"/>
                      </a:lnTo>
                      <a:lnTo>
                        <a:pt x="1188720" y="381000"/>
                      </a:lnTo>
                      <a:lnTo>
                        <a:pt x="1104900" y="381000"/>
                      </a:lnTo>
                      <a:lnTo>
                        <a:pt x="1021080" y="396240"/>
                      </a:lnTo>
                      <a:lnTo>
                        <a:pt x="982980" y="403860"/>
                      </a:lnTo>
                      <a:lnTo>
                        <a:pt x="960120" y="441960"/>
                      </a:lnTo>
                      <a:lnTo>
                        <a:pt x="902970" y="438150"/>
                      </a:lnTo>
                      <a:lnTo>
                        <a:pt x="822960" y="441960"/>
                      </a:lnTo>
                      <a:lnTo>
                        <a:pt x="765810" y="441960"/>
                      </a:lnTo>
                      <a:lnTo>
                        <a:pt x="697230" y="438150"/>
                      </a:lnTo>
                      <a:lnTo>
                        <a:pt x="651510" y="434340"/>
                      </a:lnTo>
                      <a:lnTo>
                        <a:pt x="582930" y="4229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5" name="구로구">
                  <a:extLst>
                    <a:ext uri="{FF2B5EF4-FFF2-40B4-BE49-F238E27FC236}">
                      <a16:creationId xmlns:a16="http://schemas.microsoft.com/office/drawing/2014/main" id="{177D9FDC-C278-105F-6DFB-7A68BD6354BF}"/>
                    </a:ext>
                  </a:extLst>
                </p:cNvPr>
                <p:cNvSpPr/>
                <p:nvPr/>
              </p:nvSpPr>
              <p:spPr>
                <a:xfrm>
                  <a:off x="-2463800" y="8884920"/>
                  <a:ext cx="2946400" cy="1734820"/>
                </a:xfrm>
                <a:custGeom>
                  <a:avLst/>
                  <a:gdLst>
                    <a:gd name="connsiteX0" fmla="*/ 2123440 w 2946400"/>
                    <a:gd name="connsiteY0" fmla="*/ 180340 h 1734820"/>
                    <a:gd name="connsiteX1" fmla="*/ 2085340 w 2946400"/>
                    <a:gd name="connsiteY1" fmla="*/ 218440 h 1734820"/>
                    <a:gd name="connsiteX2" fmla="*/ 2054860 w 2946400"/>
                    <a:gd name="connsiteY2" fmla="*/ 248920 h 1734820"/>
                    <a:gd name="connsiteX3" fmla="*/ 2037080 w 2946400"/>
                    <a:gd name="connsiteY3" fmla="*/ 297180 h 1734820"/>
                    <a:gd name="connsiteX4" fmla="*/ 2004060 w 2946400"/>
                    <a:gd name="connsiteY4" fmla="*/ 347980 h 1734820"/>
                    <a:gd name="connsiteX5" fmla="*/ 1950720 w 2946400"/>
                    <a:gd name="connsiteY5" fmla="*/ 406400 h 1734820"/>
                    <a:gd name="connsiteX6" fmla="*/ 1887220 w 2946400"/>
                    <a:gd name="connsiteY6" fmla="*/ 434340 h 1734820"/>
                    <a:gd name="connsiteX7" fmla="*/ 1831340 w 2946400"/>
                    <a:gd name="connsiteY7" fmla="*/ 452120 h 1734820"/>
                    <a:gd name="connsiteX8" fmla="*/ 1739900 w 2946400"/>
                    <a:gd name="connsiteY8" fmla="*/ 490220 h 1734820"/>
                    <a:gd name="connsiteX9" fmla="*/ 1706880 w 2946400"/>
                    <a:gd name="connsiteY9" fmla="*/ 510540 h 1734820"/>
                    <a:gd name="connsiteX10" fmla="*/ 1678940 w 2946400"/>
                    <a:gd name="connsiteY10" fmla="*/ 518160 h 1734820"/>
                    <a:gd name="connsiteX11" fmla="*/ 1656080 w 2946400"/>
                    <a:gd name="connsiteY11" fmla="*/ 505460 h 1734820"/>
                    <a:gd name="connsiteX12" fmla="*/ 1645920 w 2946400"/>
                    <a:gd name="connsiteY12" fmla="*/ 464820 h 1734820"/>
                    <a:gd name="connsiteX13" fmla="*/ 1628140 w 2946400"/>
                    <a:gd name="connsiteY13" fmla="*/ 431800 h 1734820"/>
                    <a:gd name="connsiteX14" fmla="*/ 1602740 w 2946400"/>
                    <a:gd name="connsiteY14" fmla="*/ 411480 h 1734820"/>
                    <a:gd name="connsiteX15" fmla="*/ 1551940 w 2946400"/>
                    <a:gd name="connsiteY15" fmla="*/ 424180 h 1734820"/>
                    <a:gd name="connsiteX16" fmla="*/ 1516380 w 2946400"/>
                    <a:gd name="connsiteY16" fmla="*/ 439420 h 1734820"/>
                    <a:gd name="connsiteX17" fmla="*/ 1488440 w 2946400"/>
                    <a:gd name="connsiteY17" fmla="*/ 419100 h 1734820"/>
                    <a:gd name="connsiteX18" fmla="*/ 1480820 w 2946400"/>
                    <a:gd name="connsiteY18" fmla="*/ 393700 h 1734820"/>
                    <a:gd name="connsiteX19" fmla="*/ 1490980 w 2946400"/>
                    <a:gd name="connsiteY19" fmla="*/ 370840 h 1734820"/>
                    <a:gd name="connsiteX20" fmla="*/ 1478280 w 2946400"/>
                    <a:gd name="connsiteY20" fmla="*/ 332740 h 1734820"/>
                    <a:gd name="connsiteX21" fmla="*/ 1460500 w 2946400"/>
                    <a:gd name="connsiteY21" fmla="*/ 314960 h 1734820"/>
                    <a:gd name="connsiteX22" fmla="*/ 1424940 w 2946400"/>
                    <a:gd name="connsiteY22" fmla="*/ 317500 h 1734820"/>
                    <a:gd name="connsiteX23" fmla="*/ 1399540 w 2946400"/>
                    <a:gd name="connsiteY23" fmla="*/ 330200 h 1734820"/>
                    <a:gd name="connsiteX24" fmla="*/ 1374140 w 2946400"/>
                    <a:gd name="connsiteY24" fmla="*/ 307340 h 1734820"/>
                    <a:gd name="connsiteX25" fmla="*/ 1338580 w 2946400"/>
                    <a:gd name="connsiteY25" fmla="*/ 266700 h 1734820"/>
                    <a:gd name="connsiteX26" fmla="*/ 1308100 w 2946400"/>
                    <a:gd name="connsiteY26" fmla="*/ 241300 h 1734820"/>
                    <a:gd name="connsiteX27" fmla="*/ 1254760 w 2946400"/>
                    <a:gd name="connsiteY27" fmla="*/ 259080 h 1734820"/>
                    <a:gd name="connsiteX28" fmla="*/ 1234440 w 2946400"/>
                    <a:gd name="connsiteY28" fmla="*/ 294640 h 1734820"/>
                    <a:gd name="connsiteX29" fmla="*/ 1193800 w 2946400"/>
                    <a:gd name="connsiteY29" fmla="*/ 307340 h 1734820"/>
                    <a:gd name="connsiteX30" fmla="*/ 1155700 w 2946400"/>
                    <a:gd name="connsiteY30" fmla="*/ 317500 h 1734820"/>
                    <a:gd name="connsiteX31" fmla="*/ 1115060 w 2946400"/>
                    <a:gd name="connsiteY31" fmla="*/ 365760 h 1734820"/>
                    <a:gd name="connsiteX32" fmla="*/ 1087120 w 2946400"/>
                    <a:gd name="connsiteY32" fmla="*/ 419100 h 1734820"/>
                    <a:gd name="connsiteX33" fmla="*/ 1069340 w 2946400"/>
                    <a:gd name="connsiteY33" fmla="*/ 449580 h 1734820"/>
                    <a:gd name="connsiteX34" fmla="*/ 1036320 w 2946400"/>
                    <a:gd name="connsiteY34" fmla="*/ 474980 h 1734820"/>
                    <a:gd name="connsiteX35" fmla="*/ 1010920 w 2946400"/>
                    <a:gd name="connsiteY35" fmla="*/ 482600 h 1734820"/>
                    <a:gd name="connsiteX36" fmla="*/ 967740 w 2946400"/>
                    <a:gd name="connsiteY36" fmla="*/ 464820 h 1734820"/>
                    <a:gd name="connsiteX37" fmla="*/ 944880 w 2946400"/>
                    <a:gd name="connsiteY37" fmla="*/ 485140 h 1734820"/>
                    <a:gd name="connsiteX38" fmla="*/ 942340 w 2946400"/>
                    <a:gd name="connsiteY38" fmla="*/ 528320 h 1734820"/>
                    <a:gd name="connsiteX39" fmla="*/ 944880 w 2946400"/>
                    <a:gd name="connsiteY39" fmla="*/ 576580 h 1734820"/>
                    <a:gd name="connsiteX40" fmla="*/ 937260 w 2946400"/>
                    <a:gd name="connsiteY40" fmla="*/ 632460 h 1734820"/>
                    <a:gd name="connsiteX41" fmla="*/ 894080 w 2946400"/>
                    <a:gd name="connsiteY41" fmla="*/ 675640 h 1734820"/>
                    <a:gd name="connsiteX42" fmla="*/ 866140 w 2946400"/>
                    <a:gd name="connsiteY42" fmla="*/ 685800 h 1734820"/>
                    <a:gd name="connsiteX43" fmla="*/ 828040 w 2946400"/>
                    <a:gd name="connsiteY43" fmla="*/ 678180 h 1734820"/>
                    <a:gd name="connsiteX44" fmla="*/ 825500 w 2946400"/>
                    <a:gd name="connsiteY44" fmla="*/ 642620 h 1734820"/>
                    <a:gd name="connsiteX45" fmla="*/ 812800 w 2946400"/>
                    <a:gd name="connsiteY45" fmla="*/ 612140 h 1734820"/>
                    <a:gd name="connsiteX46" fmla="*/ 795020 w 2946400"/>
                    <a:gd name="connsiteY46" fmla="*/ 581660 h 1734820"/>
                    <a:gd name="connsiteX47" fmla="*/ 769620 w 2946400"/>
                    <a:gd name="connsiteY47" fmla="*/ 571500 h 1734820"/>
                    <a:gd name="connsiteX48" fmla="*/ 723900 w 2946400"/>
                    <a:gd name="connsiteY48" fmla="*/ 579120 h 1734820"/>
                    <a:gd name="connsiteX49" fmla="*/ 680720 w 2946400"/>
                    <a:gd name="connsiteY49" fmla="*/ 566420 h 1734820"/>
                    <a:gd name="connsiteX50" fmla="*/ 660400 w 2946400"/>
                    <a:gd name="connsiteY50" fmla="*/ 553720 h 1734820"/>
                    <a:gd name="connsiteX51" fmla="*/ 612140 w 2946400"/>
                    <a:gd name="connsiteY51" fmla="*/ 546100 h 1734820"/>
                    <a:gd name="connsiteX52" fmla="*/ 584200 w 2946400"/>
                    <a:gd name="connsiteY52" fmla="*/ 533400 h 1734820"/>
                    <a:gd name="connsiteX53" fmla="*/ 568960 w 2946400"/>
                    <a:gd name="connsiteY53" fmla="*/ 495300 h 1734820"/>
                    <a:gd name="connsiteX54" fmla="*/ 568960 w 2946400"/>
                    <a:gd name="connsiteY54" fmla="*/ 452120 h 1734820"/>
                    <a:gd name="connsiteX55" fmla="*/ 568960 w 2946400"/>
                    <a:gd name="connsiteY55" fmla="*/ 411480 h 1734820"/>
                    <a:gd name="connsiteX56" fmla="*/ 566420 w 2946400"/>
                    <a:gd name="connsiteY56" fmla="*/ 378460 h 1734820"/>
                    <a:gd name="connsiteX57" fmla="*/ 591820 w 2946400"/>
                    <a:gd name="connsiteY57" fmla="*/ 365760 h 1734820"/>
                    <a:gd name="connsiteX58" fmla="*/ 624840 w 2946400"/>
                    <a:gd name="connsiteY58" fmla="*/ 355600 h 1734820"/>
                    <a:gd name="connsiteX59" fmla="*/ 637540 w 2946400"/>
                    <a:gd name="connsiteY59" fmla="*/ 330200 h 1734820"/>
                    <a:gd name="connsiteX60" fmla="*/ 617220 w 2946400"/>
                    <a:gd name="connsiteY60" fmla="*/ 314960 h 1734820"/>
                    <a:gd name="connsiteX61" fmla="*/ 574040 w 2946400"/>
                    <a:gd name="connsiteY61" fmla="*/ 317500 h 1734820"/>
                    <a:gd name="connsiteX62" fmla="*/ 548640 w 2946400"/>
                    <a:gd name="connsiteY62" fmla="*/ 325120 h 1734820"/>
                    <a:gd name="connsiteX63" fmla="*/ 487680 w 2946400"/>
                    <a:gd name="connsiteY63" fmla="*/ 317500 h 1734820"/>
                    <a:gd name="connsiteX64" fmla="*/ 439420 w 2946400"/>
                    <a:gd name="connsiteY64" fmla="*/ 320040 h 1734820"/>
                    <a:gd name="connsiteX65" fmla="*/ 393700 w 2946400"/>
                    <a:gd name="connsiteY65" fmla="*/ 320040 h 1734820"/>
                    <a:gd name="connsiteX66" fmla="*/ 365760 w 2946400"/>
                    <a:gd name="connsiteY66" fmla="*/ 327660 h 1734820"/>
                    <a:gd name="connsiteX67" fmla="*/ 335280 w 2946400"/>
                    <a:gd name="connsiteY67" fmla="*/ 345440 h 1734820"/>
                    <a:gd name="connsiteX68" fmla="*/ 327660 w 2946400"/>
                    <a:gd name="connsiteY68" fmla="*/ 381000 h 1734820"/>
                    <a:gd name="connsiteX69" fmla="*/ 335280 w 2946400"/>
                    <a:gd name="connsiteY69" fmla="*/ 439420 h 1734820"/>
                    <a:gd name="connsiteX70" fmla="*/ 337820 w 2946400"/>
                    <a:gd name="connsiteY70" fmla="*/ 495300 h 1734820"/>
                    <a:gd name="connsiteX71" fmla="*/ 332740 w 2946400"/>
                    <a:gd name="connsiteY71" fmla="*/ 543560 h 1734820"/>
                    <a:gd name="connsiteX72" fmla="*/ 297180 w 2946400"/>
                    <a:gd name="connsiteY72" fmla="*/ 571500 h 1734820"/>
                    <a:gd name="connsiteX73" fmla="*/ 254000 w 2946400"/>
                    <a:gd name="connsiteY73" fmla="*/ 612140 h 1734820"/>
                    <a:gd name="connsiteX74" fmla="*/ 213360 w 2946400"/>
                    <a:gd name="connsiteY74" fmla="*/ 642620 h 1734820"/>
                    <a:gd name="connsiteX75" fmla="*/ 154940 w 2946400"/>
                    <a:gd name="connsiteY75" fmla="*/ 657860 h 1734820"/>
                    <a:gd name="connsiteX76" fmla="*/ 83820 w 2946400"/>
                    <a:gd name="connsiteY76" fmla="*/ 685800 h 1734820"/>
                    <a:gd name="connsiteX77" fmla="*/ 53340 w 2946400"/>
                    <a:gd name="connsiteY77" fmla="*/ 706120 h 1734820"/>
                    <a:gd name="connsiteX78" fmla="*/ 7620 w 2946400"/>
                    <a:gd name="connsiteY78" fmla="*/ 703580 h 1734820"/>
                    <a:gd name="connsiteX79" fmla="*/ 0 w 2946400"/>
                    <a:gd name="connsiteY79" fmla="*/ 736600 h 1734820"/>
                    <a:gd name="connsiteX80" fmla="*/ 30480 w 2946400"/>
                    <a:gd name="connsiteY80" fmla="*/ 784860 h 1734820"/>
                    <a:gd name="connsiteX81" fmla="*/ 58420 w 2946400"/>
                    <a:gd name="connsiteY81" fmla="*/ 850900 h 1734820"/>
                    <a:gd name="connsiteX82" fmla="*/ 101600 w 2946400"/>
                    <a:gd name="connsiteY82" fmla="*/ 904240 h 1734820"/>
                    <a:gd name="connsiteX83" fmla="*/ 142240 w 2946400"/>
                    <a:gd name="connsiteY83" fmla="*/ 990600 h 1734820"/>
                    <a:gd name="connsiteX84" fmla="*/ 162560 w 2946400"/>
                    <a:gd name="connsiteY84" fmla="*/ 1028700 h 1734820"/>
                    <a:gd name="connsiteX85" fmla="*/ 182880 w 2946400"/>
                    <a:gd name="connsiteY85" fmla="*/ 1051560 h 1734820"/>
                    <a:gd name="connsiteX86" fmla="*/ 223520 w 2946400"/>
                    <a:gd name="connsiteY86" fmla="*/ 1046480 h 1734820"/>
                    <a:gd name="connsiteX87" fmla="*/ 266700 w 2946400"/>
                    <a:gd name="connsiteY87" fmla="*/ 1051560 h 1734820"/>
                    <a:gd name="connsiteX88" fmla="*/ 279400 w 2946400"/>
                    <a:gd name="connsiteY88" fmla="*/ 1066800 h 1734820"/>
                    <a:gd name="connsiteX89" fmla="*/ 287020 w 2946400"/>
                    <a:gd name="connsiteY89" fmla="*/ 1104900 h 1734820"/>
                    <a:gd name="connsiteX90" fmla="*/ 279400 w 2946400"/>
                    <a:gd name="connsiteY90" fmla="*/ 1160780 h 1734820"/>
                    <a:gd name="connsiteX91" fmla="*/ 256540 w 2946400"/>
                    <a:gd name="connsiteY91" fmla="*/ 1211580 h 1734820"/>
                    <a:gd name="connsiteX92" fmla="*/ 241300 w 2946400"/>
                    <a:gd name="connsiteY92" fmla="*/ 1270000 h 1734820"/>
                    <a:gd name="connsiteX93" fmla="*/ 215900 w 2946400"/>
                    <a:gd name="connsiteY93" fmla="*/ 1330960 h 1734820"/>
                    <a:gd name="connsiteX94" fmla="*/ 226060 w 2946400"/>
                    <a:gd name="connsiteY94" fmla="*/ 1432560 h 1734820"/>
                    <a:gd name="connsiteX95" fmla="*/ 233680 w 2946400"/>
                    <a:gd name="connsiteY95" fmla="*/ 1513840 h 1734820"/>
                    <a:gd name="connsiteX96" fmla="*/ 231140 w 2946400"/>
                    <a:gd name="connsiteY96" fmla="*/ 1564640 h 1734820"/>
                    <a:gd name="connsiteX97" fmla="*/ 243840 w 2946400"/>
                    <a:gd name="connsiteY97" fmla="*/ 1623060 h 1734820"/>
                    <a:gd name="connsiteX98" fmla="*/ 276860 w 2946400"/>
                    <a:gd name="connsiteY98" fmla="*/ 1653540 h 1734820"/>
                    <a:gd name="connsiteX99" fmla="*/ 365760 w 2946400"/>
                    <a:gd name="connsiteY99" fmla="*/ 1673860 h 1734820"/>
                    <a:gd name="connsiteX100" fmla="*/ 421640 w 2946400"/>
                    <a:gd name="connsiteY100" fmla="*/ 1696720 h 1734820"/>
                    <a:gd name="connsiteX101" fmla="*/ 474980 w 2946400"/>
                    <a:gd name="connsiteY101" fmla="*/ 1717040 h 1734820"/>
                    <a:gd name="connsiteX102" fmla="*/ 535940 w 2946400"/>
                    <a:gd name="connsiteY102" fmla="*/ 1717040 h 1734820"/>
                    <a:gd name="connsiteX103" fmla="*/ 568960 w 2946400"/>
                    <a:gd name="connsiteY103" fmla="*/ 1673860 h 1734820"/>
                    <a:gd name="connsiteX104" fmla="*/ 604520 w 2946400"/>
                    <a:gd name="connsiteY104" fmla="*/ 1640840 h 1734820"/>
                    <a:gd name="connsiteX105" fmla="*/ 640080 w 2946400"/>
                    <a:gd name="connsiteY105" fmla="*/ 1638300 h 1734820"/>
                    <a:gd name="connsiteX106" fmla="*/ 685800 w 2946400"/>
                    <a:gd name="connsiteY106" fmla="*/ 1671320 h 1734820"/>
                    <a:gd name="connsiteX107" fmla="*/ 728980 w 2946400"/>
                    <a:gd name="connsiteY107" fmla="*/ 1701800 h 1734820"/>
                    <a:gd name="connsiteX108" fmla="*/ 779780 w 2946400"/>
                    <a:gd name="connsiteY108" fmla="*/ 1719580 h 1734820"/>
                    <a:gd name="connsiteX109" fmla="*/ 853440 w 2946400"/>
                    <a:gd name="connsiteY109" fmla="*/ 1724660 h 1734820"/>
                    <a:gd name="connsiteX110" fmla="*/ 975360 w 2946400"/>
                    <a:gd name="connsiteY110" fmla="*/ 1734820 h 1734820"/>
                    <a:gd name="connsiteX111" fmla="*/ 1051560 w 2946400"/>
                    <a:gd name="connsiteY111" fmla="*/ 1727200 h 1734820"/>
                    <a:gd name="connsiteX112" fmla="*/ 1089660 w 2946400"/>
                    <a:gd name="connsiteY112" fmla="*/ 1676400 h 1734820"/>
                    <a:gd name="connsiteX113" fmla="*/ 1087120 w 2946400"/>
                    <a:gd name="connsiteY113" fmla="*/ 1607820 h 1734820"/>
                    <a:gd name="connsiteX114" fmla="*/ 1079500 w 2946400"/>
                    <a:gd name="connsiteY114" fmla="*/ 1531620 h 1734820"/>
                    <a:gd name="connsiteX115" fmla="*/ 1084580 w 2946400"/>
                    <a:gd name="connsiteY115" fmla="*/ 1483360 h 1734820"/>
                    <a:gd name="connsiteX116" fmla="*/ 1109980 w 2946400"/>
                    <a:gd name="connsiteY116" fmla="*/ 1442720 h 1734820"/>
                    <a:gd name="connsiteX117" fmla="*/ 1170940 w 2946400"/>
                    <a:gd name="connsiteY117" fmla="*/ 1417320 h 1734820"/>
                    <a:gd name="connsiteX118" fmla="*/ 1221740 w 2946400"/>
                    <a:gd name="connsiteY118" fmla="*/ 1424940 h 1734820"/>
                    <a:gd name="connsiteX119" fmla="*/ 1295400 w 2946400"/>
                    <a:gd name="connsiteY119" fmla="*/ 1417320 h 1734820"/>
                    <a:gd name="connsiteX120" fmla="*/ 1333500 w 2946400"/>
                    <a:gd name="connsiteY120" fmla="*/ 1424940 h 1734820"/>
                    <a:gd name="connsiteX121" fmla="*/ 1386840 w 2946400"/>
                    <a:gd name="connsiteY121" fmla="*/ 1427480 h 1734820"/>
                    <a:gd name="connsiteX122" fmla="*/ 1419860 w 2946400"/>
                    <a:gd name="connsiteY122" fmla="*/ 1386840 h 1734820"/>
                    <a:gd name="connsiteX123" fmla="*/ 1445260 w 2946400"/>
                    <a:gd name="connsiteY123" fmla="*/ 1323340 h 1734820"/>
                    <a:gd name="connsiteX124" fmla="*/ 1483360 w 2946400"/>
                    <a:gd name="connsiteY124" fmla="*/ 1280160 h 1734820"/>
                    <a:gd name="connsiteX125" fmla="*/ 1534160 w 2946400"/>
                    <a:gd name="connsiteY125" fmla="*/ 1242060 h 1734820"/>
                    <a:gd name="connsiteX126" fmla="*/ 1554480 w 2946400"/>
                    <a:gd name="connsiteY126" fmla="*/ 1229360 h 1734820"/>
                    <a:gd name="connsiteX127" fmla="*/ 1582420 w 2946400"/>
                    <a:gd name="connsiteY127" fmla="*/ 1160780 h 1734820"/>
                    <a:gd name="connsiteX128" fmla="*/ 1630680 w 2946400"/>
                    <a:gd name="connsiteY128" fmla="*/ 1097280 h 1734820"/>
                    <a:gd name="connsiteX129" fmla="*/ 1704340 w 2946400"/>
                    <a:gd name="connsiteY129" fmla="*/ 1018540 h 1734820"/>
                    <a:gd name="connsiteX130" fmla="*/ 1737360 w 2946400"/>
                    <a:gd name="connsiteY130" fmla="*/ 965200 h 1734820"/>
                    <a:gd name="connsiteX131" fmla="*/ 1775460 w 2946400"/>
                    <a:gd name="connsiteY131" fmla="*/ 922020 h 1734820"/>
                    <a:gd name="connsiteX132" fmla="*/ 1813560 w 2946400"/>
                    <a:gd name="connsiteY132" fmla="*/ 883920 h 1734820"/>
                    <a:gd name="connsiteX133" fmla="*/ 1823720 w 2946400"/>
                    <a:gd name="connsiteY133" fmla="*/ 853440 h 1734820"/>
                    <a:gd name="connsiteX134" fmla="*/ 1831340 w 2946400"/>
                    <a:gd name="connsiteY134" fmla="*/ 838200 h 1734820"/>
                    <a:gd name="connsiteX135" fmla="*/ 1874520 w 2946400"/>
                    <a:gd name="connsiteY135" fmla="*/ 843280 h 1734820"/>
                    <a:gd name="connsiteX136" fmla="*/ 1902460 w 2946400"/>
                    <a:gd name="connsiteY136" fmla="*/ 889000 h 1734820"/>
                    <a:gd name="connsiteX137" fmla="*/ 1938020 w 2946400"/>
                    <a:gd name="connsiteY137" fmla="*/ 944880 h 1734820"/>
                    <a:gd name="connsiteX138" fmla="*/ 1986280 w 2946400"/>
                    <a:gd name="connsiteY138" fmla="*/ 1013460 h 1734820"/>
                    <a:gd name="connsiteX139" fmla="*/ 2021840 w 2946400"/>
                    <a:gd name="connsiteY139" fmla="*/ 1046480 h 1734820"/>
                    <a:gd name="connsiteX140" fmla="*/ 2039620 w 2946400"/>
                    <a:gd name="connsiteY140" fmla="*/ 1084580 h 1734820"/>
                    <a:gd name="connsiteX141" fmla="*/ 2077720 w 2946400"/>
                    <a:gd name="connsiteY141" fmla="*/ 1102360 h 1734820"/>
                    <a:gd name="connsiteX142" fmla="*/ 2125980 w 2946400"/>
                    <a:gd name="connsiteY142" fmla="*/ 1079500 h 1734820"/>
                    <a:gd name="connsiteX143" fmla="*/ 2174240 w 2946400"/>
                    <a:gd name="connsiteY143" fmla="*/ 1071880 h 1734820"/>
                    <a:gd name="connsiteX144" fmla="*/ 2247900 w 2946400"/>
                    <a:gd name="connsiteY144" fmla="*/ 1079500 h 1734820"/>
                    <a:gd name="connsiteX145" fmla="*/ 2283460 w 2946400"/>
                    <a:gd name="connsiteY145" fmla="*/ 1107440 h 1734820"/>
                    <a:gd name="connsiteX146" fmla="*/ 2321560 w 2946400"/>
                    <a:gd name="connsiteY146" fmla="*/ 1150620 h 1734820"/>
                    <a:gd name="connsiteX147" fmla="*/ 2390140 w 2946400"/>
                    <a:gd name="connsiteY147" fmla="*/ 1181100 h 1734820"/>
                    <a:gd name="connsiteX148" fmla="*/ 2440940 w 2946400"/>
                    <a:gd name="connsiteY148" fmla="*/ 1229360 h 1734820"/>
                    <a:gd name="connsiteX149" fmla="*/ 2456180 w 2946400"/>
                    <a:gd name="connsiteY149" fmla="*/ 1282700 h 1734820"/>
                    <a:gd name="connsiteX150" fmla="*/ 2458720 w 2946400"/>
                    <a:gd name="connsiteY150" fmla="*/ 1346200 h 1734820"/>
                    <a:gd name="connsiteX151" fmla="*/ 2499360 w 2946400"/>
                    <a:gd name="connsiteY151" fmla="*/ 1404620 h 1734820"/>
                    <a:gd name="connsiteX152" fmla="*/ 2578100 w 2946400"/>
                    <a:gd name="connsiteY152" fmla="*/ 1478280 h 1734820"/>
                    <a:gd name="connsiteX153" fmla="*/ 2633980 w 2946400"/>
                    <a:gd name="connsiteY153" fmla="*/ 1501140 h 1734820"/>
                    <a:gd name="connsiteX154" fmla="*/ 2692400 w 2946400"/>
                    <a:gd name="connsiteY154" fmla="*/ 1490980 h 1734820"/>
                    <a:gd name="connsiteX155" fmla="*/ 2778760 w 2946400"/>
                    <a:gd name="connsiteY155" fmla="*/ 1490980 h 1734820"/>
                    <a:gd name="connsiteX156" fmla="*/ 2839720 w 2946400"/>
                    <a:gd name="connsiteY156" fmla="*/ 1508760 h 1734820"/>
                    <a:gd name="connsiteX157" fmla="*/ 2877820 w 2946400"/>
                    <a:gd name="connsiteY157" fmla="*/ 1506220 h 1734820"/>
                    <a:gd name="connsiteX158" fmla="*/ 2890520 w 2946400"/>
                    <a:gd name="connsiteY158" fmla="*/ 1468120 h 1734820"/>
                    <a:gd name="connsiteX159" fmla="*/ 2887980 w 2946400"/>
                    <a:gd name="connsiteY159" fmla="*/ 1440180 h 1734820"/>
                    <a:gd name="connsiteX160" fmla="*/ 2918460 w 2946400"/>
                    <a:gd name="connsiteY160" fmla="*/ 1386840 h 1734820"/>
                    <a:gd name="connsiteX161" fmla="*/ 2918460 w 2946400"/>
                    <a:gd name="connsiteY161" fmla="*/ 1356360 h 1734820"/>
                    <a:gd name="connsiteX162" fmla="*/ 2941320 w 2946400"/>
                    <a:gd name="connsiteY162" fmla="*/ 1330960 h 1734820"/>
                    <a:gd name="connsiteX163" fmla="*/ 2946400 w 2946400"/>
                    <a:gd name="connsiteY163" fmla="*/ 1292860 h 1734820"/>
                    <a:gd name="connsiteX164" fmla="*/ 2918460 w 2946400"/>
                    <a:gd name="connsiteY164" fmla="*/ 1264920 h 1734820"/>
                    <a:gd name="connsiteX165" fmla="*/ 2862580 w 2946400"/>
                    <a:gd name="connsiteY165" fmla="*/ 1264920 h 1734820"/>
                    <a:gd name="connsiteX166" fmla="*/ 2811780 w 2946400"/>
                    <a:gd name="connsiteY166" fmla="*/ 1229360 h 1734820"/>
                    <a:gd name="connsiteX167" fmla="*/ 2778760 w 2946400"/>
                    <a:gd name="connsiteY167" fmla="*/ 1214120 h 1734820"/>
                    <a:gd name="connsiteX168" fmla="*/ 2735580 w 2946400"/>
                    <a:gd name="connsiteY168" fmla="*/ 1168400 h 1734820"/>
                    <a:gd name="connsiteX169" fmla="*/ 2720340 w 2946400"/>
                    <a:gd name="connsiteY169" fmla="*/ 1115060 h 1734820"/>
                    <a:gd name="connsiteX170" fmla="*/ 2694940 w 2946400"/>
                    <a:gd name="connsiteY170" fmla="*/ 1079500 h 1734820"/>
                    <a:gd name="connsiteX171" fmla="*/ 2659380 w 2946400"/>
                    <a:gd name="connsiteY171" fmla="*/ 1051560 h 1734820"/>
                    <a:gd name="connsiteX172" fmla="*/ 2644140 w 2946400"/>
                    <a:gd name="connsiteY172" fmla="*/ 1003300 h 1734820"/>
                    <a:gd name="connsiteX173" fmla="*/ 2641600 w 2946400"/>
                    <a:gd name="connsiteY173" fmla="*/ 922020 h 1734820"/>
                    <a:gd name="connsiteX174" fmla="*/ 2646680 w 2946400"/>
                    <a:gd name="connsiteY174" fmla="*/ 817880 h 1734820"/>
                    <a:gd name="connsiteX175" fmla="*/ 2618740 w 2946400"/>
                    <a:gd name="connsiteY175" fmla="*/ 756920 h 1734820"/>
                    <a:gd name="connsiteX176" fmla="*/ 2618740 w 2946400"/>
                    <a:gd name="connsiteY176" fmla="*/ 660400 h 1734820"/>
                    <a:gd name="connsiteX177" fmla="*/ 2618740 w 2946400"/>
                    <a:gd name="connsiteY177" fmla="*/ 604520 h 1734820"/>
                    <a:gd name="connsiteX178" fmla="*/ 2603500 w 2946400"/>
                    <a:gd name="connsiteY178" fmla="*/ 548640 h 1734820"/>
                    <a:gd name="connsiteX179" fmla="*/ 2600960 w 2946400"/>
                    <a:gd name="connsiteY179" fmla="*/ 495300 h 1734820"/>
                    <a:gd name="connsiteX180" fmla="*/ 2603500 w 2946400"/>
                    <a:gd name="connsiteY180" fmla="*/ 426720 h 1734820"/>
                    <a:gd name="connsiteX181" fmla="*/ 2603500 w 2946400"/>
                    <a:gd name="connsiteY181" fmla="*/ 370840 h 1734820"/>
                    <a:gd name="connsiteX182" fmla="*/ 2626360 w 2946400"/>
                    <a:gd name="connsiteY182" fmla="*/ 340360 h 1734820"/>
                    <a:gd name="connsiteX183" fmla="*/ 2623820 w 2946400"/>
                    <a:gd name="connsiteY183" fmla="*/ 297180 h 1734820"/>
                    <a:gd name="connsiteX184" fmla="*/ 2593340 w 2946400"/>
                    <a:gd name="connsiteY184" fmla="*/ 274320 h 1734820"/>
                    <a:gd name="connsiteX185" fmla="*/ 2560320 w 2946400"/>
                    <a:gd name="connsiteY185" fmla="*/ 241300 h 1734820"/>
                    <a:gd name="connsiteX186" fmla="*/ 2527300 w 2946400"/>
                    <a:gd name="connsiteY186" fmla="*/ 180340 h 1734820"/>
                    <a:gd name="connsiteX187" fmla="*/ 2479040 w 2946400"/>
                    <a:gd name="connsiteY187" fmla="*/ 152400 h 1734820"/>
                    <a:gd name="connsiteX188" fmla="*/ 2433320 w 2946400"/>
                    <a:gd name="connsiteY188" fmla="*/ 121920 h 1734820"/>
                    <a:gd name="connsiteX189" fmla="*/ 2369820 w 2946400"/>
                    <a:gd name="connsiteY189" fmla="*/ 83820 h 1734820"/>
                    <a:gd name="connsiteX190" fmla="*/ 2321560 w 2946400"/>
                    <a:gd name="connsiteY190" fmla="*/ 45720 h 1734820"/>
                    <a:gd name="connsiteX191" fmla="*/ 2306320 w 2946400"/>
                    <a:gd name="connsiteY191" fmla="*/ 12700 h 1734820"/>
                    <a:gd name="connsiteX192" fmla="*/ 2275840 w 2946400"/>
                    <a:gd name="connsiteY192" fmla="*/ 0 h 1734820"/>
                    <a:gd name="connsiteX193" fmla="*/ 2247900 w 2946400"/>
                    <a:gd name="connsiteY193" fmla="*/ 0 h 1734820"/>
                    <a:gd name="connsiteX194" fmla="*/ 2227580 w 2946400"/>
                    <a:gd name="connsiteY194" fmla="*/ 27940 h 1734820"/>
                    <a:gd name="connsiteX195" fmla="*/ 2212340 w 2946400"/>
                    <a:gd name="connsiteY195" fmla="*/ 71120 h 1734820"/>
                    <a:gd name="connsiteX196" fmla="*/ 2179320 w 2946400"/>
                    <a:gd name="connsiteY196" fmla="*/ 111760 h 1734820"/>
                    <a:gd name="connsiteX197" fmla="*/ 2181860 w 2946400"/>
                    <a:gd name="connsiteY197" fmla="*/ 142240 h 1734820"/>
                    <a:gd name="connsiteX198" fmla="*/ 2123440 w 2946400"/>
                    <a:gd name="connsiteY198" fmla="*/ 180340 h 173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2946400" h="1734820">
                      <a:moveTo>
                        <a:pt x="2123440" y="180340"/>
                      </a:moveTo>
                      <a:lnTo>
                        <a:pt x="2085340" y="218440"/>
                      </a:lnTo>
                      <a:lnTo>
                        <a:pt x="2054860" y="248920"/>
                      </a:lnTo>
                      <a:lnTo>
                        <a:pt x="2037080" y="297180"/>
                      </a:lnTo>
                      <a:lnTo>
                        <a:pt x="2004060" y="347980"/>
                      </a:lnTo>
                      <a:lnTo>
                        <a:pt x="1950720" y="406400"/>
                      </a:lnTo>
                      <a:lnTo>
                        <a:pt x="1887220" y="434340"/>
                      </a:lnTo>
                      <a:lnTo>
                        <a:pt x="1831340" y="452120"/>
                      </a:lnTo>
                      <a:lnTo>
                        <a:pt x="1739900" y="490220"/>
                      </a:lnTo>
                      <a:lnTo>
                        <a:pt x="1706880" y="510540"/>
                      </a:lnTo>
                      <a:lnTo>
                        <a:pt x="1678940" y="518160"/>
                      </a:lnTo>
                      <a:lnTo>
                        <a:pt x="1656080" y="505460"/>
                      </a:lnTo>
                      <a:lnTo>
                        <a:pt x="1645920" y="464820"/>
                      </a:lnTo>
                      <a:lnTo>
                        <a:pt x="1628140" y="431800"/>
                      </a:lnTo>
                      <a:lnTo>
                        <a:pt x="1602740" y="411480"/>
                      </a:lnTo>
                      <a:lnTo>
                        <a:pt x="1551940" y="424180"/>
                      </a:lnTo>
                      <a:lnTo>
                        <a:pt x="1516380" y="439420"/>
                      </a:lnTo>
                      <a:lnTo>
                        <a:pt x="1488440" y="419100"/>
                      </a:lnTo>
                      <a:lnTo>
                        <a:pt x="1480820" y="393700"/>
                      </a:lnTo>
                      <a:lnTo>
                        <a:pt x="1490980" y="370840"/>
                      </a:lnTo>
                      <a:lnTo>
                        <a:pt x="1478280" y="332740"/>
                      </a:lnTo>
                      <a:lnTo>
                        <a:pt x="1460500" y="314960"/>
                      </a:lnTo>
                      <a:lnTo>
                        <a:pt x="1424940" y="317500"/>
                      </a:lnTo>
                      <a:lnTo>
                        <a:pt x="1399540" y="330200"/>
                      </a:lnTo>
                      <a:lnTo>
                        <a:pt x="1374140" y="307340"/>
                      </a:lnTo>
                      <a:lnTo>
                        <a:pt x="1338580" y="266700"/>
                      </a:lnTo>
                      <a:lnTo>
                        <a:pt x="1308100" y="241300"/>
                      </a:lnTo>
                      <a:lnTo>
                        <a:pt x="1254760" y="259080"/>
                      </a:lnTo>
                      <a:lnTo>
                        <a:pt x="1234440" y="294640"/>
                      </a:lnTo>
                      <a:lnTo>
                        <a:pt x="1193800" y="307340"/>
                      </a:lnTo>
                      <a:lnTo>
                        <a:pt x="1155700" y="317500"/>
                      </a:lnTo>
                      <a:lnTo>
                        <a:pt x="1115060" y="365760"/>
                      </a:lnTo>
                      <a:lnTo>
                        <a:pt x="1087120" y="419100"/>
                      </a:lnTo>
                      <a:lnTo>
                        <a:pt x="1069340" y="449580"/>
                      </a:lnTo>
                      <a:lnTo>
                        <a:pt x="1036320" y="474980"/>
                      </a:lnTo>
                      <a:lnTo>
                        <a:pt x="1010920" y="482600"/>
                      </a:lnTo>
                      <a:lnTo>
                        <a:pt x="967740" y="464820"/>
                      </a:lnTo>
                      <a:lnTo>
                        <a:pt x="944880" y="485140"/>
                      </a:lnTo>
                      <a:lnTo>
                        <a:pt x="942340" y="528320"/>
                      </a:lnTo>
                      <a:lnTo>
                        <a:pt x="944880" y="576580"/>
                      </a:lnTo>
                      <a:lnTo>
                        <a:pt x="937260" y="632460"/>
                      </a:lnTo>
                      <a:lnTo>
                        <a:pt x="894080" y="675640"/>
                      </a:lnTo>
                      <a:lnTo>
                        <a:pt x="866140" y="685800"/>
                      </a:lnTo>
                      <a:lnTo>
                        <a:pt x="828040" y="678180"/>
                      </a:lnTo>
                      <a:lnTo>
                        <a:pt x="825500" y="642620"/>
                      </a:lnTo>
                      <a:lnTo>
                        <a:pt x="812800" y="612140"/>
                      </a:lnTo>
                      <a:lnTo>
                        <a:pt x="795020" y="581660"/>
                      </a:lnTo>
                      <a:lnTo>
                        <a:pt x="769620" y="571500"/>
                      </a:lnTo>
                      <a:lnTo>
                        <a:pt x="723900" y="579120"/>
                      </a:lnTo>
                      <a:lnTo>
                        <a:pt x="680720" y="566420"/>
                      </a:lnTo>
                      <a:lnTo>
                        <a:pt x="660400" y="553720"/>
                      </a:lnTo>
                      <a:lnTo>
                        <a:pt x="612140" y="546100"/>
                      </a:lnTo>
                      <a:lnTo>
                        <a:pt x="584200" y="533400"/>
                      </a:lnTo>
                      <a:lnTo>
                        <a:pt x="568960" y="495300"/>
                      </a:lnTo>
                      <a:lnTo>
                        <a:pt x="568960" y="452120"/>
                      </a:lnTo>
                      <a:lnTo>
                        <a:pt x="568960" y="411480"/>
                      </a:lnTo>
                      <a:lnTo>
                        <a:pt x="566420" y="378460"/>
                      </a:lnTo>
                      <a:lnTo>
                        <a:pt x="591820" y="365760"/>
                      </a:lnTo>
                      <a:lnTo>
                        <a:pt x="624840" y="355600"/>
                      </a:lnTo>
                      <a:lnTo>
                        <a:pt x="637540" y="330200"/>
                      </a:lnTo>
                      <a:lnTo>
                        <a:pt x="617220" y="314960"/>
                      </a:lnTo>
                      <a:lnTo>
                        <a:pt x="574040" y="317500"/>
                      </a:lnTo>
                      <a:lnTo>
                        <a:pt x="548640" y="325120"/>
                      </a:lnTo>
                      <a:lnTo>
                        <a:pt x="487680" y="317500"/>
                      </a:lnTo>
                      <a:lnTo>
                        <a:pt x="439420" y="320040"/>
                      </a:lnTo>
                      <a:lnTo>
                        <a:pt x="393700" y="320040"/>
                      </a:lnTo>
                      <a:lnTo>
                        <a:pt x="365760" y="327660"/>
                      </a:lnTo>
                      <a:lnTo>
                        <a:pt x="335280" y="345440"/>
                      </a:lnTo>
                      <a:lnTo>
                        <a:pt x="327660" y="381000"/>
                      </a:lnTo>
                      <a:lnTo>
                        <a:pt x="335280" y="439420"/>
                      </a:lnTo>
                      <a:lnTo>
                        <a:pt x="337820" y="495300"/>
                      </a:lnTo>
                      <a:lnTo>
                        <a:pt x="332740" y="543560"/>
                      </a:lnTo>
                      <a:lnTo>
                        <a:pt x="297180" y="571500"/>
                      </a:lnTo>
                      <a:lnTo>
                        <a:pt x="254000" y="612140"/>
                      </a:lnTo>
                      <a:lnTo>
                        <a:pt x="213360" y="642620"/>
                      </a:lnTo>
                      <a:lnTo>
                        <a:pt x="154940" y="657860"/>
                      </a:lnTo>
                      <a:lnTo>
                        <a:pt x="83820" y="685800"/>
                      </a:lnTo>
                      <a:lnTo>
                        <a:pt x="53340" y="706120"/>
                      </a:lnTo>
                      <a:lnTo>
                        <a:pt x="7620" y="703580"/>
                      </a:lnTo>
                      <a:lnTo>
                        <a:pt x="0" y="736600"/>
                      </a:lnTo>
                      <a:lnTo>
                        <a:pt x="30480" y="784860"/>
                      </a:lnTo>
                      <a:lnTo>
                        <a:pt x="58420" y="850900"/>
                      </a:lnTo>
                      <a:lnTo>
                        <a:pt x="101600" y="904240"/>
                      </a:lnTo>
                      <a:lnTo>
                        <a:pt x="142240" y="990600"/>
                      </a:lnTo>
                      <a:lnTo>
                        <a:pt x="162560" y="1028700"/>
                      </a:lnTo>
                      <a:lnTo>
                        <a:pt x="182880" y="1051560"/>
                      </a:lnTo>
                      <a:lnTo>
                        <a:pt x="223520" y="1046480"/>
                      </a:lnTo>
                      <a:lnTo>
                        <a:pt x="266700" y="1051560"/>
                      </a:lnTo>
                      <a:lnTo>
                        <a:pt x="279400" y="1066800"/>
                      </a:lnTo>
                      <a:lnTo>
                        <a:pt x="287020" y="1104900"/>
                      </a:lnTo>
                      <a:lnTo>
                        <a:pt x="279400" y="1160780"/>
                      </a:lnTo>
                      <a:lnTo>
                        <a:pt x="256540" y="1211580"/>
                      </a:lnTo>
                      <a:lnTo>
                        <a:pt x="241300" y="1270000"/>
                      </a:lnTo>
                      <a:lnTo>
                        <a:pt x="215900" y="1330960"/>
                      </a:lnTo>
                      <a:lnTo>
                        <a:pt x="226060" y="1432560"/>
                      </a:lnTo>
                      <a:lnTo>
                        <a:pt x="233680" y="1513840"/>
                      </a:lnTo>
                      <a:lnTo>
                        <a:pt x="231140" y="1564640"/>
                      </a:lnTo>
                      <a:lnTo>
                        <a:pt x="243840" y="1623060"/>
                      </a:lnTo>
                      <a:lnTo>
                        <a:pt x="276860" y="1653540"/>
                      </a:lnTo>
                      <a:lnTo>
                        <a:pt x="365760" y="1673860"/>
                      </a:lnTo>
                      <a:lnTo>
                        <a:pt x="421640" y="1696720"/>
                      </a:lnTo>
                      <a:lnTo>
                        <a:pt x="474980" y="1717040"/>
                      </a:lnTo>
                      <a:lnTo>
                        <a:pt x="535940" y="1717040"/>
                      </a:lnTo>
                      <a:lnTo>
                        <a:pt x="568960" y="1673860"/>
                      </a:lnTo>
                      <a:lnTo>
                        <a:pt x="604520" y="1640840"/>
                      </a:lnTo>
                      <a:lnTo>
                        <a:pt x="640080" y="1638300"/>
                      </a:lnTo>
                      <a:lnTo>
                        <a:pt x="685800" y="1671320"/>
                      </a:lnTo>
                      <a:lnTo>
                        <a:pt x="728980" y="1701800"/>
                      </a:lnTo>
                      <a:lnTo>
                        <a:pt x="779780" y="1719580"/>
                      </a:lnTo>
                      <a:lnTo>
                        <a:pt x="853440" y="1724660"/>
                      </a:lnTo>
                      <a:lnTo>
                        <a:pt x="975360" y="1734820"/>
                      </a:lnTo>
                      <a:lnTo>
                        <a:pt x="1051560" y="1727200"/>
                      </a:lnTo>
                      <a:lnTo>
                        <a:pt x="1089660" y="1676400"/>
                      </a:lnTo>
                      <a:cubicBezTo>
                        <a:pt x="1088813" y="1653540"/>
                        <a:pt x="1087967" y="1630680"/>
                        <a:pt x="1087120" y="1607820"/>
                      </a:cubicBezTo>
                      <a:lnTo>
                        <a:pt x="1079500" y="1531620"/>
                      </a:lnTo>
                      <a:lnTo>
                        <a:pt x="1084580" y="1483360"/>
                      </a:lnTo>
                      <a:lnTo>
                        <a:pt x="1109980" y="1442720"/>
                      </a:lnTo>
                      <a:lnTo>
                        <a:pt x="1170940" y="1417320"/>
                      </a:lnTo>
                      <a:lnTo>
                        <a:pt x="1221740" y="1424940"/>
                      </a:lnTo>
                      <a:lnTo>
                        <a:pt x="1295400" y="1417320"/>
                      </a:lnTo>
                      <a:lnTo>
                        <a:pt x="1333500" y="1424940"/>
                      </a:lnTo>
                      <a:lnTo>
                        <a:pt x="1386840" y="1427480"/>
                      </a:lnTo>
                      <a:lnTo>
                        <a:pt x="1419860" y="1386840"/>
                      </a:lnTo>
                      <a:lnTo>
                        <a:pt x="1445260" y="1323340"/>
                      </a:lnTo>
                      <a:lnTo>
                        <a:pt x="1483360" y="1280160"/>
                      </a:lnTo>
                      <a:lnTo>
                        <a:pt x="1534160" y="1242060"/>
                      </a:lnTo>
                      <a:lnTo>
                        <a:pt x="1554480" y="1229360"/>
                      </a:lnTo>
                      <a:lnTo>
                        <a:pt x="1582420" y="1160780"/>
                      </a:lnTo>
                      <a:lnTo>
                        <a:pt x="1630680" y="1097280"/>
                      </a:lnTo>
                      <a:lnTo>
                        <a:pt x="1704340" y="1018540"/>
                      </a:lnTo>
                      <a:lnTo>
                        <a:pt x="1737360" y="965200"/>
                      </a:lnTo>
                      <a:lnTo>
                        <a:pt x="1775460" y="922020"/>
                      </a:lnTo>
                      <a:lnTo>
                        <a:pt x="1813560" y="883920"/>
                      </a:lnTo>
                      <a:lnTo>
                        <a:pt x="1823720" y="853440"/>
                      </a:lnTo>
                      <a:lnTo>
                        <a:pt x="1831340" y="838200"/>
                      </a:lnTo>
                      <a:lnTo>
                        <a:pt x="1874520" y="843280"/>
                      </a:lnTo>
                      <a:lnTo>
                        <a:pt x="1902460" y="889000"/>
                      </a:lnTo>
                      <a:lnTo>
                        <a:pt x="1938020" y="944880"/>
                      </a:lnTo>
                      <a:lnTo>
                        <a:pt x="1986280" y="1013460"/>
                      </a:lnTo>
                      <a:lnTo>
                        <a:pt x="2021840" y="1046480"/>
                      </a:lnTo>
                      <a:lnTo>
                        <a:pt x="2039620" y="1084580"/>
                      </a:lnTo>
                      <a:lnTo>
                        <a:pt x="2077720" y="1102360"/>
                      </a:lnTo>
                      <a:lnTo>
                        <a:pt x="2125980" y="1079500"/>
                      </a:lnTo>
                      <a:lnTo>
                        <a:pt x="2174240" y="1071880"/>
                      </a:lnTo>
                      <a:lnTo>
                        <a:pt x="2247900" y="1079500"/>
                      </a:lnTo>
                      <a:lnTo>
                        <a:pt x="2283460" y="1107440"/>
                      </a:lnTo>
                      <a:lnTo>
                        <a:pt x="2321560" y="1150620"/>
                      </a:lnTo>
                      <a:lnTo>
                        <a:pt x="2390140" y="1181100"/>
                      </a:lnTo>
                      <a:lnTo>
                        <a:pt x="2440940" y="1229360"/>
                      </a:lnTo>
                      <a:lnTo>
                        <a:pt x="2456180" y="1282700"/>
                      </a:lnTo>
                      <a:lnTo>
                        <a:pt x="2458720" y="1346200"/>
                      </a:lnTo>
                      <a:lnTo>
                        <a:pt x="2499360" y="1404620"/>
                      </a:lnTo>
                      <a:lnTo>
                        <a:pt x="2578100" y="1478280"/>
                      </a:lnTo>
                      <a:lnTo>
                        <a:pt x="2633980" y="1501140"/>
                      </a:lnTo>
                      <a:lnTo>
                        <a:pt x="2692400" y="1490980"/>
                      </a:lnTo>
                      <a:lnTo>
                        <a:pt x="2778760" y="1490980"/>
                      </a:lnTo>
                      <a:lnTo>
                        <a:pt x="2839720" y="1508760"/>
                      </a:lnTo>
                      <a:lnTo>
                        <a:pt x="2877820" y="1506220"/>
                      </a:lnTo>
                      <a:lnTo>
                        <a:pt x="2890520" y="1468120"/>
                      </a:lnTo>
                      <a:lnTo>
                        <a:pt x="2887980" y="1440180"/>
                      </a:lnTo>
                      <a:lnTo>
                        <a:pt x="2918460" y="1386840"/>
                      </a:lnTo>
                      <a:lnTo>
                        <a:pt x="2918460" y="1356360"/>
                      </a:lnTo>
                      <a:lnTo>
                        <a:pt x="2941320" y="1330960"/>
                      </a:lnTo>
                      <a:lnTo>
                        <a:pt x="2946400" y="1292860"/>
                      </a:lnTo>
                      <a:lnTo>
                        <a:pt x="2918460" y="1264920"/>
                      </a:lnTo>
                      <a:lnTo>
                        <a:pt x="2862580" y="1264920"/>
                      </a:lnTo>
                      <a:lnTo>
                        <a:pt x="2811780" y="1229360"/>
                      </a:lnTo>
                      <a:lnTo>
                        <a:pt x="2778760" y="1214120"/>
                      </a:lnTo>
                      <a:lnTo>
                        <a:pt x="2735580" y="1168400"/>
                      </a:lnTo>
                      <a:lnTo>
                        <a:pt x="2720340" y="1115060"/>
                      </a:lnTo>
                      <a:lnTo>
                        <a:pt x="2694940" y="1079500"/>
                      </a:lnTo>
                      <a:lnTo>
                        <a:pt x="2659380" y="1051560"/>
                      </a:lnTo>
                      <a:lnTo>
                        <a:pt x="2644140" y="1003300"/>
                      </a:lnTo>
                      <a:cubicBezTo>
                        <a:pt x="2643293" y="976207"/>
                        <a:pt x="2642447" y="949113"/>
                        <a:pt x="2641600" y="922020"/>
                      </a:cubicBezTo>
                      <a:lnTo>
                        <a:pt x="2646680" y="817880"/>
                      </a:lnTo>
                      <a:lnTo>
                        <a:pt x="2618740" y="756920"/>
                      </a:lnTo>
                      <a:lnTo>
                        <a:pt x="2618740" y="660400"/>
                      </a:lnTo>
                      <a:lnTo>
                        <a:pt x="2618740" y="604520"/>
                      </a:lnTo>
                      <a:lnTo>
                        <a:pt x="2603500" y="548640"/>
                      </a:lnTo>
                      <a:lnTo>
                        <a:pt x="2600960" y="495300"/>
                      </a:lnTo>
                      <a:cubicBezTo>
                        <a:pt x="2601807" y="472440"/>
                        <a:pt x="2602653" y="449580"/>
                        <a:pt x="2603500" y="426720"/>
                      </a:cubicBezTo>
                      <a:lnTo>
                        <a:pt x="2603500" y="370840"/>
                      </a:lnTo>
                      <a:lnTo>
                        <a:pt x="2626360" y="340360"/>
                      </a:lnTo>
                      <a:lnTo>
                        <a:pt x="2623820" y="297180"/>
                      </a:lnTo>
                      <a:lnTo>
                        <a:pt x="2593340" y="274320"/>
                      </a:lnTo>
                      <a:lnTo>
                        <a:pt x="2560320" y="241300"/>
                      </a:lnTo>
                      <a:lnTo>
                        <a:pt x="2527300" y="180340"/>
                      </a:lnTo>
                      <a:lnTo>
                        <a:pt x="2479040" y="152400"/>
                      </a:lnTo>
                      <a:lnTo>
                        <a:pt x="2433320" y="121920"/>
                      </a:lnTo>
                      <a:lnTo>
                        <a:pt x="2369820" y="83820"/>
                      </a:lnTo>
                      <a:lnTo>
                        <a:pt x="2321560" y="45720"/>
                      </a:lnTo>
                      <a:lnTo>
                        <a:pt x="2306320" y="12700"/>
                      </a:lnTo>
                      <a:lnTo>
                        <a:pt x="2275840" y="0"/>
                      </a:lnTo>
                      <a:lnTo>
                        <a:pt x="2247900" y="0"/>
                      </a:lnTo>
                      <a:lnTo>
                        <a:pt x="2227580" y="27940"/>
                      </a:lnTo>
                      <a:lnTo>
                        <a:pt x="2212340" y="71120"/>
                      </a:lnTo>
                      <a:lnTo>
                        <a:pt x="2179320" y="111760"/>
                      </a:lnTo>
                      <a:lnTo>
                        <a:pt x="2181860" y="142240"/>
                      </a:lnTo>
                      <a:lnTo>
                        <a:pt x="2123440" y="1803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6" name="관악구">
                  <a:extLst>
                    <a:ext uri="{FF2B5EF4-FFF2-40B4-BE49-F238E27FC236}">
                      <a16:creationId xmlns:a16="http://schemas.microsoft.com/office/drawing/2014/main" id="{F0563939-6E55-69DF-CC31-9709FE41B54E}"/>
                    </a:ext>
                  </a:extLst>
                </p:cNvPr>
                <p:cNvSpPr/>
                <p:nvPr/>
              </p:nvSpPr>
              <p:spPr>
                <a:xfrm>
                  <a:off x="502227" y="9836727"/>
                  <a:ext cx="2739737" cy="2355273"/>
                </a:xfrm>
                <a:custGeom>
                  <a:avLst/>
                  <a:gdLst>
                    <a:gd name="connsiteX0" fmla="*/ 2019300 w 2739737"/>
                    <a:gd name="connsiteY0" fmla="*/ 1943100 h 2355273"/>
                    <a:gd name="connsiteX1" fmla="*/ 2112818 w 2739737"/>
                    <a:gd name="connsiteY1" fmla="*/ 1918855 h 2355273"/>
                    <a:gd name="connsiteX2" fmla="*/ 2147455 w 2739737"/>
                    <a:gd name="connsiteY2" fmla="*/ 1891146 h 2355273"/>
                    <a:gd name="connsiteX3" fmla="*/ 2185555 w 2739737"/>
                    <a:gd name="connsiteY3" fmla="*/ 1894609 h 2355273"/>
                    <a:gd name="connsiteX4" fmla="*/ 2240973 w 2739737"/>
                    <a:gd name="connsiteY4" fmla="*/ 1887682 h 2355273"/>
                    <a:gd name="connsiteX5" fmla="*/ 2279073 w 2739737"/>
                    <a:gd name="connsiteY5" fmla="*/ 1842655 h 2355273"/>
                    <a:gd name="connsiteX6" fmla="*/ 2341418 w 2739737"/>
                    <a:gd name="connsiteY6" fmla="*/ 1783773 h 2355273"/>
                    <a:gd name="connsiteX7" fmla="*/ 2393373 w 2739737"/>
                    <a:gd name="connsiteY7" fmla="*/ 1749137 h 2355273"/>
                    <a:gd name="connsiteX8" fmla="*/ 2438400 w 2739737"/>
                    <a:gd name="connsiteY8" fmla="*/ 1714500 h 2355273"/>
                    <a:gd name="connsiteX9" fmla="*/ 2462646 w 2739737"/>
                    <a:gd name="connsiteY9" fmla="*/ 1652155 h 2355273"/>
                    <a:gd name="connsiteX10" fmla="*/ 2490355 w 2739737"/>
                    <a:gd name="connsiteY10" fmla="*/ 1593273 h 2355273"/>
                    <a:gd name="connsiteX11" fmla="*/ 2500746 w 2739737"/>
                    <a:gd name="connsiteY11" fmla="*/ 1548246 h 2355273"/>
                    <a:gd name="connsiteX12" fmla="*/ 2545773 w 2739737"/>
                    <a:gd name="connsiteY12" fmla="*/ 1510146 h 2355273"/>
                    <a:gd name="connsiteX13" fmla="*/ 2660073 w 2739737"/>
                    <a:gd name="connsiteY13" fmla="*/ 1465118 h 2355273"/>
                    <a:gd name="connsiteX14" fmla="*/ 2701637 w 2739737"/>
                    <a:gd name="connsiteY14" fmla="*/ 1447800 h 2355273"/>
                    <a:gd name="connsiteX15" fmla="*/ 2732809 w 2739737"/>
                    <a:gd name="connsiteY15" fmla="*/ 1392382 h 2355273"/>
                    <a:gd name="connsiteX16" fmla="*/ 2715491 w 2739737"/>
                    <a:gd name="connsiteY16" fmla="*/ 1333500 h 2355273"/>
                    <a:gd name="connsiteX17" fmla="*/ 2718955 w 2739737"/>
                    <a:gd name="connsiteY17" fmla="*/ 1184564 h 2355273"/>
                    <a:gd name="connsiteX18" fmla="*/ 2739737 w 2739737"/>
                    <a:gd name="connsiteY18" fmla="*/ 1115291 h 2355273"/>
                    <a:gd name="connsiteX19" fmla="*/ 2715491 w 2739737"/>
                    <a:gd name="connsiteY19" fmla="*/ 1070264 h 2355273"/>
                    <a:gd name="connsiteX20" fmla="*/ 2635828 w 2739737"/>
                    <a:gd name="connsiteY20" fmla="*/ 1011382 h 2355273"/>
                    <a:gd name="connsiteX21" fmla="*/ 2601191 w 2739737"/>
                    <a:gd name="connsiteY21" fmla="*/ 976746 h 2355273"/>
                    <a:gd name="connsiteX22" fmla="*/ 2559628 w 2739737"/>
                    <a:gd name="connsiteY22" fmla="*/ 883228 h 2355273"/>
                    <a:gd name="connsiteX23" fmla="*/ 2538846 w 2739737"/>
                    <a:gd name="connsiteY23" fmla="*/ 796637 h 2355273"/>
                    <a:gd name="connsiteX24" fmla="*/ 2524991 w 2739737"/>
                    <a:gd name="connsiteY24" fmla="*/ 751609 h 2355273"/>
                    <a:gd name="connsiteX25" fmla="*/ 2511137 w 2739737"/>
                    <a:gd name="connsiteY25" fmla="*/ 703118 h 2355273"/>
                    <a:gd name="connsiteX26" fmla="*/ 2459182 w 2739737"/>
                    <a:gd name="connsiteY26" fmla="*/ 703118 h 2355273"/>
                    <a:gd name="connsiteX27" fmla="*/ 2431473 w 2739737"/>
                    <a:gd name="connsiteY27" fmla="*/ 730828 h 2355273"/>
                    <a:gd name="connsiteX28" fmla="*/ 2337955 w 2739737"/>
                    <a:gd name="connsiteY28" fmla="*/ 734291 h 2355273"/>
                    <a:gd name="connsiteX29" fmla="*/ 2240973 w 2739737"/>
                    <a:gd name="connsiteY29" fmla="*/ 748146 h 2355273"/>
                    <a:gd name="connsiteX30" fmla="*/ 2182091 w 2739737"/>
                    <a:gd name="connsiteY30" fmla="*/ 751609 h 2355273"/>
                    <a:gd name="connsiteX31" fmla="*/ 2133600 w 2739737"/>
                    <a:gd name="connsiteY31" fmla="*/ 741218 h 2355273"/>
                    <a:gd name="connsiteX32" fmla="*/ 2095500 w 2739737"/>
                    <a:gd name="connsiteY32" fmla="*/ 723900 h 2355273"/>
                    <a:gd name="connsiteX33" fmla="*/ 2047009 w 2739737"/>
                    <a:gd name="connsiteY33" fmla="*/ 665018 h 2355273"/>
                    <a:gd name="connsiteX34" fmla="*/ 2005446 w 2739737"/>
                    <a:gd name="connsiteY34" fmla="*/ 592282 h 2355273"/>
                    <a:gd name="connsiteX35" fmla="*/ 1977737 w 2739737"/>
                    <a:gd name="connsiteY35" fmla="*/ 540328 h 2355273"/>
                    <a:gd name="connsiteX36" fmla="*/ 1929246 w 2739737"/>
                    <a:gd name="connsiteY36" fmla="*/ 498764 h 2355273"/>
                    <a:gd name="connsiteX37" fmla="*/ 1898073 w 2739737"/>
                    <a:gd name="connsiteY37" fmla="*/ 471055 h 2355273"/>
                    <a:gd name="connsiteX38" fmla="*/ 1894609 w 2739737"/>
                    <a:gd name="connsiteY38" fmla="*/ 422564 h 2355273"/>
                    <a:gd name="connsiteX39" fmla="*/ 1918855 w 2739737"/>
                    <a:gd name="connsiteY39" fmla="*/ 367146 h 2355273"/>
                    <a:gd name="connsiteX40" fmla="*/ 1922318 w 2739737"/>
                    <a:gd name="connsiteY40" fmla="*/ 322118 h 2355273"/>
                    <a:gd name="connsiteX41" fmla="*/ 1887682 w 2739737"/>
                    <a:gd name="connsiteY41" fmla="*/ 287482 h 2355273"/>
                    <a:gd name="connsiteX42" fmla="*/ 1856509 w 2739737"/>
                    <a:gd name="connsiteY42" fmla="*/ 252846 h 2355273"/>
                    <a:gd name="connsiteX43" fmla="*/ 1849582 w 2739737"/>
                    <a:gd name="connsiteY43" fmla="*/ 166255 h 2355273"/>
                    <a:gd name="connsiteX44" fmla="*/ 1849582 w 2739737"/>
                    <a:gd name="connsiteY44" fmla="*/ 124691 h 2355273"/>
                    <a:gd name="connsiteX45" fmla="*/ 1856509 w 2739737"/>
                    <a:gd name="connsiteY45" fmla="*/ 83128 h 2355273"/>
                    <a:gd name="connsiteX46" fmla="*/ 1859973 w 2739737"/>
                    <a:gd name="connsiteY46" fmla="*/ 41564 h 2355273"/>
                    <a:gd name="connsiteX47" fmla="*/ 1842655 w 2739737"/>
                    <a:gd name="connsiteY47" fmla="*/ 17318 h 2355273"/>
                    <a:gd name="connsiteX48" fmla="*/ 1814946 w 2739737"/>
                    <a:gd name="connsiteY48" fmla="*/ 20782 h 2355273"/>
                    <a:gd name="connsiteX49" fmla="*/ 1783773 w 2739737"/>
                    <a:gd name="connsiteY49" fmla="*/ 65809 h 2355273"/>
                    <a:gd name="connsiteX50" fmla="*/ 1745673 w 2739737"/>
                    <a:gd name="connsiteY50" fmla="*/ 103909 h 2355273"/>
                    <a:gd name="connsiteX51" fmla="*/ 1700646 w 2739737"/>
                    <a:gd name="connsiteY51" fmla="*/ 114300 h 2355273"/>
                    <a:gd name="connsiteX52" fmla="*/ 1652155 w 2739737"/>
                    <a:gd name="connsiteY52" fmla="*/ 96982 h 2355273"/>
                    <a:gd name="connsiteX53" fmla="*/ 1593273 w 2739737"/>
                    <a:gd name="connsiteY53" fmla="*/ 96982 h 2355273"/>
                    <a:gd name="connsiteX54" fmla="*/ 1548246 w 2739737"/>
                    <a:gd name="connsiteY54" fmla="*/ 90055 h 2355273"/>
                    <a:gd name="connsiteX55" fmla="*/ 1520537 w 2739737"/>
                    <a:gd name="connsiteY55" fmla="*/ 45028 h 2355273"/>
                    <a:gd name="connsiteX56" fmla="*/ 1492828 w 2739737"/>
                    <a:gd name="connsiteY56" fmla="*/ 17318 h 2355273"/>
                    <a:gd name="connsiteX57" fmla="*/ 1440873 w 2739737"/>
                    <a:gd name="connsiteY57" fmla="*/ 58882 h 2355273"/>
                    <a:gd name="connsiteX58" fmla="*/ 1385455 w 2739737"/>
                    <a:gd name="connsiteY58" fmla="*/ 65809 h 2355273"/>
                    <a:gd name="connsiteX59" fmla="*/ 1336964 w 2739737"/>
                    <a:gd name="connsiteY59" fmla="*/ 69273 h 2355273"/>
                    <a:gd name="connsiteX60" fmla="*/ 1264228 w 2739737"/>
                    <a:gd name="connsiteY60" fmla="*/ 62346 h 2355273"/>
                    <a:gd name="connsiteX61" fmla="*/ 1222664 w 2739737"/>
                    <a:gd name="connsiteY61" fmla="*/ 72737 h 2355273"/>
                    <a:gd name="connsiteX62" fmla="*/ 1194955 w 2739737"/>
                    <a:gd name="connsiteY62" fmla="*/ 103909 h 2355273"/>
                    <a:gd name="connsiteX63" fmla="*/ 1163782 w 2739737"/>
                    <a:gd name="connsiteY63" fmla="*/ 121228 h 2355273"/>
                    <a:gd name="connsiteX64" fmla="*/ 1132609 w 2739737"/>
                    <a:gd name="connsiteY64" fmla="*/ 103909 h 2355273"/>
                    <a:gd name="connsiteX65" fmla="*/ 1049482 w 2739737"/>
                    <a:gd name="connsiteY65" fmla="*/ 58882 h 2355273"/>
                    <a:gd name="connsiteX66" fmla="*/ 1018309 w 2739737"/>
                    <a:gd name="connsiteY66" fmla="*/ 38100 h 2355273"/>
                    <a:gd name="connsiteX67" fmla="*/ 952500 w 2739737"/>
                    <a:gd name="connsiteY67" fmla="*/ 38100 h 2355273"/>
                    <a:gd name="connsiteX68" fmla="*/ 897082 w 2739737"/>
                    <a:gd name="connsiteY68" fmla="*/ 24246 h 2355273"/>
                    <a:gd name="connsiteX69" fmla="*/ 848591 w 2739737"/>
                    <a:gd name="connsiteY69" fmla="*/ 0 h 2355273"/>
                    <a:gd name="connsiteX70" fmla="*/ 848591 w 2739737"/>
                    <a:gd name="connsiteY70" fmla="*/ 0 h 2355273"/>
                    <a:gd name="connsiteX71" fmla="*/ 786246 w 2739737"/>
                    <a:gd name="connsiteY71" fmla="*/ 0 h 2355273"/>
                    <a:gd name="connsiteX72" fmla="*/ 768928 w 2739737"/>
                    <a:gd name="connsiteY72" fmla="*/ 24246 h 2355273"/>
                    <a:gd name="connsiteX73" fmla="*/ 720437 w 2739737"/>
                    <a:gd name="connsiteY73" fmla="*/ 58882 h 2355273"/>
                    <a:gd name="connsiteX74" fmla="*/ 696191 w 2739737"/>
                    <a:gd name="connsiteY74" fmla="*/ 110837 h 2355273"/>
                    <a:gd name="connsiteX75" fmla="*/ 699655 w 2739737"/>
                    <a:gd name="connsiteY75" fmla="*/ 148937 h 2355273"/>
                    <a:gd name="connsiteX76" fmla="*/ 675409 w 2739737"/>
                    <a:gd name="connsiteY76" fmla="*/ 166255 h 2355273"/>
                    <a:gd name="connsiteX77" fmla="*/ 571500 w 2739737"/>
                    <a:gd name="connsiteY77" fmla="*/ 169718 h 2355273"/>
                    <a:gd name="connsiteX78" fmla="*/ 457200 w 2739737"/>
                    <a:gd name="connsiteY78" fmla="*/ 166255 h 2355273"/>
                    <a:gd name="connsiteX79" fmla="*/ 394855 w 2739737"/>
                    <a:gd name="connsiteY79" fmla="*/ 166255 h 2355273"/>
                    <a:gd name="connsiteX80" fmla="*/ 356755 w 2739737"/>
                    <a:gd name="connsiteY80" fmla="*/ 193964 h 2355273"/>
                    <a:gd name="connsiteX81" fmla="*/ 342900 w 2739737"/>
                    <a:gd name="connsiteY81" fmla="*/ 221673 h 2355273"/>
                    <a:gd name="connsiteX82" fmla="*/ 235528 w 2739737"/>
                    <a:gd name="connsiteY82" fmla="*/ 263237 h 2355273"/>
                    <a:gd name="connsiteX83" fmla="*/ 187037 w 2739737"/>
                    <a:gd name="connsiteY83" fmla="*/ 325582 h 2355273"/>
                    <a:gd name="connsiteX84" fmla="*/ 124691 w 2739737"/>
                    <a:gd name="connsiteY84" fmla="*/ 349828 h 2355273"/>
                    <a:gd name="connsiteX85" fmla="*/ 86591 w 2739737"/>
                    <a:gd name="connsiteY85" fmla="*/ 370609 h 2355273"/>
                    <a:gd name="connsiteX86" fmla="*/ 48491 w 2739737"/>
                    <a:gd name="connsiteY86" fmla="*/ 370609 h 2355273"/>
                    <a:gd name="connsiteX87" fmla="*/ 20782 w 2739737"/>
                    <a:gd name="connsiteY87" fmla="*/ 387928 h 2355273"/>
                    <a:gd name="connsiteX88" fmla="*/ 20782 w 2739737"/>
                    <a:gd name="connsiteY88" fmla="*/ 426028 h 2355273"/>
                    <a:gd name="connsiteX89" fmla="*/ 20782 w 2739737"/>
                    <a:gd name="connsiteY89" fmla="*/ 446809 h 2355273"/>
                    <a:gd name="connsiteX90" fmla="*/ 3464 w 2739737"/>
                    <a:gd name="connsiteY90" fmla="*/ 474518 h 2355273"/>
                    <a:gd name="connsiteX91" fmla="*/ 0 w 2739737"/>
                    <a:gd name="connsiteY91" fmla="*/ 529937 h 2355273"/>
                    <a:gd name="connsiteX92" fmla="*/ 48491 w 2739737"/>
                    <a:gd name="connsiteY92" fmla="*/ 523009 h 2355273"/>
                    <a:gd name="connsiteX93" fmla="*/ 145473 w 2739737"/>
                    <a:gd name="connsiteY93" fmla="*/ 498764 h 2355273"/>
                    <a:gd name="connsiteX94" fmla="*/ 218209 w 2739737"/>
                    <a:gd name="connsiteY94" fmla="*/ 498764 h 2355273"/>
                    <a:gd name="connsiteX95" fmla="*/ 297873 w 2739737"/>
                    <a:gd name="connsiteY95" fmla="*/ 467591 h 2355273"/>
                    <a:gd name="connsiteX96" fmla="*/ 367146 w 2739737"/>
                    <a:gd name="connsiteY96" fmla="*/ 453737 h 2355273"/>
                    <a:gd name="connsiteX97" fmla="*/ 464128 w 2739737"/>
                    <a:gd name="connsiteY97" fmla="*/ 457200 h 2355273"/>
                    <a:gd name="connsiteX98" fmla="*/ 523009 w 2739737"/>
                    <a:gd name="connsiteY98" fmla="*/ 484909 h 2355273"/>
                    <a:gd name="connsiteX99" fmla="*/ 540328 w 2739737"/>
                    <a:gd name="connsiteY99" fmla="*/ 529937 h 2355273"/>
                    <a:gd name="connsiteX100" fmla="*/ 536864 w 2739737"/>
                    <a:gd name="connsiteY100" fmla="*/ 595746 h 2355273"/>
                    <a:gd name="connsiteX101" fmla="*/ 536864 w 2739737"/>
                    <a:gd name="connsiteY101" fmla="*/ 595746 h 2355273"/>
                    <a:gd name="connsiteX102" fmla="*/ 484909 w 2739737"/>
                    <a:gd name="connsiteY102" fmla="*/ 619991 h 2355273"/>
                    <a:gd name="connsiteX103" fmla="*/ 495300 w 2739737"/>
                    <a:gd name="connsiteY103" fmla="*/ 668482 h 2355273"/>
                    <a:gd name="connsiteX104" fmla="*/ 540328 w 2739737"/>
                    <a:gd name="connsiteY104" fmla="*/ 678873 h 2355273"/>
                    <a:gd name="connsiteX105" fmla="*/ 599209 w 2739737"/>
                    <a:gd name="connsiteY105" fmla="*/ 706582 h 2355273"/>
                    <a:gd name="connsiteX106" fmla="*/ 619991 w 2739737"/>
                    <a:gd name="connsiteY106" fmla="*/ 751609 h 2355273"/>
                    <a:gd name="connsiteX107" fmla="*/ 651164 w 2739737"/>
                    <a:gd name="connsiteY107" fmla="*/ 775855 h 2355273"/>
                    <a:gd name="connsiteX108" fmla="*/ 637309 w 2739737"/>
                    <a:gd name="connsiteY108" fmla="*/ 820882 h 2355273"/>
                    <a:gd name="connsiteX109" fmla="*/ 599209 w 2739737"/>
                    <a:gd name="connsiteY109" fmla="*/ 848591 h 2355273"/>
                    <a:gd name="connsiteX110" fmla="*/ 578428 w 2739737"/>
                    <a:gd name="connsiteY110" fmla="*/ 883228 h 2355273"/>
                    <a:gd name="connsiteX111" fmla="*/ 574964 w 2739737"/>
                    <a:gd name="connsiteY111" fmla="*/ 942109 h 2355273"/>
                    <a:gd name="connsiteX112" fmla="*/ 533400 w 2739737"/>
                    <a:gd name="connsiteY112" fmla="*/ 962891 h 2355273"/>
                    <a:gd name="connsiteX113" fmla="*/ 491837 w 2739737"/>
                    <a:gd name="connsiteY113" fmla="*/ 962891 h 2355273"/>
                    <a:gd name="connsiteX114" fmla="*/ 439882 w 2739737"/>
                    <a:gd name="connsiteY114" fmla="*/ 955964 h 2355273"/>
                    <a:gd name="connsiteX115" fmla="*/ 429491 w 2739737"/>
                    <a:gd name="connsiteY115" fmla="*/ 987137 h 2355273"/>
                    <a:gd name="connsiteX116" fmla="*/ 450273 w 2739737"/>
                    <a:gd name="connsiteY116" fmla="*/ 1042555 h 2355273"/>
                    <a:gd name="connsiteX117" fmla="*/ 474518 w 2739737"/>
                    <a:gd name="connsiteY117" fmla="*/ 1122218 h 2355273"/>
                    <a:gd name="connsiteX118" fmla="*/ 536864 w 2739737"/>
                    <a:gd name="connsiteY118" fmla="*/ 1184564 h 2355273"/>
                    <a:gd name="connsiteX119" fmla="*/ 550718 w 2739737"/>
                    <a:gd name="connsiteY119" fmla="*/ 1222664 h 2355273"/>
                    <a:gd name="connsiteX120" fmla="*/ 561109 w 2739737"/>
                    <a:gd name="connsiteY120" fmla="*/ 1250373 h 2355273"/>
                    <a:gd name="connsiteX121" fmla="*/ 540328 w 2739737"/>
                    <a:gd name="connsiteY121" fmla="*/ 1278082 h 2355273"/>
                    <a:gd name="connsiteX122" fmla="*/ 495300 w 2739737"/>
                    <a:gd name="connsiteY122" fmla="*/ 1312718 h 2355273"/>
                    <a:gd name="connsiteX123" fmla="*/ 488373 w 2739737"/>
                    <a:gd name="connsiteY123" fmla="*/ 1364673 h 2355273"/>
                    <a:gd name="connsiteX124" fmla="*/ 491837 w 2739737"/>
                    <a:gd name="connsiteY124" fmla="*/ 1440873 h 2355273"/>
                    <a:gd name="connsiteX125" fmla="*/ 533400 w 2739737"/>
                    <a:gd name="connsiteY125" fmla="*/ 1468582 h 2355273"/>
                    <a:gd name="connsiteX126" fmla="*/ 592282 w 2739737"/>
                    <a:gd name="connsiteY126" fmla="*/ 1447800 h 2355273"/>
                    <a:gd name="connsiteX127" fmla="*/ 630382 w 2739737"/>
                    <a:gd name="connsiteY127" fmla="*/ 1433946 h 2355273"/>
                    <a:gd name="connsiteX128" fmla="*/ 678873 w 2739737"/>
                    <a:gd name="connsiteY128" fmla="*/ 1451264 h 2355273"/>
                    <a:gd name="connsiteX129" fmla="*/ 720437 w 2739737"/>
                    <a:gd name="connsiteY129" fmla="*/ 1485900 h 2355273"/>
                    <a:gd name="connsiteX130" fmla="*/ 768928 w 2739737"/>
                    <a:gd name="connsiteY130" fmla="*/ 1582882 h 2355273"/>
                    <a:gd name="connsiteX131" fmla="*/ 800100 w 2739737"/>
                    <a:gd name="connsiteY131" fmla="*/ 1659082 h 2355273"/>
                    <a:gd name="connsiteX132" fmla="*/ 834737 w 2739737"/>
                    <a:gd name="connsiteY132" fmla="*/ 1693718 h 2355273"/>
                    <a:gd name="connsiteX133" fmla="*/ 865909 w 2739737"/>
                    <a:gd name="connsiteY133" fmla="*/ 1728355 h 2355273"/>
                    <a:gd name="connsiteX134" fmla="*/ 886691 w 2739737"/>
                    <a:gd name="connsiteY134" fmla="*/ 1797628 h 2355273"/>
                    <a:gd name="connsiteX135" fmla="*/ 869373 w 2739737"/>
                    <a:gd name="connsiteY135" fmla="*/ 1898073 h 2355273"/>
                    <a:gd name="connsiteX136" fmla="*/ 886691 w 2739737"/>
                    <a:gd name="connsiteY136" fmla="*/ 1963882 h 2355273"/>
                    <a:gd name="connsiteX137" fmla="*/ 879764 w 2739737"/>
                    <a:gd name="connsiteY137" fmla="*/ 2008909 h 2355273"/>
                    <a:gd name="connsiteX138" fmla="*/ 897082 w 2739737"/>
                    <a:gd name="connsiteY138" fmla="*/ 2043546 h 2355273"/>
                    <a:gd name="connsiteX139" fmla="*/ 959428 w 2739737"/>
                    <a:gd name="connsiteY139" fmla="*/ 2064328 h 2355273"/>
                    <a:gd name="connsiteX140" fmla="*/ 1004455 w 2739737"/>
                    <a:gd name="connsiteY140" fmla="*/ 2060864 h 2355273"/>
                    <a:gd name="connsiteX141" fmla="*/ 1052946 w 2739737"/>
                    <a:gd name="connsiteY141" fmla="*/ 2085109 h 2355273"/>
                    <a:gd name="connsiteX142" fmla="*/ 1108364 w 2739737"/>
                    <a:gd name="connsiteY142" fmla="*/ 2092037 h 2355273"/>
                    <a:gd name="connsiteX143" fmla="*/ 1125682 w 2739737"/>
                    <a:gd name="connsiteY143" fmla="*/ 2112818 h 2355273"/>
                    <a:gd name="connsiteX144" fmla="*/ 1136073 w 2739737"/>
                    <a:gd name="connsiteY144" fmla="*/ 2168237 h 2355273"/>
                    <a:gd name="connsiteX145" fmla="*/ 1156855 w 2739737"/>
                    <a:gd name="connsiteY145" fmla="*/ 2265218 h 2355273"/>
                    <a:gd name="connsiteX146" fmla="*/ 1167246 w 2739737"/>
                    <a:gd name="connsiteY146" fmla="*/ 2313709 h 2355273"/>
                    <a:gd name="connsiteX147" fmla="*/ 1191491 w 2739737"/>
                    <a:gd name="connsiteY147" fmla="*/ 2348346 h 2355273"/>
                    <a:gd name="connsiteX148" fmla="*/ 1260764 w 2739737"/>
                    <a:gd name="connsiteY148" fmla="*/ 2355273 h 2355273"/>
                    <a:gd name="connsiteX149" fmla="*/ 1319646 w 2739737"/>
                    <a:gd name="connsiteY149" fmla="*/ 2324100 h 2355273"/>
                    <a:gd name="connsiteX150" fmla="*/ 1423555 w 2739737"/>
                    <a:gd name="connsiteY150" fmla="*/ 2282537 h 2355273"/>
                    <a:gd name="connsiteX151" fmla="*/ 1520537 w 2739737"/>
                    <a:gd name="connsiteY151" fmla="*/ 2272146 h 2355273"/>
                    <a:gd name="connsiteX152" fmla="*/ 1666009 w 2739737"/>
                    <a:gd name="connsiteY152" fmla="*/ 2240973 h 2355273"/>
                    <a:gd name="connsiteX153" fmla="*/ 1756064 w 2739737"/>
                    <a:gd name="connsiteY153" fmla="*/ 2206337 h 2355273"/>
                    <a:gd name="connsiteX154" fmla="*/ 1835728 w 2739737"/>
                    <a:gd name="connsiteY154" fmla="*/ 2189018 h 2355273"/>
                    <a:gd name="connsiteX155" fmla="*/ 1898073 w 2739737"/>
                    <a:gd name="connsiteY155" fmla="*/ 2175164 h 2355273"/>
                    <a:gd name="connsiteX156" fmla="*/ 1932709 w 2739737"/>
                    <a:gd name="connsiteY156" fmla="*/ 2189018 h 2355273"/>
                    <a:gd name="connsiteX157" fmla="*/ 1960418 w 2739737"/>
                    <a:gd name="connsiteY157" fmla="*/ 2154382 h 2355273"/>
                    <a:gd name="connsiteX158" fmla="*/ 1950028 w 2739737"/>
                    <a:gd name="connsiteY158" fmla="*/ 2112818 h 2355273"/>
                    <a:gd name="connsiteX159" fmla="*/ 1960418 w 2739737"/>
                    <a:gd name="connsiteY159" fmla="*/ 2022764 h 2355273"/>
                    <a:gd name="connsiteX160" fmla="*/ 1950028 w 2739737"/>
                    <a:gd name="connsiteY160" fmla="*/ 1974273 h 2355273"/>
                    <a:gd name="connsiteX161" fmla="*/ 1956955 w 2739737"/>
                    <a:gd name="connsiteY161" fmla="*/ 1950028 h 2355273"/>
                    <a:gd name="connsiteX162" fmla="*/ 2019300 w 2739737"/>
                    <a:gd name="connsiteY162" fmla="*/ 1943100 h 235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2739737" h="2355273">
                      <a:moveTo>
                        <a:pt x="2019300" y="1943100"/>
                      </a:moveTo>
                      <a:lnTo>
                        <a:pt x="2112818" y="1918855"/>
                      </a:lnTo>
                      <a:lnTo>
                        <a:pt x="2147455" y="1891146"/>
                      </a:lnTo>
                      <a:lnTo>
                        <a:pt x="2185555" y="1894609"/>
                      </a:lnTo>
                      <a:lnTo>
                        <a:pt x="2240973" y="1887682"/>
                      </a:lnTo>
                      <a:lnTo>
                        <a:pt x="2279073" y="1842655"/>
                      </a:lnTo>
                      <a:lnTo>
                        <a:pt x="2341418" y="1783773"/>
                      </a:lnTo>
                      <a:lnTo>
                        <a:pt x="2393373" y="1749137"/>
                      </a:lnTo>
                      <a:lnTo>
                        <a:pt x="2438400" y="1714500"/>
                      </a:lnTo>
                      <a:lnTo>
                        <a:pt x="2462646" y="1652155"/>
                      </a:lnTo>
                      <a:lnTo>
                        <a:pt x="2490355" y="1593273"/>
                      </a:lnTo>
                      <a:lnTo>
                        <a:pt x="2500746" y="1548246"/>
                      </a:lnTo>
                      <a:lnTo>
                        <a:pt x="2545773" y="1510146"/>
                      </a:lnTo>
                      <a:lnTo>
                        <a:pt x="2660073" y="1465118"/>
                      </a:lnTo>
                      <a:lnTo>
                        <a:pt x="2701637" y="1447800"/>
                      </a:lnTo>
                      <a:lnTo>
                        <a:pt x="2732809" y="1392382"/>
                      </a:lnTo>
                      <a:lnTo>
                        <a:pt x="2715491" y="1333500"/>
                      </a:lnTo>
                      <a:cubicBezTo>
                        <a:pt x="2716646" y="1283855"/>
                        <a:pt x="2717800" y="1234209"/>
                        <a:pt x="2718955" y="1184564"/>
                      </a:cubicBezTo>
                      <a:lnTo>
                        <a:pt x="2739737" y="1115291"/>
                      </a:lnTo>
                      <a:lnTo>
                        <a:pt x="2715491" y="1070264"/>
                      </a:lnTo>
                      <a:lnTo>
                        <a:pt x="2635828" y="1011382"/>
                      </a:lnTo>
                      <a:lnTo>
                        <a:pt x="2601191" y="976746"/>
                      </a:lnTo>
                      <a:lnTo>
                        <a:pt x="2559628" y="883228"/>
                      </a:lnTo>
                      <a:lnTo>
                        <a:pt x="2538846" y="796637"/>
                      </a:lnTo>
                      <a:lnTo>
                        <a:pt x="2524991" y="751609"/>
                      </a:lnTo>
                      <a:lnTo>
                        <a:pt x="2511137" y="703118"/>
                      </a:lnTo>
                      <a:lnTo>
                        <a:pt x="2459182" y="703118"/>
                      </a:lnTo>
                      <a:lnTo>
                        <a:pt x="2431473" y="730828"/>
                      </a:lnTo>
                      <a:lnTo>
                        <a:pt x="2337955" y="734291"/>
                      </a:lnTo>
                      <a:lnTo>
                        <a:pt x="2240973" y="748146"/>
                      </a:lnTo>
                      <a:lnTo>
                        <a:pt x="2182091" y="751609"/>
                      </a:lnTo>
                      <a:lnTo>
                        <a:pt x="2133600" y="741218"/>
                      </a:lnTo>
                      <a:lnTo>
                        <a:pt x="2095500" y="723900"/>
                      </a:lnTo>
                      <a:lnTo>
                        <a:pt x="2047009" y="665018"/>
                      </a:lnTo>
                      <a:lnTo>
                        <a:pt x="2005446" y="592282"/>
                      </a:lnTo>
                      <a:lnTo>
                        <a:pt x="1977737" y="540328"/>
                      </a:lnTo>
                      <a:lnTo>
                        <a:pt x="1929246" y="498764"/>
                      </a:lnTo>
                      <a:lnTo>
                        <a:pt x="1898073" y="471055"/>
                      </a:lnTo>
                      <a:lnTo>
                        <a:pt x="1894609" y="422564"/>
                      </a:lnTo>
                      <a:lnTo>
                        <a:pt x="1918855" y="367146"/>
                      </a:lnTo>
                      <a:lnTo>
                        <a:pt x="1922318" y="322118"/>
                      </a:lnTo>
                      <a:lnTo>
                        <a:pt x="1887682" y="287482"/>
                      </a:lnTo>
                      <a:lnTo>
                        <a:pt x="1856509" y="252846"/>
                      </a:lnTo>
                      <a:lnTo>
                        <a:pt x="1849582" y="166255"/>
                      </a:lnTo>
                      <a:lnTo>
                        <a:pt x="1849582" y="124691"/>
                      </a:lnTo>
                      <a:lnTo>
                        <a:pt x="1856509" y="83128"/>
                      </a:lnTo>
                      <a:lnTo>
                        <a:pt x="1859973" y="41564"/>
                      </a:lnTo>
                      <a:lnTo>
                        <a:pt x="1842655" y="17318"/>
                      </a:lnTo>
                      <a:lnTo>
                        <a:pt x="1814946" y="20782"/>
                      </a:lnTo>
                      <a:lnTo>
                        <a:pt x="1783773" y="65809"/>
                      </a:lnTo>
                      <a:lnTo>
                        <a:pt x="1745673" y="103909"/>
                      </a:lnTo>
                      <a:lnTo>
                        <a:pt x="1700646" y="114300"/>
                      </a:lnTo>
                      <a:lnTo>
                        <a:pt x="1652155" y="96982"/>
                      </a:lnTo>
                      <a:lnTo>
                        <a:pt x="1593273" y="96982"/>
                      </a:lnTo>
                      <a:lnTo>
                        <a:pt x="1548246" y="90055"/>
                      </a:lnTo>
                      <a:lnTo>
                        <a:pt x="1520537" y="45028"/>
                      </a:lnTo>
                      <a:lnTo>
                        <a:pt x="1492828" y="17318"/>
                      </a:lnTo>
                      <a:lnTo>
                        <a:pt x="1440873" y="58882"/>
                      </a:lnTo>
                      <a:lnTo>
                        <a:pt x="1385455" y="65809"/>
                      </a:lnTo>
                      <a:lnTo>
                        <a:pt x="1336964" y="69273"/>
                      </a:lnTo>
                      <a:lnTo>
                        <a:pt x="1264228" y="62346"/>
                      </a:lnTo>
                      <a:lnTo>
                        <a:pt x="1222664" y="72737"/>
                      </a:lnTo>
                      <a:lnTo>
                        <a:pt x="1194955" y="103909"/>
                      </a:lnTo>
                      <a:lnTo>
                        <a:pt x="1163782" y="121228"/>
                      </a:lnTo>
                      <a:lnTo>
                        <a:pt x="1132609" y="103909"/>
                      </a:lnTo>
                      <a:lnTo>
                        <a:pt x="1049482" y="58882"/>
                      </a:lnTo>
                      <a:lnTo>
                        <a:pt x="1018309" y="38100"/>
                      </a:lnTo>
                      <a:lnTo>
                        <a:pt x="952500" y="38100"/>
                      </a:lnTo>
                      <a:lnTo>
                        <a:pt x="897082" y="24246"/>
                      </a:lnTo>
                      <a:lnTo>
                        <a:pt x="848591" y="0"/>
                      </a:lnTo>
                      <a:lnTo>
                        <a:pt x="848591" y="0"/>
                      </a:lnTo>
                      <a:lnTo>
                        <a:pt x="786246" y="0"/>
                      </a:lnTo>
                      <a:lnTo>
                        <a:pt x="768928" y="24246"/>
                      </a:lnTo>
                      <a:lnTo>
                        <a:pt x="720437" y="58882"/>
                      </a:lnTo>
                      <a:lnTo>
                        <a:pt x="696191" y="110837"/>
                      </a:lnTo>
                      <a:lnTo>
                        <a:pt x="699655" y="148937"/>
                      </a:lnTo>
                      <a:lnTo>
                        <a:pt x="675409" y="166255"/>
                      </a:lnTo>
                      <a:lnTo>
                        <a:pt x="571500" y="169718"/>
                      </a:lnTo>
                      <a:lnTo>
                        <a:pt x="457200" y="166255"/>
                      </a:lnTo>
                      <a:lnTo>
                        <a:pt x="394855" y="166255"/>
                      </a:lnTo>
                      <a:lnTo>
                        <a:pt x="356755" y="193964"/>
                      </a:lnTo>
                      <a:lnTo>
                        <a:pt x="342900" y="221673"/>
                      </a:lnTo>
                      <a:lnTo>
                        <a:pt x="235528" y="263237"/>
                      </a:lnTo>
                      <a:lnTo>
                        <a:pt x="187037" y="325582"/>
                      </a:lnTo>
                      <a:lnTo>
                        <a:pt x="124691" y="349828"/>
                      </a:lnTo>
                      <a:lnTo>
                        <a:pt x="86591" y="370609"/>
                      </a:lnTo>
                      <a:lnTo>
                        <a:pt x="48491" y="370609"/>
                      </a:lnTo>
                      <a:lnTo>
                        <a:pt x="20782" y="387928"/>
                      </a:lnTo>
                      <a:lnTo>
                        <a:pt x="20782" y="426028"/>
                      </a:lnTo>
                      <a:lnTo>
                        <a:pt x="20782" y="446809"/>
                      </a:lnTo>
                      <a:lnTo>
                        <a:pt x="3464" y="474518"/>
                      </a:lnTo>
                      <a:lnTo>
                        <a:pt x="0" y="529937"/>
                      </a:lnTo>
                      <a:lnTo>
                        <a:pt x="48491" y="523009"/>
                      </a:lnTo>
                      <a:lnTo>
                        <a:pt x="145473" y="498764"/>
                      </a:lnTo>
                      <a:lnTo>
                        <a:pt x="218209" y="498764"/>
                      </a:lnTo>
                      <a:lnTo>
                        <a:pt x="297873" y="467591"/>
                      </a:lnTo>
                      <a:lnTo>
                        <a:pt x="367146" y="453737"/>
                      </a:lnTo>
                      <a:lnTo>
                        <a:pt x="464128" y="457200"/>
                      </a:lnTo>
                      <a:lnTo>
                        <a:pt x="523009" y="484909"/>
                      </a:lnTo>
                      <a:lnTo>
                        <a:pt x="540328" y="529937"/>
                      </a:lnTo>
                      <a:lnTo>
                        <a:pt x="536864" y="595746"/>
                      </a:lnTo>
                      <a:lnTo>
                        <a:pt x="536864" y="595746"/>
                      </a:lnTo>
                      <a:lnTo>
                        <a:pt x="484909" y="619991"/>
                      </a:lnTo>
                      <a:lnTo>
                        <a:pt x="495300" y="668482"/>
                      </a:lnTo>
                      <a:lnTo>
                        <a:pt x="540328" y="678873"/>
                      </a:lnTo>
                      <a:lnTo>
                        <a:pt x="599209" y="706582"/>
                      </a:lnTo>
                      <a:lnTo>
                        <a:pt x="619991" y="751609"/>
                      </a:lnTo>
                      <a:lnTo>
                        <a:pt x="651164" y="775855"/>
                      </a:lnTo>
                      <a:lnTo>
                        <a:pt x="637309" y="820882"/>
                      </a:lnTo>
                      <a:lnTo>
                        <a:pt x="599209" y="848591"/>
                      </a:lnTo>
                      <a:lnTo>
                        <a:pt x="578428" y="883228"/>
                      </a:lnTo>
                      <a:lnTo>
                        <a:pt x="574964" y="942109"/>
                      </a:lnTo>
                      <a:lnTo>
                        <a:pt x="533400" y="962891"/>
                      </a:lnTo>
                      <a:lnTo>
                        <a:pt x="491837" y="962891"/>
                      </a:lnTo>
                      <a:lnTo>
                        <a:pt x="439882" y="955964"/>
                      </a:lnTo>
                      <a:lnTo>
                        <a:pt x="429491" y="987137"/>
                      </a:lnTo>
                      <a:lnTo>
                        <a:pt x="450273" y="1042555"/>
                      </a:lnTo>
                      <a:lnTo>
                        <a:pt x="474518" y="1122218"/>
                      </a:lnTo>
                      <a:lnTo>
                        <a:pt x="536864" y="1184564"/>
                      </a:lnTo>
                      <a:lnTo>
                        <a:pt x="550718" y="1222664"/>
                      </a:lnTo>
                      <a:lnTo>
                        <a:pt x="561109" y="1250373"/>
                      </a:lnTo>
                      <a:lnTo>
                        <a:pt x="540328" y="1278082"/>
                      </a:lnTo>
                      <a:lnTo>
                        <a:pt x="495300" y="1312718"/>
                      </a:lnTo>
                      <a:lnTo>
                        <a:pt x="488373" y="1364673"/>
                      </a:lnTo>
                      <a:lnTo>
                        <a:pt x="491837" y="1440873"/>
                      </a:lnTo>
                      <a:lnTo>
                        <a:pt x="533400" y="1468582"/>
                      </a:lnTo>
                      <a:lnTo>
                        <a:pt x="592282" y="1447800"/>
                      </a:lnTo>
                      <a:lnTo>
                        <a:pt x="630382" y="1433946"/>
                      </a:lnTo>
                      <a:lnTo>
                        <a:pt x="678873" y="1451264"/>
                      </a:lnTo>
                      <a:lnTo>
                        <a:pt x="720437" y="1485900"/>
                      </a:lnTo>
                      <a:lnTo>
                        <a:pt x="768928" y="1582882"/>
                      </a:lnTo>
                      <a:lnTo>
                        <a:pt x="800100" y="1659082"/>
                      </a:lnTo>
                      <a:lnTo>
                        <a:pt x="834737" y="1693718"/>
                      </a:lnTo>
                      <a:lnTo>
                        <a:pt x="865909" y="1728355"/>
                      </a:lnTo>
                      <a:lnTo>
                        <a:pt x="886691" y="1797628"/>
                      </a:lnTo>
                      <a:lnTo>
                        <a:pt x="869373" y="1898073"/>
                      </a:lnTo>
                      <a:lnTo>
                        <a:pt x="886691" y="1963882"/>
                      </a:lnTo>
                      <a:lnTo>
                        <a:pt x="879764" y="2008909"/>
                      </a:lnTo>
                      <a:lnTo>
                        <a:pt x="897082" y="2043546"/>
                      </a:lnTo>
                      <a:lnTo>
                        <a:pt x="959428" y="2064328"/>
                      </a:lnTo>
                      <a:lnTo>
                        <a:pt x="1004455" y="2060864"/>
                      </a:lnTo>
                      <a:lnTo>
                        <a:pt x="1052946" y="2085109"/>
                      </a:lnTo>
                      <a:lnTo>
                        <a:pt x="1108364" y="2092037"/>
                      </a:lnTo>
                      <a:lnTo>
                        <a:pt x="1125682" y="2112818"/>
                      </a:lnTo>
                      <a:lnTo>
                        <a:pt x="1136073" y="2168237"/>
                      </a:lnTo>
                      <a:lnTo>
                        <a:pt x="1156855" y="2265218"/>
                      </a:lnTo>
                      <a:lnTo>
                        <a:pt x="1167246" y="2313709"/>
                      </a:lnTo>
                      <a:lnTo>
                        <a:pt x="1191491" y="2348346"/>
                      </a:lnTo>
                      <a:lnTo>
                        <a:pt x="1260764" y="2355273"/>
                      </a:lnTo>
                      <a:lnTo>
                        <a:pt x="1319646" y="2324100"/>
                      </a:lnTo>
                      <a:lnTo>
                        <a:pt x="1423555" y="2282537"/>
                      </a:lnTo>
                      <a:lnTo>
                        <a:pt x="1520537" y="2272146"/>
                      </a:lnTo>
                      <a:lnTo>
                        <a:pt x="1666009" y="2240973"/>
                      </a:lnTo>
                      <a:lnTo>
                        <a:pt x="1756064" y="2206337"/>
                      </a:lnTo>
                      <a:lnTo>
                        <a:pt x="1835728" y="2189018"/>
                      </a:lnTo>
                      <a:lnTo>
                        <a:pt x="1898073" y="2175164"/>
                      </a:lnTo>
                      <a:lnTo>
                        <a:pt x="1932709" y="2189018"/>
                      </a:lnTo>
                      <a:lnTo>
                        <a:pt x="1960418" y="2154382"/>
                      </a:lnTo>
                      <a:lnTo>
                        <a:pt x="1950028" y="2112818"/>
                      </a:lnTo>
                      <a:lnTo>
                        <a:pt x="1960418" y="2022764"/>
                      </a:lnTo>
                      <a:lnTo>
                        <a:pt x="1950028" y="1974273"/>
                      </a:lnTo>
                      <a:lnTo>
                        <a:pt x="1956955" y="1950028"/>
                      </a:lnTo>
                      <a:lnTo>
                        <a:pt x="2019300" y="19431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7" name="강서구">
                  <a:extLst>
                    <a:ext uri="{FF2B5EF4-FFF2-40B4-BE49-F238E27FC236}">
                      <a16:creationId xmlns:a16="http://schemas.microsoft.com/office/drawing/2014/main" id="{F2857E5D-242D-2881-D15D-0855859CF899}"/>
                    </a:ext>
                  </a:extLst>
                </p:cNvPr>
                <p:cNvSpPr/>
                <p:nvPr/>
              </p:nvSpPr>
              <p:spPr>
                <a:xfrm>
                  <a:off x="-4053840" y="5459730"/>
                  <a:ext cx="3787140" cy="3002280"/>
                </a:xfrm>
                <a:custGeom>
                  <a:avLst/>
                  <a:gdLst>
                    <a:gd name="connsiteX0" fmla="*/ 2301240 w 3787140"/>
                    <a:gd name="connsiteY0" fmla="*/ 838200 h 3002280"/>
                    <a:gd name="connsiteX1" fmla="*/ 2225040 w 3787140"/>
                    <a:gd name="connsiteY1" fmla="*/ 777240 h 3002280"/>
                    <a:gd name="connsiteX2" fmla="*/ 2106930 w 3787140"/>
                    <a:gd name="connsiteY2" fmla="*/ 723900 h 3002280"/>
                    <a:gd name="connsiteX3" fmla="*/ 2019300 w 3787140"/>
                    <a:gd name="connsiteY3" fmla="*/ 647700 h 3002280"/>
                    <a:gd name="connsiteX4" fmla="*/ 1931670 w 3787140"/>
                    <a:gd name="connsiteY4" fmla="*/ 590550 h 3002280"/>
                    <a:gd name="connsiteX5" fmla="*/ 1859280 w 3787140"/>
                    <a:gd name="connsiteY5" fmla="*/ 548640 h 3002280"/>
                    <a:gd name="connsiteX6" fmla="*/ 1786890 w 3787140"/>
                    <a:gd name="connsiteY6" fmla="*/ 491490 h 3002280"/>
                    <a:gd name="connsiteX7" fmla="*/ 1703070 w 3787140"/>
                    <a:gd name="connsiteY7" fmla="*/ 438150 h 3002280"/>
                    <a:gd name="connsiteX8" fmla="*/ 1604010 w 3787140"/>
                    <a:gd name="connsiteY8" fmla="*/ 373380 h 3002280"/>
                    <a:gd name="connsiteX9" fmla="*/ 1516380 w 3787140"/>
                    <a:gd name="connsiteY9" fmla="*/ 312420 h 3002280"/>
                    <a:gd name="connsiteX10" fmla="*/ 1447800 w 3787140"/>
                    <a:gd name="connsiteY10" fmla="*/ 262890 h 3002280"/>
                    <a:gd name="connsiteX11" fmla="*/ 1383030 w 3787140"/>
                    <a:gd name="connsiteY11" fmla="*/ 220980 h 3002280"/>
                    <a:gd name="connsiteX12" fmla="*/ 1325880 w 3787140"/>
                    <a:gd name="connsiteY12" fmla="*/ 167640 h 3002280"/>
                    <a:gd name="connsiteX13" fmla="*/ 1283970 w 3787140"/>
                    <a:gd name="connsiteY13" fmla="*/ 129540 h 3002280"/>
                    <a:gd name="connsiteX14" fmla="*/ 1184910 w 3787140"/>
                    <a:gd name="connsiteY14" fmla="*/ 83820 h 3002280"/>
                    <a:gd name="connsiteX15" fmla="*/ 1154430 w 3787140"/>
                    <a:gd name="connsiteY15" fmla="*/ 49530 h 3002280"/>
                    <a:gd name="connsiteX16" fmla="*/ 1123950 w 3787140"/>
                    <a:gd name="connsiteY16" fmla="*/ 26670 h 3002280"/>
                    <a:gd name="connsiteX17" fmla="*/ 1078230 w 3787140"/>
                    <a:gd name="connsiteY17" fmla="*/ 0 h 3002280"/>
                    <a:gd name="connsiteX18" fmla="*/ 1055370 w 3787140"/>
                    <a:gd name="connsiteY18" fmla="*/ 22860 h 3002280"/>
                    <a:gd name="connsiteX19" fmla="*/ 1078230 w 3787140"/>
                    <a:gd name="connsiteY19" fmla="*/ 76200 h 3002280"/>
                    <a:gd name="connsiteX20" fmla="*/ 1093470 w 3787140"/>
                    <a:gd name="connsiteY20" fmla="*/ 129540 h 3002280"/>
                    <a:gd name="connsiteX21" fmla="*/ 1108710 w 3787140"/>
                    <a:gd name="connsiteY21" fmla="*/ 175260 h 3002280"/>
                    <a:gd name="connsiteX22" fmla="*/ 1131570 w 3787140"/>
                    <a:gd name="connsiteY22" fmla="*/ 247650 h 3002280"/>
                    <a:gd name="connsiteX23" fmla="*/ 1135380 w 3787140"/>
                    <a:gd name="connsiteY23" fmla="*/ 327660 h 3002280"/>
                    <a:gd name="connsiteX24" fmla="*/ 1120140 w 3787140"/>
                    <a:gd name="connsiteY24" fmla="*/ 419100 h 3002280"/>
                    <a:gd name="connsiteX25" fmla="*/ 1112520 w 3787140"/>
                    <a:gd name="connsiteY25" fmla="*/ 457200 h 3002280"/>
                    <a:gd name="connsiteX26" fmla="*/ 1070610 w 3787140"/>
                    <a:gd name="connsiteY26" fmla="*/ 518160 h 3002280"/>
                    <a:gd name="connsiteX27" fmla="*/ 1043940 w 3787140"/>
                    <a:gd name="connsiteY27" fmla="*/ 571500 h 3002280"/>
                    <a:gd name="connsiteX28" fmla="*/ 1005840 w 3787140"/>
                    <a:gd name="connsiteY28" fmla="*/ 636270 h 3002280"/>
                    <a:gd name="connsiteX29" fmla="*/ 979170 w 3787140"/>
                    <a:gd name="connsiteY29" fmla="*/ 689610 h 3002280"/>
                    <a:gd name="connsiteX30" fmla="*/ 975360 w 3787140"/>
                    <a:gd name="connsiteY30" fmla="*/ 762000 h 3002280"/>
                    <a:gd name="connsiteX31" fmla="*/ 986790 w 3787140"/>
                    <a:gd name="connsiteY31" fmla="*/ 834390 h 3002280"/>
                    <a:gd name="connsiteX32" fmla="*/ 941070 w 3787140"/>
                    <a:gd name="connsiteY32" fmla="*/ 861060 h 3002280"/>
                    <a:gd name="connsiteX33" fmla="*/ 872490 w 3787140"/>
                    <a:gd name="connsiteY33" fmla="*/ 914400 h 3002280"/>
                    <a:gd name="connsiteX34" fmla="*/ 792480 w 3787140"/>
                    <a:gd name="connsiteY34" fmla="*/ 944880 h 3002280"/>
                    <a:gd name="connsiteX35" fmla="*/ 727710 w 3787140"/>
                    <a:gd name="connsiteY35" fmla="*/ 979170 h 3002280"/>
                    <a:gd name="connsiteX36" fmla="*/ 670560 w 3787140"/>
                    <a:gd name="connsiteY36" fmla="*/ 1013460 h 3002280"/>
                    <a:gd name="connsiteX37" fmla="*/ 632460 w 3787140"/>
                    <a:gd name="connsiteY37" fmla="*/ 1059180 h 3002280"/>
                    <a:gd name="connsiteX38" fmla="*/ 601980 w 3787140"/>
                    <a:gd name="connsiteY38" fmla="*/ 1123950 h 3002280"/>
                    <a:gd name="connsiteX39" fmla="*/ 579120 w 3787140"/>
                    <a:gd name="connsiteY39" fmla="*/ 1184910 h 3002280"/>
                    <a:gd name="connsiteX40" fmla="*/ 544830 w 3787140"/>
                    <a:gd name="connsiteY40" fmla="*/ 1242060 h 3002280"/>
                    <a:gd name="connsiteX41" fmla="*/ 480060 w 3787140"/>
                    <a:gd name="connsiteY41" fmla="*/ 1268730 h 3002280"/>
                    <a:gd name="connsiteX42" fmla="*/ 422910 w 3787140"/>
                    <a:gd name="connsiteY42" fmla="*/ 1295400 h 3002280"/>
                    <a:gd name="connsiteX43" fmla="*/ 384810 w 3787140"/>
                    <a:gd name="connsiteY43" fmla="*/ 1310640 h 3002280"/>
                    <a:gd name="connsiteX44" fmla="*/ 358140 w 3787140"/>
                    <a:gd name="connsiteY44" fmla="*/ 1341120 h 3002280"/>
                    <a:gd name="connsiteX45" fmla="*/ 358140 w 3787140"/>
                    <a:gd name="connsiteY45" fmla="*/ 1383030 h 3002280"/>
                    <a:gd name="connsiteX46" fmla="*/ 392430 w 3787140"/>
                    <a:gd name="connsiteY46" fmla="*/ 1409700 h 3002280"/>
                    <a:gd name="connsiteX47" fmla="*/ 403860 w 3787140"/>
                    <a:gd name="connsiteY47" fmla="*/ 1470660 h 3002280"/>
                    <a:gd name="connsiteX48" fmla="*/ 415290 w 3787140"/>
                    <a:gd name="connsiteY48" fmla="*/ 1527810 h 3002280"/>
                    <a:gd name="connsiteX49" fmla="*/ 426720 w 3787140"/>
                    <a:gd name="connsiteY49" fmla="*/ 1565910 h 3002280"/>
                    <a:gd name="connsiteX50" fmla="*/ 426720 w 3787140"/>
                    <a:gd name="connsiteY50" fmla="*/ 1600200 h 3002280"/>
                    <a:gd name="connsiteX51" fmla="*/ 403860 w 3787140"/>
                    <a:gd name="connsiteY51" fmla="*/ 1619250 h 3002280"/>
                    <a:gd name="connsiteX52" fmla="*/ 342900 w 3787140"/>
                    <a:gd name="connsiteY52" fmla="*/ 1645920 h 3002280"/>
                    <a:gd name="connsiteX53" fmla="*/ 281940 w 3787140"/>
                    <a:gd name="connsiteY53" fmla="*/ 1676400 h 3002280"/>
                    <a:gd name="connsiteX54" fmla="*/ 152400 w 3787140"/>
                    <a:gd name="connsiteY54" fmla="*/ 1733550 h 3002280"/>
                    <a:gd name="connsiteX55" fmla="*/ 64770 w 3787140"/>
                    <a:gd name="connsiteY55" fmla="*/ 1786890 h 3002280"/>
                    <a:gd name="connsiteX56" fmla="*/ 22860 w 3787140"/>
                    <a:gd name="connsiteY56" fmla="*/ 1805940 h 3002280"/>
                    <a:gd name="connsiteX57" fmla="*/ 0 w 3787140"/>
                    <a:gd name="connsiteY57" fmla="*/ 1847850 h 3002280"/>
                    <a:gd name="connsiteX58" fmla="*/ 11430 w 3787140"/>
                    <a:gd name="connsiteY58" fmla="*/ 1878330 h 3002280"/>
                    <a:gd name="connsiteX59" fmla="*/ 30480 w 3787140"/>
                    <a:gd name="connsiteY59" fmla="*/ 1897380 h 3002280"/>
                    <a:gd name="connsiteX60" fmla="*/ 45720 w 3787140"/>
                    <a:gd name="connsiteY60" fmla="*/ 1965960 h 3002280"/>
                    <a:gd name="connsiteX61" fmla="*/ 53340 w 3787140"/>
                    <a:gd name="connsiteY61" fmla="*/ 2045970 h 3002280"/>
                    <a:gd name="connsiteX62" fmla="*/ 91440 w 3787140"/>
                    <a:gd name="connsiteY62" fmla="*/ 2110740 h 3002280"/>
                    <a:gd name="connsiteX63" fmla="*/ 182880 w 3787140"/>
                    <a:gd name="connsiteY63" fmla="*/ 2133600 h 3002280"/>
                    <a:gd name="connsiteX64" fmla="*/ 278130 w 3787140"/>
                    <a:gd name="connsiteY64" fmla="*/ 2129790 h 3002280"/>
                    <a:gd name="connsiteX65" fmla="*/ 422910 w 3787140"/>
                    <a:gd name="connsiteY65" fmla="*/ 2145030 h 3002280"/>
                    <a:gd name="connsiteX66" fmla="*/ 495300 w 3787140"/>
                    <a:gd name="connsiteY66" fmla="*/ 2167890 h 3002280"/>
                    <a:gd name="connsiteX67" fmla="*/ 560070 w 3787140"/>
                    <a:gd name="connsiteY67" fmla="*/ 2164080 h 3002280"/>
                    <a:gd name="connsiteX68" fmla="*/ 624840 w 3787140"/>
                    <a:gd name="connsiteY68" fmla="*/ 2171700 h 3002280"/>
                    <a:gd name="connsiteX69" fmla="*/ 712470 w 3787140"/>
                    <a:gd name="connsiteY69" fmla="*/ 2217420 h 3002280"/>
                    <a:gd name="connsiteX70" fmla="*/ 803910 w 3787140"/>
                    <a:gd name="connsiteY70" fmla="*/ 2251710 h 3002280"/>
                    <a:gd name="connsiteX71" fmla="*/ 899160 w 3787140"/>
                    <a:gd name="connsiteY71" fmla="*/ 2282190 h 3002280"/>
                    <a:gd name="connsiteX72" fmla="*/ 982980 w 3787140"/>
                    <a:gd name="connsiteY72" fmla="*/ 2308860 h 3002280"/>
                    <a:gd name="connsiteX73" fmla="*/ 1024890 w 3787140"/>
                    <a:gd name="connsiteY73" fmla="*/ 2327910 h 3002280"/>
                    <a:gd name="connsiteX74" fmla="*/ 1051560 w 3787140"/>
                    <a:gd name="connsiteY74" fmla="*/ 2366010 h 3002280"/>
                    <a:gd name="connsiteX75" fmla="*/ 1062990 w 3787140"/>
                    <a:gd name="connsiteY75" fmla="*/ 2419350 h 3002280"/>
                    <a:gd name="connsiteX76" fmla="*/ 1055370 w 3787140"/>
                    <a:gd name="connsiteY76" fmla="*/ 2484120 h 3002280"/>
                    <a:gd name="connsiteX77" fmla="*/ 1047750 w 3787140"/>
                    <a:gd name="connsiteY77" fmla="*/ 2548890 h 3002280"/>
                    <a:gd name="connsiteX78" fmla="*/ 1070610 w 3787140"/>
                    <a:gd name="connsiteY78" fmla="*/ 2571750 h 3002280"/>
                    <a:gd name="connsiteX79" fmla="*/ 1112520 w 3787140"/>
                    <a:gd name="connsiteY79" fmla="*/ 2518410 h 3002280"/>
                    <a:gd name="connsiteX80" fmla="*/ 1226820 w 3787140"/>
                    <a:gd name="connsiteY80" fmla="*/ 2453640 h 3002280"/>
                    <a:gd name="connsiteX81" fmla="*/ 1272540 w 3787140"/>
                    <a:gd name="connsiteY81" fmla="*/ 2404110 h 3002280"/>
                    <a:gd name="connsiteX82" fmla="*/ 1310640 w 3787140"/>
                    <a:gd name="connsiteY82" fmla="*/ 2373630 h 3002280"/>
                    <a:gd name="connsiteX83" fmla="*/ 1348740 w 3787140"/>
                    <a:gd name="connsiteY83" fmla="*/ 2350770 h 3002280"/>
                    <a:gd name="connsiteX84" fmla="*/ 1386840 w 3787140"/>
                    <a:gd name="connsiteY84" fmla="*/ 2343150 h 3002280"/>
                    <a:gd name="connsiteX85" fmla="*/ 1432560 w 3787140"/>
                    <a:gd name="connsiteY85" fmla="*/ 2335530 h 3002280"/>
                    <a:gd name="connsiteX86" fmla="*/ 1482090 w 3787140"/>
                    <a:gd name="connsiteY86" fmla="*/ 2335530 h 3002280"/>
                    <a:gd name="connsiteX87" fmla="*/ 1565910 w 3787140"/>
                    <a:gd name="connsiteY87" fmla="*/ 2339340 h 3002280"/>
                    <a:gd name="connsiteX88" fmla="*/ 1630680 w 3787140"/>
                    <a:gd name="connsiteY88" fmla="*/ 2343150 h 3002280"/>
                    <a:gd name="connsiteX89" fmla="*/ 1760220 w 3787140"/>
                    <a:gd name="connsiteY89" fmla="*/ 2331720 h 3002280"/>
                    <a:gd name="connsiteX90" fmla="*/ 1832610 w 3787140"/>
                    <a:gd name="connsiteY90" fmla="*/ 2339340 h 3002280"/>
                    <a:gd name="connsiteX91" fmla="*/ 1840230 w 3787140"/>
                    <a:gd name="connsiteY91" fmla="*/ 2373630 h 3002280"/>
                    <a:gd name="connsiteX92" fmla="*/ 1866900 w 3787140"/>
                    <a:gd name="connsiteY92" fmla="*/ 2396490 h 3002280"/>
                    <a:gd name="connsiteX93" fmla="*/ 1866900 w 3787140"/>
                    <a:gd name="connsiteY93" fmla="*/ 2396490 h 3002280"/>
                    <a:gd name="connsiteX94" fmla="*/ 1931670 w 3787140"/>
                    <a:gd name="connsiteY94" fmla="*/ 2381250 h 3002280"/>
                    <a:gd name="connsiteX95" fmla="*/ 1981200 w 3787140"/>
                    <a:gd name="connsiteY95" fmla="*/ 2400300 h 3002280"/>
                    <a:gd name="connsiteX96" fmla="*/ 2026920 w 3787140"/>
                    <a:gd name="connsiteY96" fmla="*/ 2381250 h 3002280"/>
                    <a:gd name="connsiteX97" fmla="*/ 2011680 w 3787140"/>
                    <a:gd name="connsiteY97" fmla="*/ 2339340 h 3002280"/>
                    <a:gd name="connsiteX98" fmla="*/ 2023110 w 3787140"/>
                    <a:gd name="connsiteY98" fmla="*/ 2259330 h 3002280"/>
                    <a:gd name="connsiteX99" fmla="*/ 2045970 w 3787140"/>
                    <a:gd name="connsiteY99" fmla="*/ 2209800 h 3002280"/>
                    <a:gd name="connsiteX100" fmla="*/ 2095500 w 3787140"/>
                    <a:gd name="connsiteY100" fmla="*/ 2167890 h 3002280"/>
                    <a:gd name="connsiteX101" fmla="*/ 2129790 w 3787140"/>
                    <a:gd name="connsiteY101" fmla="*/ 2110740 h 3002280"/>
                    <a:gd name="connsiteX102" fmla="*/ 2175510 w 3787140"/>
                    <a:gd name="connsiteY102" fmla="*/ 2110740 h 3002280"/>
                    <a:gd name="connsiteX103" fmla="*/ 2213610 w 3787140"/>
                    <a:gd name="connsiteY103" fmla="*/ 2148840 h 3002280"/>
                    <a:gd name="connsiteX104" fmla="*/ 2255520 w 3787140"/>
                    <a:gd name="connsiteY104" fmla="*/ 2194560 h 3002280"/>
                    <a:gd name="connsiteX105" fmla="*/ 2259330 w 3787140"/>
                    <a:gd name="connsiteY105" fmla="*/ 2240280 h 3002280"/>
                    <a:gd name="connsiteX106" fmla="*/ 2244090 w 3787140"/>
                    <a:gd name="connsiteY106" fmla="*/ 2274570 h 3002280"/>
                    <a:gd name="connsiteX107" fmla="*/ 2225040 w 3787140"/>
                    <a:gd name="connsiteY107" fmla="*/ 2289810 h 3002280"/>
                    <a:gd name="connsiteX108" fmla="*/ 2217420 w 3787140"/>
                    <a:gd name="connsiteY108" fmla="*/ 2331720 h 3002280"/>
                    <a:gd name="connsiteX109" fmla="*/ 2247900 w 3787140"/>
                    <a:gd name="connsiteY109" fmla="*/ 2339340 h 3002280"/>
                    <a:gd name="connsiteX110" fmla="*/ 2274570 w 3787140"/>
                    <a:gd name="connsiteY110" fmla="*/ 2324100 h 3002280"/>
                    <a:gd name="connsiteX111" fmla="*/ 2312670 w 3787140"/>
                    <a:gd name="connsiteY111" fmla="*/ 2339340 h 3002280"/>
                    <a:gd name="connsiteX112" fmla="*/ 2331720 w 3787140"/>
                    <a:gd name="connsiteY112" fmla="*/ 2385060 h 3002280"/>
                    <a:gd name="connsiteX113" fmla="*/ 2362200 w 3787140"/>
                    <a:gd name="connsiteY113" fmla="*/ 2392680 h 3002280"/>
                    <a:gd name="connsiteX114" fmla="*/ 2366010 w 3787140"/>
                    <a:gd name="connsiteY114" fmla="*/ 2426970 h 3002280"/>
                    <a:gd name="connsiteX115" fmla="*/ 2385060 w 3787140"/>
                    <a:gd name="connsiteY115" fmla="*/ 2472690 h 3002280"/>
                    <a:gd name="connsiteX116" fmla="*/ 2385060 w 3787140"/>
                    <a:gd name="connsiteY116" fmla="*/ 2503170 h 3002280"/>
                    <a:gd name="connsiteX117" fmla="*/ 2373630 w 3787140"/>
                    <a:gd name="connsiteY117" fmla="*/ 2548890 h 3002280"/>
                    <a:gd name="connsiteX118" fmla="*/ 2346960 w 3787140"/>
                    <a:gd name="connsiteY118" fmla="*/ 2571750 h 3002280"/>
                    <a:gd name="connsiteX119" fmla="*/ 2346960 w 3787140"/>
                    <a:gd name="connsiteY119" fmla="*/ 2621280 h 3002280"/>
                    <a:gd name="connsiteX120" fmla="*/ 2369820 w 3787140"/>
                    <a:gd name="connsiteY120" fmla="*/ 2667000 h 3002280"/>
                    <a:gd name="connsiteX121" fmla="*/ 2404110 w 3787140"/>
                    <a:gd name="connsiteY121" fmla="*/ 2705100 h 3002280"/>
                    <a:gd name="connsiteX122" fmla="*/ 2423160 w 3787140"/>
                    <a:gd name="connsiteY122" fmla="*/ 2758440 h 3002280"/>
                    <a:gd name="connsiteX123" fmla="*/ 2461260 w 3787140"/>
                    <a:gd name="connsiteY123" fmla="*/ 2785110 h 3002280"/>
                    <a:gd name="connsiteX124" fmla="*/ 2491740 w 3787140"/>
                    <a:gd name="connsiteY124" fmla="*/ 2891790 h 3002280"/>
                    <a:gd name="connsiteX125" fmla="*/ 2514600 w 3787140"/>
                    <a:gd name="connsiteY125" fmla="*/ 2948940 h 3002280"/>
                    <a:gd name="connsiteX126" fmla="*/ 2545080 w 3787140"/>
                    <a:gd name="connsiteY126" fmla="*/ 2975610 h 3002280"/>
                    <a:gd name="connsiteX127" fmla="*/ 2606040 w 3787140"/>
                    <a:gd name="connsiteY127" fmla="*/ 2990850 h 3002280"/>
                    <a:gd name="connsiteX128" fmla="*/ 2647950 w 3787140"/>
                    <a:gd name="connsiteY128" fmla="*/ 3002280 h 3002280"/>
                    <a:gd name="connsiteX129" fmla="*/ 2701290 w 3787140"/>
                    <a:gd name="connsiteY129" fmla="*/ 2975610 h 3002280"/>
                    <a:gd name="connsiteX130" fmla="*/ 2739390 w 3787140"/>
                    <a:gd name="connsiteY130" fmla="*/ 2937510 h 3002280"/>
                    <a:gd name="connsiteX131" fmla="*/ 2842260 w 3787140"/>
                    <a:gd name="connsiteY131" fmla="*/ 2891790 h 3002280"/>
                    <a:gd name="connsiteX132" fmla="*/ 2914650 w 3787140"/>
                    <a:gd name="connsiteY132" fmla="*/ 2868930 h 3002280"/>
                    <a:gd name="connsiteX133" fmla="*/ 2967990 w 3787140"/>
                    <a:gd name="connsiteY133" fmla="*/ 2861310 h 3002280"/>
                    <a:gd name="connsiteX134" fmla="*/ 3028950 w 3787140"/>
                    <a:gd name="connsiteY134" fmla="*/ 2838450 h 3002280"/>
                    <a:gd name="connsiteX135" fmla="*/ 3078480 w 3787140"/>
                    <a:gd name="connsiteY135" fmla="*/ 2827020 h 3002280"/>
                    <a:gd name="connsiteX136" fmla="*/ 3116580 w 3787140"/>
                    <a:gd name="connsiteY136" fmla="*/ 2827020 h 3002280"/>
                    <a:gd name="connsiteX137" fmla="*/ 3177540 w 3787140"/>
                    <a:gd name="connsiteY137" fmla="*/ 2811780 h 3002280"/>
                    <a:gd name="connsiteX138" fmla="*/ 3215640 w 3787140"/>
                    <a:gd name="connsiteY138" fmla="*/ 2830830 h 3002280"/>
                    <a:gd name="connsiteX139" fmla="*/ 3227070 w 3787140"/>
                    <a:gd name="connsiteY139" fmla="*/ 2800350 h 3002280"/>
                    <a:gd name="connsiteX140" fmla="*/ 3215640 w 3787140"/>
                    <a:gd name="connsiteY140" fmla="*/ 2720340 h 3002280"/>
                    <a:gd name="connsiteX141" fmla="*/ 3227070 w 3787140"/>
                    <a:gd name="connsiteY141" fmla="*/ 2606040 h 3002280"/>
                    <a:gd name="connsiteX142" fmla="*/ 3230880 w 3787140"/>
                    <a:gd name="connsiteY142" fmla="*/ 2548890 h 3002280"/>
                    <a:gd name="connsiteX143" fmla="*/ 3246120 w 3787140"/>
                    <a:gd name="connsiteY143" fmla="*/ 2518410 h 3002280"/>
                    <a:gd name="connsiteX144" fmla="*/ 3238500 w 3787140"/>
                    <a:gd name="connsiteY144" fmla="*/ 2465070 h 3002280"/>
                    <a:gd name="connsiteX145" fmla="*/ 3249930 w 3787140"/>
                    <a:gd name="connsiteY145" fmla="*/ 2426970 h 3002280"/>
                    <a:gd name="connsiteX146" fmla="*/ 3280410 w 3787140"/>
                    <a:gd name="connsiteY146" fmla="*/ 2407920 h 3002280"/>
                    <a:gd name="connsiteX147" fmla="*/ 3272790 w 3787140"/>
                    <a:gd name="connsiteY147" fmla="*/ 2373630 h 3002280"/>
                    <a:gd name="connsiteX148" fmla="*/ 3238500 w 3787140"/>
                    <a:gd name="connsiteY148" fmla="*/ 2362200 h 3002280"/>
                    <a:gd name="connsiteX149" fmla="*/ 3208020 w 3787140"/>
                    <a:gd name="connsiteY149" fmla="*/ 2331720 h 3002280"/>
                    <a:gd name="connsiteX150" fmla="*/ 3208020 w 3787140"/>
                    <a:gd name="connsiteY150" fmla="*/ 2259330 h 3002280"/>
                    <a:gd name="connsiteX151" fmla="*/ 3215640 w 3787140"/>
                    <a:gd name="connsiteY151" fmla="*/ 2175510 h 3002280"/>
                    <a:gd name="connsiteX152" fmla="*/ 3215640 w 3787140"/>
                    <a:gd name="connsiteY152" fmla="*/ 2095500 h 3002280"/>
                    <a:gd name="connsiteX153" fmla="*/ 3204210 w 3787140"/>
                    <a:gd name="connsiteY153" fmla="*/ 2030730 h 3002280"/>
                    <a:gd name="connsiteX154" fmla="*/ 3204210 w 3787140"/>
                    <a:gd name="connsiteY154" fmla="*/ 1973580 h 3002280"/>
                    <a:gd name="connsiteX155" fmla="*/ 3208020 w 3787140"/>
                    <a:gd name="connsiteY155" fmla="*/ 1931670 h 3002280"/>
                    <a:gd name="connsiteX156" fmla="*/ 3234690 w 3787140"/>
                    <a:gd name="connsiteY156" fmla="*/ 1908810 h 3002280"/>
                    <a:gd name="connsiteX157" fmla="*/ 3295650 w 3787140"/>
                    <a:gd name="connsiteY157" fmla="*/ 1927860 h 3002280"/>
                    <a:gd name="connsiteX158" fmla="*/ 3360420 w 3787140"/>
                    <a:gd name="connsiteY158" fmla="*/ 1988820 h 3002280"/>
                    <a:gd name="connsiteX159" fmla="*/ 3406140 w 3787140"/>
                    <a:gd name="connsiteY159" fmla="*/ 2042160 h 3002280"/>
                    <a:gd name="connsiteX160" fmla="*/ 3429000 w 3787140"/>
                    <a:gd name="connsiteY160" fmla="*/ 2049780 h 3002280"/>
                    <a:gd name="connsiteX161" fmla="*/ 3467100 w 3787140"/>
                    <a:gd name="connsiteY161" fmla="*/ 2057400 h 3002280"/>
                    <a:gd name="connsiteX162" fmla="*/ 3486150 w 3787140"/>
                    <a:gd name="connsiteY162" fmla="*/ 2087880 h 3002280"/>
                    <a:gd name="connsiteX163" fmla="*/ 3528060 w 3787140"/>
                    <a:gd name="connsiteY163" fmla="*/ 2118360 h 3002280"/>
                    <a:gd name="connsiteX164" fmla="*/ 3604260 w 3787140"/>
                    <a:gd name="connsiteY164" fmla="*/ 2141220 h 3002280"/>
                    <a:gd name="connsiteX165" fmla="*/ 3688080 w 3787140"/>
                    <a:gd name="connsiteY165" fmla="*/ 2145030 h 3002280"/>
                    <a:gd name="connsiteX166" fmla="*/ 3707130 w 3787140"/>
                    <a:gd name="connsiteY166" fmla="*/ 2125980 h 3002280"/>
                    <a:gd name="connsiteX167" fmla="*/ 3764280 w 3787140"/>
                    <a:gd name="connsiteY167" fmla="*/ 2141220 h 3002280"/>
                    <a:gd name="connsiteX168" fmla="*/ 3787140 w 3787140"/>
                    <a:gd name="connsiteY168" fmla="*/ 2129790 h 3002280"/>
                    <a:gd name="connsiteX169" fmla="*/ 3783330 w 3787140"/>
                    <a:gd name="connsiteY169" fmla="*/ 2099310 h 3002280"/>
                    <a:gd name="connsiteX170" fmla="*/ 3768090 w 3787140"/>
                    <a:gd name="connsiteY170" fmla="*/ 2068830 h 3002280"/>
                    <a:gd name="connsiteX171" fmla="*/ 3745230 w 3787140"/>
                    <a:gd name="connsiteY171" fmla="*/ 2007870 h 3002280"/>
                    <a:gd name="connsiteX172" fmla="*/ 3729990 w 3787140"/>
                    <a:gd name="connsiteY172" fmla="*/ 1988820 h 3002280"/>
                    <a:gd name="connsiteX173" fmla="*/ 3722370 w 3787140"/>
                    <a:gd name="connsiteY173" fmla="*/ 1935480 h 3002280"/>
                    <a:gd name="connsiteX174" fmla="*/ 3726180 w 3787140"/>
                    <a:gd name="connsiteY174" fmla="*/ 1893570 h 3002280"/>
                    <a:gd name="connsiteX175" fmla="*/ 3722370 w 3787140"/>
                    <a:gd name="connsiteY175" fmla="*/ 1855470 h 3002280"/>
                    <a:gd name="connsiteX176" fmla="*/ 3699510 w 3787140"/>
                    <a:gd name="connsiteY176" fmla="*/ 1851660 h 3002280"/>
                    <a:gd name="connsiteX177" fmla="*/ 3646170 w 3787140"/>
                    <a:gd name="connsiteY177" fmla="*/ 1832610 h 3002280"/>
                    <a:gd name="connsiteX178" fmla="*/ 3592830 w 3787140"/>
                    <a:gd name="connsiteY178" fmla="*/ 1817370 h 3002280"/>
                    <a:gd name="connsiteX179" fmla="*/ 3520440 w 3787140"/>
                    <a:gd name="connsiteY179" fmla="*/ 1752600 h 3002280"/>
                    <a:gd name="connsiteX180" fmla="*/ 3478530 w 3787140"/>
                    <a:gd name="connsiteY180" fmla="*/ 1699260 h 3002280"/>
                    <a:gd name="connsiteX181" fmla="*/ 3413760 w 3787140"/>
                    <a:gd name="connsiteY181" fmla="*/ 1642110 h 3002280"/>
                    <a:gd name="connsiteX182" fmla="*/ 3364230 w 3787140"/>
                    <a:gd name="connsiteY182" fmla="*/ 1565910 h 3002280"/>
                    <a:gd name="connsiteX183" fmla="*/ 3322320 w 3787140"/>
                    <a:gd name="connsiteY183" fmla="*/ 1508760 h 3002280"/>
                    <a:gd name="connsiteX184" fmla="*/ 3181350 w 3787140"/>
                    <a:gd name="connsiteY184" fmla="*/ 1428750 h 3002280"/>
                    <a:gd name="connsiteX185" fmla="*/ 3089910 w 3787140"/>
                    <a:gd name="connsiteY185" fmla="*/ 1375410 h 3002280"/>
                    <a:gd name="connsiteX186" fmla="*/ 2998470 w 3787140"/>
                    <a:gd name="connsiteY186" fmla="*/ 1299210 h 3002280"/>
                    <a:gd name="connsiteX187" fmla="*/ 2895600 w 3787140"/>
                    <a:gd name="connsiteY187" fmla="*/ 1242060 h 3002280"/>
                    <a:gd name="connsiteX188" fmla="*/ 2811780 w 3787140"/>
                    <a:gd name="connsiteY188" fmla="*/ 1169670 h 3002280"/>
                    <a:gd name="connsiteX189" fmla="*/ 2743200 w 3787140"/>
                    <a:gd name="connsiteY189" fmla="*/ 1123950 h 3002280"/>
                    <a:gd name="connsiteX190" fmla="*/ 2663190 w 3787140"/>
                    <a:gd name="connsiteY190" fmla="*/ 1085850 h 3002280"/>
                    <a:gd name="connsiteX191" fmla="*/ 2586990 w 3787140"/>
                    <a:gd name="connsiteY191" fmla="*/ 1017270 h 3002280"/>
                    <a:gd name="connsiteX192" fmla="*/ 2495550 w 3787140"/>
                    <a:gd name="connsiteY192" fmla="*/ 971550 h 3002280"/>
                    <a:gd name="connsiteX193" fmla="*/ 2426970 w 3787140"/>
                    <a:gd name="connsiteY193" fmla="*/ 906780 h 3002280"/>
                    <a:gd name="connsiteX194" fmla="*/ 2381250 w 3787140"/>
                    <a:gd name="connsiteY194" fmla="*/ 880110 h 3002280"/>
                    <a:gd name="connsiteX195" fmla="*/ 2301240 w 3787140"/>
                    <a:gd name="connsiteY195" fmla="*/ 838200 h 300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3787140" h="3002280">
                      <a:moveTo>
                        <a:pt x="2301240" y="838200"/>
                      </a:moveTo>
                      <a:lnTo>
                        <a:pt x="2225040" y="777240"/>
                      </a:lnTo>
                      <a:lnTo>
                        <a:pt x="2106930" y="723900"/>
                      </a:lnTo>
                      <a:lnTo>
                        <a:pt x="2019300" y="647700"/>
                      </a:lnTo>
                      <a:lnTo>
                        <a:pt x="1931670" y="590550"/>
                      </a:lnTo>
                      <a:lnTo>
                        <a:pt x="1859280" y="548640"/>
                      </a:lnTo>
                      <a:lnTo>
                        <a:pt x="1786890" y="491490"/>
                      </a:lnTo>
                      <a:lnTo>
                        <a:pt x="1703070" y="438150"/>
                      </a:lnTo>
                      <a:lnTo>
                        <a:pt x="1604010" y="373380"/>
                      </a:lnTo>
                      <a:lnTo>
                        <a:pt x="1516380" y="312420"/>
                      </a:lnTo>
                      <a:lnTo>
                        <a:pt x="1447800" y="262890"/>
                      </a:lnTo>
                      <a:lnTo>
                        <a:pt x="1383030" y="220980"/>
                      </a:lnTo>
                      <a:lnTo>
                        <a:pt x="1325880" y="167640"/>
                      </a:lnTo>
                      <a:lnTo>
                        <a:pt x="1283970" y="129540"/>
                      </a:lnTo>
                      <a:lnTo>
                        <a:pt x="1184910" y="83820"/>
                      </a:lnTo>
                      <a:lnTo>
                        <a:pt x="1154430" y="49530"/>
                      </a:lnTo>
                      <a:lnTo>
                        <a:pt x="1123950" y="26670"/>
                      </a:lnTo>
                      <a:lnTo>
                        <a:pt x="1078230" y="0"/>
                      </a:lnTo>
                      <a:lnTo>
                        <a:pt x="1055370" y="22860"/>
                      </a:lnTo>
                      <a:lnTo>
                        <a:pt x="1078230" y="76200"/>
                      </a:lnTo>
                      <a:lnTo>
                        <a:pt x="1093470" y="129540"/>
                      </a:lnTo>
                      <a:lnTo>
                        <a:pt x="1108710" y="175260"/>
                      </a:lnTo>
                      <a:lnTo>
                        <a:pt x="1131570" y="247650"/>
                      </a:lnTo>
                      <a:lnTo>
                        <a:pt x="1135380" y="327660"/>
                      </a:lnTo>
                      <a:lnTo>
                        <a:pt x="1120140" y="419100"/>
                      </a:lnTo>
                      <a:lnTo>
                        <a:pt x="1112520" y="457200"/>
                      </a:lnTo>
                      <a:lnTo>
                        <a:pt x="1070610" y="518160"/>
                      </a:lnTo>
                      <a:lnTo>
                        <a:pt x="1043940" y="571500"/>
                      </a:lnTo>
                      <a:lnTo>
                        <a:pt x="1005840" y="636270"/>
                      </a:lnTo>
                      <a:lnTo>
                        <a:pt x="979170" y="689610"/>
                      </a:lnTo>
                      <a:lnTo>
                        <a:pt x="975360" y="762000"/>
                      </a:lnTo>
                      <a:lnTo>
                        <a:pt x="986790" y="834390"/>
                      </a:lnTo>
                      <a:lnTo>
                        <a:pt x="941070" y="861060"/>
                      </a:lnTo>
                      <a:lnTo>
                        <a:pt x="872490" y="914400"/>
                      </a:lnTo>
                      <a:lnTo>
                        <a:pt x="792480" y="944880"/>
                      </a:lnTo>
                      <a:lnTo>
                        <a:pt x="727710" y="979170"/>
                      </a:lnTo>
                      <a:lnTo>
                        <a:pt x="670560" y="1013460"/>
                      </a:lnTo>
                      <a:lnTo>
                        <a:pt x="632460" y="1059180"/>
                      </a:lnTo>
                      <a:lnTo>
                        <a:pt x="601980" y="1123950"/>
                      </a:lnTo>
                      <a:lnTo>
                        <a:pt x="579120" y="1184910"/>
                      </a:lnTo>
                      <a:lnTo>
                        <a:pt x="544830" y="1242060"/>
                      </a:lnTo>
                      <a:lnTo>
                        <a:pt x="480060" y="1268730"/>
                      </a:lnTo>
                      <a:lnTo>
                        <a:pt x="422910" y="1295400"/>
                      </a:lnTo>
                      <a:lnTo>
                        <a:pt x="384810" y="1310640"/>
                      </a:lnTo>
                      <a:lnTo>
                        <a:pt x="358140" y="1341120"/>
                      </a:lnTo>
                      <a:lnTo>
                        <a:pt x="358140" y="1383030"/>
                      </a:lnTo>
                      <a:lnTo>
                        <a:pt x="392430" y="1409700"/>
                      </a:lnTo>
                      <a:lnTo>
                        <a:pt x="403860" y="1470660"/>
                      </a:lnTo>
                      <a:lnTo>
                        <a:pt x="415290" y="1527810"/>
                      </a:lnTo>
                      <a:lnTo>
                        <a:pt x="426720" y="1565910"/>
                      </a:lnTo>
                      <a:lnTo>
                        <a:pt x="426720" y="1600200"/>
                      </a:lnTo>
                      <a:lnTo>
                        <a:pt x="403860" y="1619250"/>
                      </a:lnTo>
                      <a:lnTo>
                        <a:pt x="342900" y="1645920"/>
                      </a:lnTo>
                      <a:lnTo>
                        <a:pt x="281940" y="1676400"/>
                      </a:lnTo>
                      <a:lnTo>
                        <a:pt x="152400" y="1733550"/>
                      </a:lnTo>
                      <a:lnTo>
                        <a:pt x="64770" y="1786890"/>
                      </a:lnTo>
                      <a:lnTo>
                        <a:pt x="22860" y="1805940"/>
                      </a:lnTo>
                      <a:lnTo>
                        <a:pt x="0" y="1847850"/>
                      </a:lnTo>
                      <a:lnTo>
                        <a:pt x="11430" y="1878330"/>
                      </a:lnTo>
                      <a:lnTo>
                        <a:pt x="30480" y="1897380"/>
                      </a:lnTo>
                      <a:lnTo>
                        <a:pt x="45720" y="1965960"/>
                      </a:lnTo>
                      <a:lnTo>
                        <a:pt x="53340" y="2045970"/>
                      </a:lnTo>
                      <a:lnTo>
                        <a:pt x="91440" y="2110740"/>
                      </a:lnTo>
                      <a:lnTo>
                        <a:pt x="182880" y="2133600"/>
                      </a:lnTo>
                      <a:lnTo>
                        <a:pt x="278130" y="2129790"/>
                      </a:lnTo>
                      <a:lnTo>
                        <a:pt x="422910" y="2145030"/>
                      </a:lnTo>
                      <a:lnTo>
                        <a:pt x="495300" y="2167890"/>
                      </a:lnTo>
                      <a:lnTo>
                        <a:pt x="560070" y="2164080"/>
                      </a:lnTo>
                      <a:lnTo>
                        <a:pt x="624840" y="2171700"/>
                      </a:lnTo>
                      <a:lnTo>
                        <a:pt x="712470" y="2217420"/>
                      </a:lnTo>
                      <a:lnTo>
                        <a:pt x="803910" y="2251710"/>
                      </a:lnTo>
                      <a:lnTo>
                        <a:pt x="899160" y="2282190"/>
                      </a:lnTo>
                      <a:lnTo>
                        <a:pt x="982980" y="2308860"/>
                      </a:lnTo>
                      <a:lnTo>
                        <a:pt x="1024890" y="2327910"/>
                      </a:lnTo>
                      <a:lnTo>
                        <a:pt x="1051560" y="2366010"/>
                      </a:lnTo>
                      <a:lnTo>
                        <a:pt x="1062990" y="2419350"/>
                      </a:lnTo>
                      <a:lnTo>
                        <a:pt x="1055370" y="2484120"/>
                      </a:lnTo>
                      <a:lnTo>
                        <a:pt x="1047750" y="2548890"/>
                      </a:lnTo>
                      <a:lnTo>
                        <a:pt x="1070610" y="2571750"/>
                      </a:lnTo>
                      <a:lnTo>
                        <a:pt x="1112520" y="2518410"/>
                      </a:lnTo>
                      <a:lnTo>
                        <a:pt x="1226820" y="2453640"/>
                      </a:lnTo>
                      <a:lnTo>
                        <a:pt x="1272540" y="2404110"/>
                      </a:lnTo>
                      <a:lnTo>
                        <a:pt x="1310640" y="2373630"/>
                      </a:lnTo>
                      <a:lnTo>
                        <a:pt x="1348740" y="2350770"/>
                      </a:lnTo>
                      <a:lnTo>
                        <a:pt x="1386840" y="2343150"/>
                      </a:lnTo>
                      <a:lnTo>
                        <a:pt x="1432560" y="2335530"/>
                      </a:lnTo>
                      <a:lnTo>
                        <a:pt x="1482090" y="2335530"/>
                      </a:lnTo>
                      <a:lnTo>
                        <a:pt x="1565910" y="2339340"/>
                      </a:lnTo>
                      <a:lnTo>
                        <a:pt x="1630680" y="2343150"/>
                      </a:lnTo>
                      <a:lnTo>
                        <a:pt x="1760220" y="2331720"/>
                      </a:lnTo>
                      <a:lnTo>
                        <a:pt x="1832610" y="2339340"/>
                      </a:lnTo>
                      <a:lnTo>
                        <a:pt x="1840230" y="2373630"/>
                      </a:lnTo>
                      <a:lnTo>
                        <a:pt x="1866900" y="2396490"/>
                      </a:lnTo>
                      <a:lnTo>
                        <a:pt x="1866900" y="2396490"/>
                      </a:lnTo>
                      <a:lnTo>
                        <a:pt x="1931670" y="2381250"/>
                      </a:lnTo>
                      <a:lnTo>
                        <a:pt x="1981200" y="2400300"/>
                      </a:lnTo>
                      <a:lnTo>
                        <a:pt x="2026920" y="2381250"/>
                      </a:lnTo>
                      <a:lnTo>
                        <a:pt x="2011680" y="2339340"/>
                      </a:lnTo>
                      <a:lnTo>
                        <a:pt x="2023110" y="2259330"/>
                      </a:lnTo>
                      <a:lnTo>
                        <a:pt x="2045970" y="2209800"/>
                      </a:lnTo>
                      <a:lnTo>
                        <a:pt x="2095500" y="2167890"/>
                      </a:lnTo>
                      <a:lnTo>
                        <a:pt x="2129790" y="2110740"/>
                      </a:lnTo>
                      <a:lnTo>
                        <a:pt x="2175510" y="2110740"/>
                      </a:lnTo>
                      <a:lnTo>
                        <a:pt x="2213610" y="2148840"/>
                      </a:lnTo>
                      <a:lnTo>
                        <a:pt x="2255520" y="2194560"/>
                      </a:lnTo>
                      <a:lnTo>
                        <a:pt x="2259330" y="2240280"/>
                      </a:lnTo>
                      <a:lnTo>
                        <a:pt x="2244090" y="2274570"/>
                      </a:lnTo>
                      <a:lnTo>
                        <a:pt x="2225040" y="2289810"/>
                      </a:lnTo>
                      <a:lnTo>
                        <a:pt x="2217420" y="2331720"/>
                      </a:lnTo>
                      <a:lnTo>
                        <a:pt x="2247900" y="2339340"/>
                      </a:lnTo>
                      <a:lnTo>
                        <a:pt x="2274570" y="2324100"/>
                      </a:lnTo>
                      <a:lnTo>
                        <a:pt x="2312670" y="2339340"/>
                      </a:lnTo>
                      <a:lnTo>
                        <a:pt x="2331720" y="2385060"/>
                      </a:lnTo>
                      <a:lnTo>
                        <a:pt x="2362200" y="2392680"/>
                      </a:lnTo>
                      <a:lnTo>
                        <a:pt x="2366010" y="2426970"/>
                      </a:lnTo>
                      <a:lnTo>
                        <a:pt x="2385060" y="2472690"/>
                      </a:lnTo>
                      <a:lnTo>
                        <a:pt x="2385060" y="2503170"/>
                      </a:lnTo>
                      <a:lnTo>
                        <a:pt x="2373630" y="2548890"/>
                      </a:lnTo>
                      <a:lnTo>
                        <a:pt x="2346960" y="2571750"/>
                      </a:lnTo>
                      <a:lnTo>
                        <a:pt x="2346960" y="2621280"/>
                      </a:lnTo>
                      <a:lnTo>
                        <a:pt x="2369820" y="2667000"/>
                      </a:lnTo>
                      <a:lnTo>
                        <a:pt x="2404110" y="2705100"/>
                      </a:lnTo>
                      <a:lnTo>
                        <a:pt x="2423160" y="2758440"/>
                      </a:lnTo>
                      <a:lnTo>
                        <a:pt x="2461260" y="2785110"/>
                      </a:lnTo>
                      <a:lnTo>
                        <a:pt x="2491740" y="2891790"/>
                      </a:lnTo>
                      <a:lnTo>
                        <a:pt x="2514600" y="2948940"/>
                      </a:lnTo>
                      <a:lnTo>
                        <a:pt x="2545080" y="2975610"/>
                      </a:lnTo>
                      <a:lnTo>
                        <a:pt x="2606040" y="2990850"/>
                      </a:lnTo>
                      <a:lnTo>
                        <a:pt x="2647950" y="3002280"/>
                      </a:lnTo>
                      <a:lnTo>
                        <a:pt x="2701290" y="2975610"/>
                      </a:lnTo>
                      <a:lnTo>
                        <a:pt x="2739390" y="2937510"/>
                      </a:lnTo>
                      <a:lnTo>
                        <a:pt x="2842260" y="2891790"/>
                      </a:lnTo>
                      <a:lnTo>
                        <a:pt x="2914650" y="2868930"/>
                      </a:lnTo>
                      <a:lnTo>
                        <a:pt x="2967990" y="2861310"/>
                      </a:lnTo>
                      <a:lnTo>
                        <a:pt x="3028950" y="2838450"/>
                      </a:lnTo>
                      <a:lnTo>
                        <a:pt x="3078480" y="2827020"/>
                      </a:lnTo>
                      <a:lnTo>
                        <a:pt x="3116580" y="2827020"/>
                      </a:lnTo>
                      <a:lnTo>
                        <a:pt x="3177540" y="2811780"/>
                      </a:lnTo>
                      <a:lnTo>
                        <a:pt x="3215640" y="2830830"/>
                      </a:lnTo>
                      <a:lnTo>
                        <a:pt x="3227070" y="2800350"/>
                      </a:lnTo>
                      <a:lnTo>
                        <a:pt x="3215640" y="2720340"/>
                      </a:lnTo>
                      <a:lnTo>
                        <a:pt x="3227070" y="2606040"/>
                      </a:lnTo>
                      <a:lnTo>
                        <a:pt x="3230880" y="2548890"/>
                      </a:lnTo>
                      <a:lnTo>
                        <a:pt x="3246120" y="2518410"/>
                      </a:lnTo>
                      <a:lnTo>
                        <a:pt x="3238500" y="2465070"/>
                      </a:lnTo>
                      <a:lnTo>
                        <a:pt x="3249930" y="2426970"/>
                      </a:lnTo>
                      <a:lnTo>
                        <a:pt x="3280410" y="2407920"/>
                      </a:lnTo>
                      <a:lnTo>
                        <a:pt x="3272790" y="2373630"/>
                      </a:lnTo>
                      <a:lnTo>
                        <a:pt x="3238500" y="2362200"/>
                      </a:lnTo>
                      <a:lnTo>
                        <a:pt x="3208020" y="2331720"/>
                      </a:lnTo>
                      <a:lnTo>
                        <a:pt x="3208020" y="2259330"/>
                      </a:lnTo>
                      <a:lnTo>
                        <a:pt x="3215640" y="2175510"/>
                      </a:lnTo>
                      <a:lnTo>
                        <a:pt x="3215640" y="2095500"/>
                      </a:lnTo>
                      <a:lnTo>
                        <a:pt x="3204210" y="2030730"/>
                      </a:lnTo>
                      <a:lnTo>
                        <a:pt x="3204210" y="1973580"/>
                      </a:lnTo>
                      <a:lnTo>
                        <a:pt x="3208020" y="1931670"/>
                      </a:lnTo>
                      <a:lnTo>
                        <a:pt x="3234690" y="1908810"/>
                      </a:lnTo>
                      <a:lnTo>
                        <a:pt x="3295650" y="1927860"/>
                      </a:lnTo>
                      <a:lnTo>
                        <a:pt x="3360420" y="1988820"/>
                      </a:lnTo>
                      <a:lnTo>
                        <a:pt x="3406140" y="2042160"/>
                      </a:lnTo>
                      <a:lnTo>
                        <a:pt x="3429000" y="2049780"/>
                      </a:lnTo>
                      <a:lnTo>
                        <a:pt x="3467100" y="2057400"/>
                      </a:lnTo>
                      <a:lnTo>
                        <a:pt x="3486150" y="2087880"/>
                      </a:lnTo>
                      <a:lnTo>
                        <a:pt x="3528060" y="2118360"/>
                      </a:lnTo>
                      <a:lnTo>
                        <a:pt x="3604260" y="2141220"/>
                      </a:lnTo>
                      <a:lnTo>
                        <a:pt x="3688080" y="2145030"/>
                      </a:lnTo>
                      <a:lnTo>
                        <a:pt x="3707130" y="2125980"/>
                      </a:lnTo>
                      <a:lnTo>
                        <a:pt x="3764280" y="2141220"/>
                      </a:lnTo>
                      <a:lnTo>
                        <a:pt x="3787140" y="2129790"/>
                      </a:lnTo>
                      <a:lnTo>
                        <a:pt x="3783330" y="2099310"/>
                      </a:lnTo>
                      <a:lnTo>
                        <a:pt x="3768090" y="2068830"/>
                      </a:lnTo>
                      <a:lnTo>
                        <a:pt x="3745230" y="2007870"/>
                      </a:lnTo>
                      <a:lnTo>
                        <a:pt x="3729990" y="1988820"/>
                      </a:lnTo>
                      <a:lnTo>
                        <a:pt x="3722370" y="1935480"/>
                      </a:lnTo>
                      <a:lnTo>
                        <a:pt x="3726180" y="1893570"/>
                      </a:lnTo>
                      <a:lnTo>
                        <a:pt x="3722370" y="1855470"/>
                      </a:lnTo>
                      <a:lnTo>
                        <a:pt x="3699510" y="1851660"/>
                      </a:lnTo>
                      <a:lnTo>
                        <a:pt x="3646170" y="1832610"/>
                      </a:lnTo>
                      <a:lnTo>
                        <a:pt x="3592830" y="1817370"/>
                      </a:lnTo>
                      <a:lnTo>
                        <a:pt x="3520440" y="1752600"/>
                      </a:lnTo>
                      <a:lnTo>
                        <a:pt x="3478530" y="1699260"/>
                      </a:lnTo>
                      <a:lnTo>
                        <a:pt x="3413760" y="1642110"/>
                      </a:lnTo>
                      <a:lnTo>
                        <a:pt x="3364230" y="1565910"/>
                      </a:lnTo>
                      <a:lnTo>
                        <a:pt x="3322320" y="1508760"/>
                      </a:lnTo>
                      <a:lnTo>
                        <a:pt x="3181350" y="1428750"/>
                      </a:lnTo>
                      <a:lnTo>
                        <a:pt x="3089910" y="1375410"/>
                      </a:lnTo>
                      <a:lnTo>
                        <a:pt x="2998470" y="1299210"/>
                      </a:lnTo>
                      <a:lnTo>
                        <a:pt x="2895600" y="1242060"/>
                      </a:lnTo>
                      <a:lnTo>
                        <a:pt x="2811780" y="1169670"/>
                      </a:lnTo>
                      <a:lnTo>
                        <a:pt x="2743200" y="1123950"/>
                      </a:lnTo>
                      <a:lnTo>
                        <a:pt x="2663190" y="1085850"/>
                      </a:lnTo>
                      <a:lnTo>
                        <a:pt x="2586990" y="1017270"/>
                      </a:lnTo>
                      <a:lnTo>
                        <a:pt x="2495550" y="971550"/>
                      </a:lnTo>
                      <a:lnTo>
                        <a:pt x="2426970" y="906780"/>
                      </a:lnTo>
                      <a:lnTo>
                        <a:pt x="2381250" y="880110"/>
                      </a:lnTo>
                      <a:lnTo>
                        <a:pt x="2301240" y="8382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6" name="서북권">
                <a:extLst>
                  <a:ext uri="{FF2B5EF4-FFF2-40B4-BE49-F238E27FC236}">
                    <a16:creationId xmlns:a16="http://schemas.microsoft.com/office/drawing/2014/main" id="{592DF6C2-EB40-F780-4084-1C7B824A282E}"/>
                  </a:ext>
                </a:extLst>
              </p:cNvPr>
              <p:cNvGrpSpPr/>
              <p:nvPr/>
            </p:nvGrpSpPr>
            <p:grpSpPr>
              <a:xfrm>
                <a:off x="3128659" y="2532663"/>
                <a:ext cx="1416923" cy="2112590"/>
                <a:chOff x="-795528" y="2946400"/>
                <a:chExt cx="3473958" cy="5179568"/>
              </a:xfrm>
              <a:grpFill/>
            </p:grpSpPr>
            <p:sp>
              <p:nvSpPr>
                <p:cNvPr id="448" name="서대문구">
                  <a:extLst>
                    <a:ext uri="{FF2B5EF4-FFF2-40B4-BE49-F238E27FC236}">
                      <a16:creationId xmlns:a16="http://schemas.microsoft.com/office/drawing/2014/main" id="{358B1A2E-6F8A-E2D7-D215-0BAEA36BF426}"/>
                    </a:ext>
                  </a:extLst>
                </p:cNvPr>
                <p:cNvSpPr/>
                <p:nvPr/>
              </p:nvSpPr>
              <p:spPr>
                <a:xfrm>
                  <a:off x="497840" y="5163820"/>
                  <a:ext cx="2001520" cy="2054860"/>
                </a:xfrm>
                <a:custGeom>
                  <a:avLst/>
                  <a:gdLst>
                    <a:gd name="connsiteX0" fmla="*/ 1490980 w 2001520"/>
                    <a:gd name="connsiteY0" fmla="*/ 0 h 2054860"/>
                    <a:gd name="connsiteX1" fmla="*/ 1419860 w 2001520"/>
                    <a:gd name="connsiteY1" fmla="*/ 7620 h 2054860"/>
                    <a:gd name="connsiteX2" fmla="*/ 1404620 w 2001520"/>
                    <a:gd name="connsiteY2" fmla="*/ 25400 h 2054860"/>
                    <a:gd name="connsiteX3" fmla="*/ 1386840 w 2001520"/>
                    <a:gd name="connsiteY3" fmla="*/ 53340 h 2054860"/>
                    <a:gd name="connsiteX4" fmla="*/ 1363980 w 2001520"/>
                    <a:gd name="connsiteY4" fmla="*/ 106680 h 2054860"/>
                    <a:gd name="connsiteX5" fmla="*/ 1356360 w 2001520"/>
                    <a:gd name="connsiteY5" fmla="*/ 129540 h 2054860"/>
                    <a:gd name="connsiteX6" fmla="*/ 1338580 w 2001520"/>
                    <a:gd name="connsiteY6" fmla="*/ 139700 h 2054860"/>
                    <a:gd name="connsiteX7" fmla="*/ 1295400 w 2001520"/>
                    <a:gd name="connsiteY7" fmla="*/ 134620 h 2054860"/>
                    <a:gd name="connsiteX8" fmla="*/ 1267460 w 2001520"/>
                    <a:gd name="connsiteY8" fmla="*/ 132080 h 2054860"/>
                    <a:gd name="connsiteX9" fmla="*/ 1236980 w 2001520"/>
                    <a:gd name="connsiteY9" fmla="*/ 142240 h 2054860"/>
                    <a:gd name="connsiteX10" fmla="*/ 1236980 w 2001520"/>
                    <a:gd name="connsiteY10" fmla="*/ 167640 h 2054860"/>
                    <a:gd name="connsiteX11" fmla="*/ 1254760 w 2001520"/>
                    <a:gd name="connsiteY11" fmla="*/ 208280 h 2054860"/>
                    <a:gd name="connsiteX12" fmla="*/ 1277620 w 2001520"/>
                    <a:gd name="connsiteY12" fmla="*/ 233680 h 2054860"/>
                    <a:gd name="connsiteX13" fmla="*/ 1282700 w 2001520"/>
                    <a:gd name="connsiteY13" fmla="*/ 276860 h 2054860"/>
                    <a:gd name="connsiteX14" fmla="*/ 1264920 w 2001520"/>
                    <a:gd name="connsiteY14" fmla="*/ 314960 h 2054860"/>
                    <a:gd name="connsiteX15" fmla="*/ 1254760 w 2001520"/>
                    <a:gd name="connsiteY15" fmla="*/ 342900 h 2054860"/>
                    <a:gd name="connsiteX16" fmla="*/ 1254760 w 2001520"/>
                    <a:gd name="connsiteY16" fmla="*/ 381000 h 2054860"/>
                    <a:gd name="connsiteX17" fmla="*/ 1229360 w 2001520"/>
                    <a:gd name="connsiteY17" fmla="*/ 408940 h 2054860"/>
                    <a:gd name="connsiteX18" fmla="*/ 1170940 w 2001520"/>
                    <a:gd name="connsiteY18" fmla="*/ 421640 h 2054860"/>
                    <a:gd name="connsiteX19" fmla="*/ 1140460 w 2001520"/>
                    <a:gd name="connsiteY19" fmla="*/ 447040 h 2054860"/>
                    <a:gd name="connsiteX20" fmla="*/ 1109980 w 2001520"/>
                    <a:gd name="connsiteY20" fmla="*/ 441960 h 2054860"/>
                    <a:gd name="connsiteX21" fmla="*/ 1069340 w 2001520"/>
                    <a:gd name="connsiteY21" fmla="*/ 424180 h 2054860"/>
                    <a:gd name="connsiteX22" fmla="*/ 1023620 w 2001520"/>
                    <a:gd name="connsiteY22" fmla="*/ 441960 h 2054860"/>
                    <a:gd name="connsiteX23" fmla="*/ 995680 w 2001520"/>
                    <a:gd name="connsiteY23" fmla="*/ 490220 h 2054860"/>
                    <a:gd name="connsiteX24" fmla="*/ 932180 w 2001520"/>
                    <a:gd name="connsiteY24" fmla="*/ 533400 h 2054860"/>
                    <a:gd name="connsiteX25" fmla="*/ 881380 w 2001520"/>
                    <a:gd name="connsiteY25" fmla="*/ 561340 h 2054860"/>
                    <a:gd name="connsiteX26" fmla="*/ 833120 w 2001520"/>
                    <a:gd name="connsiteY26" fmla="*/ 596900 h 2054860"/>
                    <a:gd name="connsiteX27" fmla="*/ 830580 w 2001520"/>
                    <a:gd name="connsiteY27" fmla="*/ 647700 h 2054860"/>
                    <a:gd name="connsiteX28" fmla="*/ 825500 w 2001520"/>
                    <a:gd name="connsiteY28" fmla="*/ 698500 h 2054860"/>
                    <a:gd name="connsiteX29" fmla="*/ 817880 w 2001520"/>
                    <a:gd name="connsiteY29" fmla="*/ 731520 h 2054860"/>
                    <a:gd name="connsiteX30" fmla="*/ 820420 w 2001520"/>
                    <a:gd name="connsiteY30" fmla="*/ 777240 h 2054860"/>
                    <a:gd name="connsiteX31" fmla="*/ 797560 w 2001520"/>
                    <a:gd name="connsiteY31" fmla="*/ 828040 h 2054860"/>
                    <a:gd name="connsiteX32" fmla="*/ 762000 w 2001520"/>
                    <a:gd name="connsiteY32" fmla="*/ 861060 h 2054860"/>
                    <a:gd name="connsiteX33" fmla="*/ 721360 w 2001520"/>
                    <a:gd name="connsiteY33" fmla="*/ 858520 h 2054860"/>
                    <a:gd name="connsiteX34" fmla="*/ 688340 w 2001520"/>
                    <a:gd name="connsiteY34" fmla="*/ 873760 h 2054860"/>
                    <a:gd name="connsiteX35" fmla="*/ 685800 w 2001520"/>
                    <a:gd name="connsiteY35" fmla="*/ 909320 h 2054860"/>
                    <a:gd name="connsiteX36" fmla="*/ 657860 w 2001520"/>
                    <a:gd name="connsiteY36" fmla="*/ 952500 h 2054860"/>
                    <a:gd name="connsiteX37" fmla="*/ 632460 w 2001520"/>
                    <a:gd name="connsiteY37" fmla="*/ 985520 h 2054860"/>
                    <a:gd name="connsiteX38" fmla="*/ 622300 w 2001520"/>
                    <a:gd name="connsiteY38" fmla="*/ 1026160 h 2054860"/>
                    <a:gd name="connsiteX39" fmla="*/ 601980 w 2001520"/>
                    <a:gd name="connsiteY39" fmla="*/ 1054100 h 2054860"/>
                    <a:gd name="connsiteX40" fmla="*/ 551180 w 2001520"/>
                    <a:gd name="connsiteY40" fmla="*/ 1066800 h 2054860"/>
                    <a:gd name="connsiteX41" fmla="*/ 502920 w 2001520"/>
                    <a:gd name="connsiteY41" fmla="*/ 1026160 h 2054860"/>
                    <a:gd name="connsiteX42" fmla="*/ 474980 w 2001520"/>
                    <a:gd name="connsiteY42" fmla="*/ 1003300 h 2054860"/>
                    <a:gd name="connsiteX43" fmla="*/ 419100 w 2001520"/>
                    <a:gd name="connsiteY43" fmla="*/ 1005840 h 2054860"/>
                    <a:gd name="connsiteX44" fmla="*/ 381000 w 2001520"/>
                    <a:gd name="connsiteY44" fmla="*/ 980440 h 2054860"/>
                    <a:gd name="connsiteX45" fmla="*/ 360680 w 2001520"/>
                    <a:gd name="connsiteY45" fmla="*/ 916940 h 2054860"/>
                    <a:gd name="connsiteX46" fmla="*/ 353060 w 2001520"/>
                    <a:gd name="connsiteY46" fmla="*/ 863600 h 2054860"/>
                    <a:gd name="connsiteX47" fmla="*/ 370840 w 2001520"/>
                    <a:gd name="connsiteY47" fmla="*/ 830580 h 2054860"/>
                    <a:gd name="connsiteX48" fmla="*/ 358140 w 2001520"/>
                    <a:gd name="connsiteY48" fmla="*/ 795020 h 2054860"/>
                    <a:gd name="connsiteX49" fmla="*/ 320040 w 2001520"/>
                    <a:gd name="connsiteY49" fmla="*/ 807720 h 2054860"/>
                    <a:gd name="connsiteX50" fmla="*/ 281940 w 2001520"/>
                    <a:gd name="connsiteY50" fmla="*/ 848360 h 2054860"/>
                    <a:gd name="connsiteX51" fmla="*/ 271780 w 2001520"/>
                    <a:gd name="connsiteY51" fmla="*/ 878840 h 2054860"/>
                    <a:gd name="connsiteX52" fmla="*/ 274320 w 2001520"/>
                    <a:gd name="connsiteY52" fmla="*/ 952500 h 2054860"/>
                    <a:gd name="connsiteX53" fmla="*/ 266700 w 2001520"/>
                    <a:gd name="connsiteY53" fmla="*/ 993140 h 2054860"/>
                    <a:gd name="connsiteX54" fmla="*/ 198120 w 2001520"/>
                    <a:gd name="connsiteY54" fmla="*/ 1018540 h 2054860"/>
                    <a:gd name="connsiteX55" fmla="*/ 137160 w 2001520"/>
                    <a:gd name="connsiteY55" fmla="*/ 1084580 h 2054860"/>
                    <a:gd name="connsiteX56" fmla="*/ 111760 w 2001520"/>
                    <a:gd name="connsiteY56" fmla="*/ 1135380 h 2054860"/>
                    <a:gd name="connsiteX57" fmla="*/ 88900 w 2001520"/>
                    <a:gd name="connsiteY57" fmla="*/ 1183640 h 2054860"/>
                    <a:gd name="connsiteX58" fmla="*/ 35560 w 2001520"/>
                    <a:gd name="connsiteY58" fmla="*/ 1234440 h 2054860"/>
                    <a:gd name="connsiteX59" fmla="*/ 2540 w 2001520"/>
                    <a:gd name="connsiteY59" fmla="*/ 1257300 h 2054860"/>
                    <a:gd name="connsiteX60" fmla="*/ 0 w 2001520"/>
                    <a:gd name="connsiteY60" fmla="*/ 1282700 h 2054860"/>
                    <a:gd name="connsiteX61" fmla="*/ 45720 w 2001520"/>
                    <a:gd name="connsiteY61" fmla="*/ 1323340 h 2054860"/>
                    <a:gd name="connsiteX62" fmla="*/ 104140 w 2001520"/>
                    <a:gd name="connsiteY62" fmla="*/ 1386840 h 2054860"/>
                    <a:gd name="connsiteX63" fmla="*/ 147320 w 2001520"/>
                    <a:gd name="connsiteY63" fmla="*/ 1419860 h 2054860"/>
                    <a:gd name="connsiteX64" fmla="*/ 190500 w 2001520"/>
                    <a:gd name="connsiteY64" fmla="*/ 1430020 h 2054860"/>
                    <a:gd name="connsiteX65" fmla="*/ 299720 w 2001520"/>
                    <a:gd name="connsiteY65" fmla="*/ 1475740 h 2054860"/>
                    <a:gd name="connsiteX66" fmla="*/ 337820 w 2001520"/>
                    <a:gd name="connsiteY66" fmla="*/ 1513840 h 2054860"/>
                    <a:gd name="connsiteX67" fmla="*/ 439420 w 2001520"/>
                    <a:gd name="connsiteY67" fmla="*/ 1587500 h 2054860"/>
                    <a:gd name="connsiteX68" fmla="*/ 477520 w 2001520"/>
                    <a:gd name="connsiteY68" fmla="*/ 1615440 h 2054860"/>
                    <a:gd name="connsiteX69" fmla="*/ 528320 w 2001520"/>
                    <a:gd name="connsiteY69" fmla="*/ 1630680 h 2054860"/>
                    <a:gd name="connsiteX70" fmla="*/ 566420 w 2001520"/>
                    <a:gd name="connsiteY70" fmla="*/ 1625600 h 2054860"/>
                    <a:gd name="connsiteX71" fmla="*/ 586740 w 2001520"/>
                    <a:gd name="connsiteY71" fmla="*/ 1615440 h 2054860"/>
                    <a:gd name="connsiteX72" fmla="*/ 591820 w 2001520"/>
                    <a:gd name="connsiteY72" fmla="*/ 1600200 h 2054860"/>
                    <a:gd name="connsiteX73" fmla="*/ 614680 w 2001520"/>
                    <a:gd name="connsiteY73" fmla="*/ 1597660 h 2054860"/>
                    <a:gd name="connsiteX74" fmla="*/ 706120 w 2001520"/>
                    <a:gd name="connsiteY74" fmla="*/ 1653540 h 2054860"/>
                    <a:gd name="connsiteX75" fmla="*/ 762000 w 2001520"/>
                    <a:gd name="connsiteY75" fmla="*/ 1714500 h 2054860"/>
                    <a:gd name="connsiteX76" fmla="*/ 784860 w 2001520"/>
                    <a:gd name="connsiteY76" fmla="*/ 1760220 h 2054860"/>
                    <a:gd name="connsiteX77" fmla="*/ 812800 w 2001520"/>
                    <a:gd name="connsiteY77" fmla="*/ 1808480 h 2054860"/>
                    <a:gd name="connsiteX78" fmla="*/ 817880 w 2001520"/>
                    <a:gd name="connsiteY78" fmla="*/ 1864360 h 2054860"/>
                    <a:gd name="connsiteX79" fmla="*/ 812800 w 2001520"/>
                    <a:gd name="connsiteY79" fmla="*/ 1920240 h 2054860"/>
                    <a:gd name="connsiteX80" fmla="*/ 830580 w 2001520"/>
                    <a:gd name="connsiteY80" fmla="*/ 1965960 h 2054860"/>
                    <a:gd name="connsiteX81" fmla="*/ 873760 w 2001520"/>
                    <a:gd name="connsiteY81" fmla="*/ 1991360 h 2054860"/>
                    <a:gd name="connsiteX82" fmla="*/ 934720 w 2001520"/>
                    <a:gd name="connsiteY82" fmla="*/ 2006600 h 2054860"/>
                    <a:gd name="connsiteX83" fmla="*/ 1000760 w 2001520"/>
                    <a:gd name="connsiteY83" fmla="*/ 2014220 h 2054860"/>
                    <a:gd name="connsiteX84" fmla="*/ 1038860 w 2001520"/>
                    <a:gd name="connsiteY84" fmla="*/ 2029460 h 2054860"/>
                    <a:gd name="connsiteX85" fmla="*/ 1092200 w 2001520"/>
                    <a:gd name="connsiteY85" fmla="*/ 2054860 h 2054860"/>
                    <a:gd name="connsiteX86" fmla="*/ 1160780 w 2001520"/>
                    <a:gd name="connsiteY86" fmla="*/ 2026920 h 2054860"/>
                    <a:gd name="connsiteX87" fmla="*/ 1193800 w 2001520"/>
                    <a:gd name="connsiteY87" fmla="*/ 2016760 h 2054860"/>
                    <a:gd name="connsiteX88" fmla="*/ 1242060 w 2001520"/>
                    <a:gd name="connsiteY88" fmla="*/ 1996440 h 2054860"/>
                    <a:gd name="connsiteX89" fmla="*/ 1264920 w 2001520"/>
                    <a:gd name="connsiteY89" fmla="*/ 1976120 h 2054860"/>
                    <a:gd name="connsiteX90" fmla="*/ 1442720 w 2001520"/>
                    <a:gd name="connsiteY90" fmla="*/ 1983740 h 2054860"/>
                    <a:gd name="connsiteX91" fmla="*/ 1557020 w 2001520"/>
                    <a:gd name="connsiteY91" fmla="*/ 1976120 h 2054860"/>
                    <a:gd name="connsiteX92" fmla="*/ 1684020 w 2001520"/>
                    <a:gd name="connsiteY92" fmla="*/ 1991360 h 2054860"/>
                    <a:gd name="connsiteX93" fmla="*/ 1755140 w 2001520"/>
                    <a:gd name="connsiteY93" fmla="*/ 1988820 h 2054860"/>
                    <a:gd name="connsiteX94" fmla="*/ 1785620 w 2001520"/>
                    <a:gd name="connsiteY94" fmla="*/ 1976120 h 2054860"/>
                    <a:gd name="connsiteX95" fmla="*/ 1805940 w 2001520"/>
                    <a:gd name="connsiteY95" fmla="*/ 1948180 h 2054860"/>
                    <a:gd name="connsiteX96" fmla="*/ 1899920 w 2001520"/>
                    <a:gd name="connsiteY96" fmla="*/ 1866900 h 2054860"/>
                    <a:gd name="connsiteX97" fmla="*/ 1943100 w 2001520"/>
                    <a:gd name="connsiteY97" fmla="*/ 1844040 h 2054860"/>
                    <a:gd name="connsiteX98" fmla="*/ 1998980 w 2001520"/>
                    <a:gd name="connsiteY98" fmla="*/ 1836420 h 2054860"/>
                    <a:gd name="connsiteX99" fmla="*/ 2001520 w 2001520"/>
                    <a:gd name="connsiteY99" fmla="*/ 1813560 h 2054860"/>
                    <a:gd name="connsiteX100" fmla="*/ 1988820 w 2001520"/>
                    <a:gd name="connsiteY100" fmla="*/ 1765300 h 2054860"/>
                    <a:gd name="connsiteX101" fmla="*/ 1953260 w 2001520"/>
                    <a:gd name="connsiteY101" fmla="*/ 1658620 h 2054860"/>
                    <a:gd name="connsiteX102" fmla="*/ 1927860 w 2001520"/>
                    <a:gd name="connsiteY102" fmla="*/ 1584960 h 2054860"/>
                    <a:gd name="connsiteX103" fmla="*/ 1902460 w 2001520"/>
                    <a:gd name="connsiteY103" fmla="*/ 1534160 h 2054860"/>
                    <a:gd name="connsiteX104" fmla="*/ 1854200 w 2001520"/>
                    <a:gd name="connsiteY104" fmla="*/ 1468120 h 2054860"/>
                    <a:gd name="connsiteX105" fmla="*/ 1831340 w 2001520"/>
                    <a:gd name="connsiteY105" fmla="*/ 1412240 h 2054860"/>
                    <a:gd name="connsiteX106" fmla="*/ 1803400 w 2001520"/>
                    <a:gd name="connsiteY106" fmla="*/ 1356360 h 2054860"/>
                    <a:gd name="connsiteX107" fmla="*/ 1778000 w 2001520"/>
                    <a:gd name="connsiteY107" fmla="*/ 1315720 h 2054860"/>
                    <a:gd name="connsiteX108" fmla="*/ 1778000 w 2001520"/>
                    <a:gd name="connsiteY108" fmla="*/ 1272540 h 2054860"/>
                    <a:gd name="connsiteX109" fmla="*/ 1760220 w 2001520"/>
                    <a:gd name="connsiteY109" fmla="*/ 1236980 h 2054860"/>
                    <a:gd name="connsiteX110" fmla="*/ 1744980 w 2001520"/>
                    <a:gd name="connsiteY110" fmla="*/ 1214120 h 2054860"/>
                    <a:gd name="connsiteX111" fmla="*/ 1724660 w 2001520"/>
                    <a:gd name="connsiteY111" fmla="*/ 1206500 h 2054860"/>
                    <a:gd name="connsiteX112" fmla="*/ 1699260 w 2001520"/>
                    <a:gd name="connsiteY112" fmla="*/ 1216660 h 2054860"/>
                    <a:gd name="connsiteX113" fmla="*/ 1668780 w 2001520"/>
                    <a:gd name="connsiteY113" fmla="*/ 1209040 h 2054860"/>
                    <a:gd name="connsiteX114" fmla="*/ 1643380 w 2001520"/>
                    <a:gd name="connsiteY114" fmla="*/ 1191260 h 2054860"/>
                    <a:gd name="connsiteX115" fmla="*/ 1633220 w 2001520"/>
                    <a:gd name="connsiteY115" fmla="*/ 1135380 h 2054860"/>
                    <a:gd name="connsiteX116" fmla="*/ 1633220 w 2001520"/>
                    <a:gd name="connsiteY116" fmla="*/ 1089660 h 2054860"/>
                    <a:gd name="connsiteX117" fmla="*/ 1645920 w 2001520"/>
                    <a:gd name="connsiteY117" fmla="*/ 1061720 h 2054860"/>
                    <a:gd name="connsiteX118" fmla="*/ 1678940 w 2001520"/>
                    <a:gd name="connsiteY118" fmla="*/ 1041400 h 2054860"/>
                    <a:gd name="connsiteX119" fmla="*/ 1717040 w 2001520"/>
                    <a:gd name="connsiteY119" fmla="*/ 1028700 h 2054860"/>
                    <a:gd name="connsiteX120" fmla="*/ 1744980 w 2001520"/>
                    <a:gd name="connsiteY120" fmla="*/ 1018540 h 2054860"/>
                    <a:gd name="connsiteX121" fmla="*/ 1772920 w 2001520"/>
                    <a:gd name="connsiteY121" fmla="*/ 1010920 h 2054860"/>
                    <a:gd name="connsiteX122" fmla="*/ 1760220 w 2001520"/>
                    <a:gd name="connsiteY122" fmla="*/ 975360 h 2054860"/>
                    <a:gd name="connsiteX123" fmla="*/ 1737360 w 2001520"/>
                    <a:gd name="connsiteY123" fmla="*/ 955040 h 2054860"/>
                    <a:gd name="connsiteX124" fmla="*/ 1717040 w 2001520"/>
                    <a:gd name="connsiteY124" fmla="*/ 937260 h 2054860"/>
                    <a:gd name="connsiteX125" fmla="*/ 1711960 w 2001520"/>
                    <a:gd name="connsiteY125" fmla="*/ 891540 h 2054860"/>
                    <a:gd name="connsiteX126" fmla="*/ 1719580 w 2001520"/>
                    <a:gd name="connsiteY126" fmla="*/ 855980 h 2054860"/>
                    <a:gd name="connsiteX127" fmla="*/ 1724660 w 2001520"/>
                    <a:gd name="connsiteY127" fmla="*/ 820420 h 2054860"/>
                    <a:gd name="connsiteX128" fmla="*/ 1719580 w 2001520"/>
                    <a:gd name="connsiteY128" fmla="*/ 769620 h 2054860"/>
                    <a:gd name="connsiteX129" fmla="*/ 1701800 w 2001520"/>
                    <a:gd name="connsiteY129" fmla="*/ 749300 h 2054860"/>
                    <a:gd name="connsiteX130" fmla="*/ 1711960 w 2001520"/>
                    <a:gd name="connsiteY130" fmla="*/ 711200 h 2054860"/>
                    <a:gd name="connsiteX131" fmla="*/ 1724660 w 2001520"/>
                    <a:gd name="connsiteY131" fmla="*/ 673100 h 2054860"/>
                    <a:gd name="connsiteX132" fmla="*/ 1727200 w 2001520"/>
                    <a:gd name="connsiteY132" fmla="*/ 619760 h 2054860"/>
                    <a:gd name="connsiteX133" fmla="*/ 1722120 w 2001520"/>
                    <a:gd name="connsiteY133" fmla="*/ 561340 h 2054860"/>
                    <a:gd name="connsiteX134" fmla="*/ 1717040 w 2001520"/>
                    <a:gd name="connsiteY134" fmla="*/ 520700 h 2054860"/>
                    <a:gd name="connsiteX135" fmla="*/ 1737360 w 2001520"/>
                    <a:gd name="connsiteY135" fmla="*/ 495300 h 2054860"/>
                    <a:gd name="connsiteX136" fmla="*/ 1737360 w 2001520"/>
                    <a:gd name="connsiteY136" fmla="*/ 495300 h 2054860"/>
                    <a:gd name="connsiteX137" fmla="*/ 1737360 w 2001520"/>
                    <a:gd name="connsiteY137" fmla="*/ 436880 h 2054860"/>
                    <a:gd name="connsiteX138" fmla="*/ 1717040 w 2001520"/>
                    <a:gd name="connsiteY138" fmla="*/ 411480 h 2054860"/>
                    <a:gd name="connsiteX139" fmla="*/ 1689100 w 2001520"/>
                    <a:gd name="connsiteY139" fmla="*/ 408940 h 2054860"/>
                    <a:gd name="connsiteX140" fmla="*/ 1663700 w 2001520"/>
                    <a:gd name="connsiteY140" fmla="*/ 414020 h 2054860"/>
                    <a:gd name="connsiteX141" fmla="*/ 1628140 w 2001520"/>
                    <a:gd name="connsiteY141" fmla="*/ 408940 h 2054860"/>
                    <a:gd name="connsiteX142" fmla="*/ 1605280 w 2001520"/>
                    <a:gd name="connsiteY142" fmla="*/ 378460 h 2054860"/>
                    <a:gd name="connsiteX143" fmla="*/ 1592580 w 2001520"/>
                    <a:gd name="connsiteY143" fmla="*/ 337820 h 2054860"/>
                    <a:gd name="connsiteX144" fmla="*/ 1579880 w 2001520"/>
                    <a:gd name="connsiteY144" fmla="*/ 302260 h 2054860"/>
                    <a:gd name="connsiteX145" fmla="*/ 1564640 w 2001520"/>
                    <a:gd name="connsiteY145" fmla="*/ 281940 h 2054860"/>
                    <a:gd name="connsiteX146" fmla="*/ 1564640 w 2001520"/>
                    <a:gd name="connsiteY146" fmla="*/ 223520 h 2054860"/>
                    <a:gd name="connsiteX147" fmla="*/ 1554480 w 2001520"/>
                    <a:gd name="connsiteY147" fmla="*/ 154940 h 2054860"/>
                    <a:gd name="connsiteX148" fmla="*/ 1574800 w 2001520"/>
                    <a:gd name="connsiteY148" fmla="*/ 116840 h 2054860"/>
                    <a:gd name="connsiteX149" fmla="*/ 1600200 w 2001520"/>
                    <a:gd name="connsiteY149" fmla="*/ 96520 h 2054860"/>
                    <a:gd name="connsiteX150" fmla="*/ 1587500 w 2001520"/>
                    <a:gd name="connsiteY150" fmla="*/ 63500 h 2054860"/>
                    <a:gd name="connsiteX151" fmla="*/ 1569720 w 2001520"/>
                    <a:gd name="connsiteY151" fmla="*/ 53340 h 2054860"/>
                    <a:gd name="connsiteX152" fmla="*/ 1490980 w 2001520"/>
                    <a:gd name="connsiteY152" fmla="*/ 0 h 2054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2001520" h="2054860">
                      <a:moveTo>
                        <a:pt x="1490980" y="0"/>
                      </a:moveTo>
                      <a:lnTo>
                        <a:pt x="1419860" y="7620"/>
                      </a:lnTo>
                      <a:lnTo>
                        <a:pt x="1404620" y="25400"/>
                      </a:lnTo>
                      <a:lnTo>
                        <a:pt x="1386840" y="53340"/>
                      </a:lnTo>
                      <a:lnTo>
                        <a:pt x="1363980" y="106680"/>
                      </a:lnTo>
                      <a:lnTo>
                        <a:pt x="1356360" y="129540"/>
                      </a:lnTo>
                      <a:lnTo>
                        <a:pt x="1338580" y="139700"/>
                      </a:lnTo>
                      <a:lnTo>
                        <a:pt x="1295400" y="134620"/>
                      </a:lnTo>
                      <a:lnTo>
                        <a:pt x="1267460" y="132080"/>
                      </a:lnTo>
                      <a:lnTo>
                        <a:pt x="1236980" y="142240"/>
                      </a:lnTo>
                      <a:lnTo>
                        <a:pt x="1236980" y="167640"/>
                      </a:lnTo>
                      <a:lnTo>
                        <a:pt x="1254760" y="208280"/>
                      </a:lnTo>
                      <a:lnTo>
                        <a:pt x="1277620" y="233680"/>
                      </a:lnTo>
                      <a:lnTo>
                        <a:pt x="1282700" y="276860"/>
                      </a:lnTo>
                      <a:lnTo>
                        <a:pt x="1264920" y="314960"/>
                      </a:lnTo>
                      <a:lnTo>
                        <a:pt x="1254760" y="342900"/>
                      </a:lnTo>
                      <a:lnTo>
                        <a:pt x="1254760" y="381000"/>
                      </a:lnTo>
                      <a:lnTo>
                        <a:pt x="1229360" y="408940"/>
                      </a:lnTo>
                      <a:lnTo>
                        <a:pt x="1170940" y="421640"/>
                      </a:lnTo>
                      <a:lnTo>
                        <a:pt x="1140460" y="447040"/>
                      </a:lnTo>
                      <a:lnTo>
                        <a:pt x="1109980" y="441960"/>
                      </a:lnTo>
                      <a:lnTo>
                        <a:pt x="1069340" y="424180"/>
                      </a:lnTo>
                      <a:lnTo>
                        <a:pt x="1023620" y="441960"/>
                      </a:lnTo>
                      <a:lnTo>
                        <a:pt x="995680" y="490220"/>
                      </a:lnTo>
                      <a:lnTo>
                        <a:pt x="932180" y="533400"/>
                      </a:lnTo>
                      <a:lnTo>
                        <a:pt x="881380" y="561340"/>
                      </a:lnTo>
                      <a:lnTo>
                        <a:pt x="833120" y="596900"/>
                      </a:lnTo>
                      <a:lnTo>
                        <a:pt x="830580" y="647700"/>
                      </a:lnTo>
                      <a:lnTo>
                        <a:pt x="825500" y="698500"/>
                      </a:lnTo>
                      <a:lnTo>
                        <a:pt x="817880" y="731520"/>
                      </a:lnTo>
                      <a:lnTo>
                        <a:pt x="820420" y="777240"/>
                      </a:lnTo>
                      <a:lnTo>
                        <a:pt x="797560" y="828040"/>
                      </a:lnTo>
                      <a:lnTo>
                        <a:pt x="762000" y="861060"/>
                      </a:lnTo>
                      <a:lnTo>
                        <a:pt x="721360" y="858520"/>
                      </a:lnTo>
                      <a:lnTo>
                        <a:pt x="688340" y="873760"/>
                      </a:lnTo>
                      <a:lnTo>
                        <a:pt x="685800" y="909320"/>
                      </a:lnTo>
                      <a:lnTo>
                        <a:pt x="657860" y="952500"/>
                      </a:lnTo>
                      <a:lnTo>
                        <a:pt x="632460" y="985520"/>
                      </a:lnTo>
                      <a:lnTo>
                        <a:pt x="622300" y="1026160"/>
                      </a:lnTo>
                      <a:lnTo>
                        <a:pt x="601980" y="1054100"/>
                      </a:lnTo>
                      <a:lnTo>
                        <a:pt x="551180" y="1066800"/>
                      </a:lnTo>
                      <a:lnTo>
                        <a:pt x="502920" y="1026160"/>
                      </a:lnTo>
                      <a:lnTo>
                        <a:pt x="474980" y="1003300"/>
                      </a:lnTo>
                      <a:lnTo>
                        <a:pt x="419100" y="1005840"/>
                      </a:lnTo>
                      <a:lnTo>
                        <a:pt x="381000" y="980440"/>
                      </a:lnTo>
                      <a:lnTo>
                        <a:pt x="360680" y="916940"/>
                      </a:lnTo>
                      <a:lnTo>
                        <a:pt x="353060" y="863600"/>
                      </a:lnTo>
                      <a:lnTo>
                        <a:pt x="370840" y="830580"/>
                      </a:lnTo>
                      <a:lnTo>
                        <a:pt x="358140" y="795020"/>
                      </a:lnTo>
                      <a:lnTo>
                        <a:pt x="320040" y="807720"/>
                      </a:lnTo>
                      <a:lnTo>
                        <a:pt x="281940" y="848360"/>
                      </a:lnTo>
                      <a:lnTo>
                        <a:pt x="271780" y="878840"/>
                      </a:lnTo>
                      <a:cubicBezTo>
                        <a:pt x="272627" y="903393"/>
                        <a:pt x="273473" y="927947"/>
                        <a:pt x="274320" y="952500"/>
                      </a:cubicBezTo>
                      <a:lnTo>
                        <a:pt x="266700" y="993140"/>
                      </a:lnTo>
                      <a:lnTo>
                        <a:pt x="198120" y="1018540"/>
                      </a:lnTo>
                      <a:lnTo>
                        <a:pt x="137160" y="1084580"/>
                      </a:lnTo>
                      <a:lnTo>
                        <a:pt x="111760" y="1135380"/>
                      </a:lnTo>
                      <a:lnTo>
                        <a:pt x="88900" y="1183640"/>
                      </a:lnTo>
                      <a:lnTo>
                        <a:pt x="35560" y="1234440"/>
                      </a:lnTo>
                      <a:lnTo>
                        <a:pt x="2540" y="1257300"/>
                      </a:lnTo>
                      <a:lnTo>
                        <a:pt x="0" y="1282700"/>
                      </a:lnTo>
                      <a:lnTo>
                        <a:pt x="45720" y="1323340"/>
                      </a:lnTo>
                      <a:lnTo>
                        <a:pt x="104140" y="1386840"/>
                      </a:lnTo>
                      <a:lnTo>
                        <a:pt x="147320" y="1419860"/>
                      </a:lnTo>
                      <a:lnTo>
                        <a:pt x="190500" y="1430020"/>
                      </a:lnTo>
                      <a:lnTo>
                        <a:pt x="299720" y="1475740"/>
                      </a:lnTo>
                      <a:lnTo>
                        <a:pt x="337820" y="1513840"/>
                      </a:lnTo>
                      <a:lnTo>
                        <a:pt x="439420" y="1587500"/>
                      </a:lnTo>
                      <a:lnTo>
                        <a:pt x="477520" y="1615440"/>
                      </a:lnTo>
                      <a:lnTo>
                        <a:pt x="528320" y="1630680"/>
                      </a:lnTo>
                      <a:lnTo>
                        <a:pt x="566420" y="1625600"/>
                      </a:lnTo>
                      <a:lnTo>
                        <a:pt x="586740" y="1615440"/>
                      </a:lnTo>
                      <a:lnTo>
                        <a:pt x="591820" y="1600200"/>
                      </a:lnTo>
                      <a:lnTo>
                        <a:pt x="614680" y="1597660"/>
                      </a:lnTo>
                      <a:lnTo>
                        <a:pt x="706120" y="1653540"/>
                      </a:lnTo>
                      <a:lnTo>
                        <a:pt x="762000" y="1714500"/>
                      </a:lnTo>
                      <a:lnTo>
                        <a:pt x="784860" y="1760220"/>
                      </a:lnTo>
                      <a:lnTo>
                        <a:pt x="812800" y="1808480"/>
                      </a:lnTo>
                      <a:lnTo>
                        <a:pt x="817880" y="1864360"/>
                      </a:lnTo>
                      <a:lnTo>
                        <a:pt x="812800" y="1920240"/>
                      </a:lnTo>
                      <a:lnTo>
                        <a:pt x="830580" y="1965960"/>
                      </a:lnTo>
                      <a:lnTo>
                        <a:pt x="873760" y="1991360"/>
                      </a:lnTo>
                      <a:lnTo>
                        <a:pt x="934720" y="2006600"/>
                      </a:lnTo>
                      <a:lnTo>
                        <a:pt x="1000760" y="2014220"/>
                      </a:lnTo>
                      <a:lnTo>
                        <a:pt x="1038860" y="2029460"/>
                      </a:lnTo>
                      <a:lnTo>
                        <a:pt x="1092200" y="2054860"/>
                      </a:lnTo>
                      <a:lnTo>
                        <a:pt x="1160780" y="2026920"/>
                      </a:lnTo>
                      <a:lnTo>
                        <a:pt x="1193800" y="2016760"/>
                      </a:lnTo>
                      <a:lnTo>
                        <a:pt x="1242060" y="1996440"/>
                      </a:lnTo>
                      <a:lnTo>
                        <a:pt x="1264920" y="1976120"/>
                      </a:lnTo>
                      <a:lnTo>
                        <a:pt x="1442720" y="1983740"/>
                      </a:lnTo>
                      <a:lnTo>
                        <a:pt x="1557020" y="1976120"/>
                      </a:lnTo>
                      <a:lnTo>
                        <a:pt x="1684020" y="1991360"/>
                      </a:lnTo>
                      <a:lnTo>
                        <a:pt x="1755140" y="1988820"/>
                      </a:lnTo>
                      <a:lnTo>
                        <a:pt x="1785620" y="1976120"/>
                      </a:lnTo>
                      <a:lnTo>
                        <a:pt x="1805940" y="1948180"/>
                      </a:lnTo>
                      <a:lnTo>
                        <a:pt x="1899920" y="1866900"/>
                      </a:lnTo>
                      <a:lnTo>
                        <a:pt x="1943100" y="1844040"/>
                      </a:lnTo>
                      <a:lnTo>
                        <a:pt x="1998980" y="1836420"/>
                      </a:lnTo>
                      <a:lnTo>
                        <a:pt x="2001520" y="1813560"/>
                      </a:lnTo>
                      <a:lnTo>
                        <a:pt x="1988820" y="1765300"/>
                      </a:lnTo>
                      <a:lnTo>
                        <a:pt x="1953260" y="1658620"/>
                      </a:lnTo>
                      <a:lnTo>
                        <a:pt x="1927860" y="1584960"/>
                      </a:lnTo>
                      <a:lnTo>
                        <a:pt x="1902460" y="1534160"/>
                      </a:lnTo>
                      <a:lnTo>
                        <a:pt x="1854200" y="1468120"/>
                      </a:lnTo>
                      <a:lnTo>
                        <a:pt x="1831340" y="1412240"/>
                      </a:lnTo>
                      <a:lnTo>
                        <a:pt x="1803400" y="1356360"/>
                      </a:lnTo>
                      <a:lnTo>
                        <a:pt x="1778000" y="1315720"/>
                      </a:lnTo>
                      <a:lnTo>
                        <a:pt x="1778000" y="1272540"/>
                      </a:lnTo>
                      <a:lnTo>
                        <a:pt x="1760220" y="1236980"/>
                      </a:lnTo>
                      <a:lnTo>
                        <a:pt x="1744980" y="1214120"/>
                      </a:lnTo>
                      <a:lnTo>
                        <a:pt x="1724660" y="1206500"/>
                      </a:lnTo>
                      <a:lnTo>
                        <a:pt x="1699260" y="1216660"/>
                      </a:lnTo>
                      <a:lnTo>
                        <a:pt x="1668780" y="1209040"/>
                      </a:lnTo>
                      <a:lnTo>
                        <a:pt x="1643380" y="1191260"/>
                      </a:lnTo>
                      <a:lnTo>
                        <a:pt x="1633220" y="1135380"/>
                      </a:lnTo>
                      <a:lnTo>
                        <a:pt x="1633220" y="1089660"/>
                      </a:lnTo>
                      <a:lnTo>
                        <a:pt x="1645920" y="1061720"/>
                      </a:lnTo>
                      <a:lnTo>
                        <a:pt x="1678940" y="1041400"/>
                      </a:lnTo>
                      <a:lnTo>
                        <a:pt x="1717040" y="1028700"/>
                      </a:lnTo>
                      <a:lnTo>
                        <a:pt x="1744980" y="1018540"/>
                      </a:lnTo>
                      <a:lnTo>
                        <a:pt x="1772920" y="1010920"/>
                      </a:lnTo>
                      <a:lnTo>
                        <a:pt x="1760220" y="975360"/>
                      </a:lnTo>
                      <a:lnTo>
                        <a:pt x="1737360" y="955040"/>
                      </a:lnTo>
                      <a:lnTo>
                        <a:pt x="1717040" y="937260"/>
                      </a:lnTo>
                      <a:lnTo>
                        <a:pt x="1711960" y="891540"/>
                      </a:lnTo>
                      <a:lnTo>
                        <a:pt x="1719580" y="855980"/>
                      </a:lnTo>
                      <a:lnTo>
                        <a:pt x="1724660" y="820420"/>
                      </a:lnTo>
                      <a:lnTo>
                        <a:pt x="1719580" y="769620"/>
                      </a:lnTo>
                      <a:lnTo>
                        <a:pt x="1701800" y="749300"/>
                      </a:lnTo>
                      <a:lnTo>
                        <a:pt x="1711960" y="711200"/>
                      </a:lnTo>
                      <a:lnTo>
                        <a:pt x="1724660" y="673100"/>
                      </a:lnTo>
                      <a:lnTo>
                        <a:pt x="1727200" y="619760"/>
                      </a:lnTo>
                      <a:lnTo>
                        <a:pt x="1722120" y="561340"/>
                      </a:lnTo>
                      <a:lnTo>
                        <a:pt x="1717040" y="520700"/>
                      </a:lnTo>
                      <a:lnTo>
                        <a:pt x="1737360" y="495300"/>
                      </a:lnTo>
                      <a:lnTo>
                        <a:pt x="1737360" y="495300"/>
                      </a:lnTo>
                      <a:lnTo>
                        <a:pt x="1737360" y="436880"/>
                      </a:lnTo>
                      <a:lnTo>
                        <a:pt x="1717040" y="411480"/>
                      </a:lnTo>
                      <a:lnTo>
                        <a:pt x="1689100" y="408940"/>
                      </a:lnTo>
                      <a:lnTo>
                        <a:pt x="1663700" y="414020"/>
                      </a:lnTo>
                      <a:lnTo>
                        <a:pt x="1628140" y="408940"/>
                      </a:lnTo>
                      <a:lnTo>
                        <a:pt x="1605280" y="378460"/>
                      </a:lnTo>
                      <a:lnTo>
                        <a:pt x="1592580" y="337820"/>
                      </a:lnTo>
                      <a:lnTo>
                        <a:pt x="1579880" y="302260"/>
                      </a:lnTo>
                      <a:lnTo>
                        <a:pt x="1564640" y="281940"/>
                      </a:lnTo>
                      <a:lnTo>
                        <a:pt x="1564640" y="223520"/>
                      </a:lnTo>
                      <a:lnTo>
                        <a:pt x="1554480" y="154940"/>
                      </a:lnTo>
                      <a:lnTo>
                        <a:pt x="1574800" y="116840"/>
                      </a:lnTo>
                      <a:lnTo>
                        <a:pt x="1600200" y="96520"/>
                      </a:lnTo>
                      <a:lnTo>
                        <a:pt x="1587500" y="63500"/>
                      </a:lnTo>
                      <a:lnTo>
                        <a:pt x="1569720" y="53340"/>
                      </a:lnTo>
                      <a:lnTo>
                        <a:pt x="14909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9" name="마포구">
                  <a:extLst>
                    <a:ext uri="{FF2B5EF4-FFF2-40B4-BE49-F238E27FC236}">
                      <a16:creationId xmlns:a16="http://schemas.microsoft.com/office/drawing/2014/main" id="{7310BAD7-766E-7F5B-2B93-4F5C3048ADDD}"/>
                    </a:ext>
                  </a:extLst>
                </p:cNvPr>
                <p:cNvSpPr/>
                <p:nvPr/>
              </p:nvSpPr>
              <p:spPr>
                <a:xfrm>
                  <a:off x="-795528" y="5839968"/>
                  <a:ext cx="3230880" cy="2286000"/>
                </a:xfrm>
                <a:custGeom>
                  <a:avLst/>
                  <a:gdLst>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72440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84632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3230880" h="2286000">
                      <a:moveTo>
                        <a:pt x="478536" y="73152"/>
                      </a:moveTo>
                      <a:lnTo>
                        <a:pt x="399288" y="207264"/>
                      </a:lnTo>
                      <a:lnTo>
                        <a:pt x="387096" y="237744"/>
                      </a:lnTo>
                      <a:lnTo>
                        <a:pt x="399288" y="268224"/>
                      </a:lnTo>
                      <a:lnTo>
                        <a:pt x="432816" y="320040"/>
                      </a:lnTo>
                      <a:lnTo>
                        <a:pt x="438912" y="368808"/>
                      </a:lnTo>
                      <a:lnTo>
                        <a:pt x="438912" y="368808"/>
                      </a:lnTo>
                      <a:lnTo>
                        <a:pt x="381000" y="387096"/>
                      </a:lnTo>
                      <a:lnTo>
                        <a:pt x="310896" y="423672"/>
                      </a:lnTo>
                      <a:lnTo>
                        <a:pt x="161544" y="487680"/>
                      </a:lnTo>
                      <a:lnTo>
                        <a:pt x="45720" y="533400"/>
                      </a:lnTo>
                      <a:lnTo>
                        <a:pt x="0" y="563880"/>
                      </a:lnTo>
                      <a:lnTo>
                        <a:pt x="0" y="600456"/>
                      </a:lnTo>
                      <a:lnTo>
                        <a:pt x="51816" y="609600"/>
                      </a:lnTo>
                      <a:lnTo>
                        <a:pt x="91440" y="646176"/>
                      </a:lnTo>
                      <a:lnTo>
                        <a:pt x="149352" y="676656"/>
                      </a:lnTo>
                      <a:lnTo>
                        <a:pt x="219456" y="740664"/>
                      </a:lnTo>
                      <a:lnTo>
                        <a:pt x="307848" y="792480"/>
                      </a:lnTo>
                      <a:lnTo>
                        <a:pt x="393192" y="899160"/>
                      </a:lnTo>
                      <a:lnTo>
                        <a:pt x="521208" y="1005840"/>
                      </a:lnTo>
                      <a:lnTo>
                        <a:pt x="679704" y="1121664"/>
                      </a:lnTo>
                      <a:lnTo>
                        <a:pt x="755904" y="1203960"/>
                      </a:lnTo>
                      <a:lnTo>
                        <a:pt x="838200" y="1271016"/>
                      </a:lnTo>
                      <a:lnTo>
                        <a:pt x="960120" y="1368552"/>
                      </a:lnTo>
                      <a:lnTo>
                        <a:pt x="1018032" y="1420368"/>
                      </a:lnTo>
                      <a:lnTo>
                        <a:pt x="1094232" y="1508760"/>
                      </a:lnTo>
                      <a:lnTo>
                        <a:pt x="1182624" y="1612392"/>
                      </a:lnTo>
                      <a:lnTo>
                        <a:pt x="1264920" y="1700784"/>
                      </a:lnTo>
                      <a:lnTo>
                        <a:pt x="1310640" y="1780032"/>
                      </a:lnTo>
                      <a:lnTo>
                        <a:pt x="1386840" y="1825752"/>
                      </a:lnTo>
                      <a:lnTo>
                        <a:pt x="1478280" y="1886712"/>
                      </a:lnTo>
                      <a:lnTo>
                        <a:pt x="1560576" y="1944624"/>
                      </a:lnTo>
                      <a:lnTo>
                        <a:pt x="1612392" y="1972056"/>
                      </a:lnTo>
                      <a:lnTo>
                        <a:pt x="1697736" y="1978152"/>
                      </a:lnTo>
                      <a:lnTo>
                        <a:pt x="1746504" y="1965960"/>
                      </a:lnTo>
                      <a:lnTo>
                        <a:pt x="1789176" y="1959864"/>
                      </a:lnTo>
                      <a:lnTo>
                        <a:pt x="1847088" y="1953768"/>
                      </a:lnTo>
                      <a:lnTo>
                        <a:pt x="1911096" y="1953768"/>
                      </a:lnTo>
                      <a:lnTo>
                        <a:pt x="1984248" y="1981200"/>
                      </a:lnTo>
                      <a:lnTo>
                        <a:pt x="2033016" y="1999488"/>
                      </a:lnTo>
                      <a:lnTo>
                        <a:pt x="2090928" y="1996440"/>
                      </a:lnTo>
                      <a:lnTo>
                        <a:pt x="2164080" y="2036064"/>
                      </a:lnTo>
                      <a:lnTo>
                        <a:pt x="2228088" y="2066544"/>
                      </a:lnTo>
                      <a:lnTo>
                        <a:pt x="2261616" y="2069592"/>
                      </a:lnTo>
                      <a:lnTo>
                        <a:pt x="2346960" y="2124456"/>
                      </a:lnTo>
                      <a:lnTo>
                        <a:pt x="2420112" y="2185416"/>
                      </a:lnTo>
                      <a:lnTo>
                        <a:pt x="2490216" y="2218944"/>
                      </a:lnTo>
                      <a:lnTo>
                        <a:pt x="2542032" y="2267712"/>
                      </a:lnTo>
                      <a:lnTo>
                        <a:pt x="2563368" y="2286000"/>
                      </a:lnTo>
                      <a:lnTo>
                        <a:pt x="2615184" y="2282952"/>
                      </a:lnTo>
                      <a:lnTo>
                        <a:pt x="2657856" y="2237232"/>
                      </a:lnTo>
                      <a:lnTo>
                        <a:pt x="2691384" y="2206752"/>
                      </a:lnTo>
                      <a:lnTo>
                        <a:pt x="2718816" y="2185416"/>
                      </a:lnTo>
                      <a:lnTo>
                        <a:pt x="2764536" y="2182368"/>
                      </a:lnTo>
                      <a:lnTo>
                        <a:pt x="2819400" y="2185416"/>
                      </a:lnTo>
                      <a:lnTo>
                        <a:pt x="2855976" y="2182368"/>
                      </a:lnTo>
                      <a:lnTo>
                        <a:pt x="2886456" y="2161032"/>
                      </a:lnTo>
                      <a:lnTo>
                        <a:pt x="2907792" y="2121408"/>
                      </a:lnTo>
                      <a:lnTo>
                        <a:pt x="2913888" y="2090928"/>
                      </a:lnTo>
                      <a:lnTo>
                        <a:pt x="2944368" y="2054352"/>
                      </a:lnTo>
                      <a:lnTo>
                        <a:pt x="2983992" y="2033016"/>
                      </a:lnTo>
                      <a:lnTo>
                        <a:pt x="2996184" y="1996440"/>
                      </a:lnTo>
                      <a:lnTo>
                        <a:pt x="2990088" y="1965960"/>
                      </a:lnTo>
                      <a:lnTo>
                        <a:pt x="3002280" y="1923288"/>
                      </a:lnTo>
                      <a:lnTo>
                        <a:pt x="3038856" y="1828800"/>
                      </a:lnTo>
                      <a:lnTo>
                        <a:pt x="3066288" y="1776984"/>
                      </a:lnTo>
                      <a:lnTo>
                        <a:pt x="3096768" y="1764792"/>
                      </a:lnTo>
                      <a:lnTo>
                        <a:pt x="3130296" y="1767840"/>
                      </a:lnTo>
                      <a:lnTo>
                        <a:pt x="3185160" y="1752600"/>
                      </a:lnTo>
                      <a:lnTo>
                        <a:pt x="3203448" y="1706880"/>
                      </a:lnTo>
                      <a:lnTo>
                        <a:pt x="3230880" y="1673352"/>
                      </a:lnTo>
                      <a:lnTo>
                        <a:pt x="3227832" y="1636776"/>
                      </a:lnTo>
                      <a:lnTo>
                        <a:pt x="3203448" y="1609344"/>
                      </a:lnTo>
                      <a:lnTo>
                        <a:pt x="3179064" y="1600200"/>
                      </a:lnTo>
                      <a:lnTo>
                        <a:pt x="3151632" y="1572768"/>
                      </a:lnTo>
                      <a:lnTo>
                        <a:pt x="3139440" y="1517904"/>
                      </a:lnTo>
                      <a:lnTo>
                        <a:pt x="3133344" y="1466088"/>
                      </a:lnTo>
                      <a:lnTo>
                        <a:pt x="3148584" y="1432560"/>
                      </a:lnTo>
                      <a:lnTo>
                        <a:pt x="3176016" y="1426464"/>
                      </a:lnTo>
                      <a:lnTo>
                        <a:pt x="3197352" y="1405128"/>
                      </a:lnTo>
                      <a:lnTo>
                        <a:pt x="3176016" y="1356360"/>
                      </a:lnTo>
                      <a:lnTo>
                        <a:pt x="3130296" y="1353312"/>
                      </a:lnTo>
                      <a:lnTo>
                        <a:pt x="3096768" y="1356360"/>
                      </a:lnTo>
                      <a:lnTo>
                        <a:pt x="3060192" y="1365504"/>
                      </a:lnTo>
                      <a:lnTo>
                        <a:pt x="3044952" y="1380744"/>
                      </a:lnTo>
                      <a:lnTo>
                        <a:pt x="3002280" y="1399032"/>
                      </a:lnTo>
                      <a:lnTo>
                        <a:pt x="2886456" y="1392936"/>
                      </a:lnTo>
                      <a:lnTo>
                        <a:pt x="2688336" y="1377696"/>
                      </a:lnTo>
                      <a:lnTo>
                        <a:pt x="2575560" y="1389888"/>
                      </a:lnTo>
                      <a:lnTo>
                        <a:pt x="2535936" y="1389888"/>
                      </a:lnTo>
                      <a:lnTo>
                        <a:pt x="2478024" y="1411224"/>
                      </a:lnTo>
                      <a:lnTo>
                        <a:pt x="2426208" y="1432560"/>
                      </a:lnTo>
                      <a:lnTo>
                        <a:pt x="2420112" y="1438656"/>
                      </a:lnTo>
                      <a:lnTo>
                        <a:pt x="2389632" y="1447800"/>
                      </a:lnTo>
                      <a:lnTo>
                        <a:pt x="2310384" y="1432560"/>
                      </a:lnTo>
                      <a:lnTo>
                        <a:pt x="2243328" y="1417320"/>
                      </a:lnTo>
                      <a:lnTo>
                        <a:pt x="2176272" y="1405128"/>
                      </a:lnTo>
                      <a:lnTo>
                        <a:pt x="2124456" y="1392936"/>
                      </a:lnTo>
                      <a:lnTo>
                        <a:pt x="2081784" y="1356360"/>
                      </a:lnTo>
                      <a:lnTo>
                        <a:pt x="2060448" y="1322832"/>
                      </a:lnTo>
                      <a:lnTo>
                        <a:pt x="2036064" y="1292352"/>
                      </a:lnTo>
                      <a:lnTo>
                        <a:pt x="2008632" y="1264920"/>
                      </a:lnTo>
                      <a:lnTo>
                        <a:pt x="2029968" y="1228344"/>
                      </a:lnTo>
                      <a:lnTo>
                        <a:pt x="2039112" y="1176528"/>
                      </a:lnTo>
                      <a:lnTo>
                        <a:pt x="2017776" y="1130808"/>
                      </a:lnTo>
                      <a:lnTo>
                        <a:pt x="1984248" y="1069848"/>
                      </a:lnTo>
                      <a:lnTo>
                        <a:pt x="1914144" y="1027176"/>
                      </a:lnTo>
                      <a:lnTo>
                        <a:pt x="1892808" y="1008888"/>
                      </a:lnTo>
                      <a:lnTo>
                        <a:pt x="1853184" y="1014984"/>
                      </a:lnTo>
                      <a:lnTo>
                        <a:pt x="1798320" y="1042416"/>
                      </a:lnTo>
                      <a:lnTo>
                        <a:pt x="1725168" y="1018032"/>
                      </a:lnTo>
                      <a:lnTo>
                        <a:pt x="1661160" y="963168"/>
                      </a:lnTo>
                      <a:lnTo>
                        <a:pt x="1606296" y="908304"/>
                      </a:lnTo>
                      <a:lnTo>
                        <a:pt x="1554480" y="865632"/>
                      </a:lnTo>
                      <a:lnTo>
                        <a:pt x="1472184" y="826008"/>
                      </a:lnTo>
                      <a:lnTo>
                        <a:pt x="1411224" y="807720"/>
                      </a:lnTo>
                      <a:lnTo>
                        <a:pt x="1335024" y="762000"/>
                      </a:lnTo>
                      <a:lnTo>
                        <a:pt x="1274064" y="694944"/>
                      </a:lnTo>
                      <a:lnTo>
                        <a:pt x="1216152" y="646176"/>
                      </a:lnTo>
                      <a:lnTo>
                        <a:pt x="1088136" y="484632"/>
                      </a:lnTo>
                      <a:lnTo>
                        <a:pt x="1030224" y="445008"/>
                      </a:lnTo>
                      <a:lnTo>
                        <a:pt x="978408" y="417576"/>
                      </a:lnTo>
                      <a:lnTo>
                        <a:pt x="935736" y="347472"/>
                      </a:lnTo>
                      <a:lnTo>
                        <a:pt x="890016" y="301752"/>
                      </a:lnTo>
                      <a:lnTo>
                        <a:pt x="819912" y="252984"/>
                      </a:lnTo>
                      <a:lnTo>
                        <a:pt x="771144" y="201168"/>
                      </a:lnTo>
                      <a:lnTo>
                        <a:pt x="737616" y="176784"/>
                      </a:lnTo>
                      <a:lnTo>
                        <a:pt x="697992" y="167640"/>
                      </a:lnTo>
                      <a:lnTo>
                        <a:pt x="664464" y="124968"/>
                      </a:lnTo>
                      <a:lnTo>
                        <a:pt x="609600" y="79248"/>
                      </a:lnTo>
                      <a:lnTo>
                        <a:pt x="560832" y="24384"/>
                      </a:lnTo>
                      <a:lnTo>
                        <a:pt x="524256" y="0"/>
                      </a:lnTo>
                      <a:lnTo>
                        <a:pt x="496824" y="15240"/>
                      </a:lnTo>
                      <a:lnTo>
                        <a:pt x="478536" y="7315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0" name="은평구">
                  <a:extLst>
                    <a:ext uri="{FF2B5EF4-FFF2-40B4-BE49-F238E27FC236}">
                      <a16:creationId xmlns:a16="http://schemas.microsoft.com/office/drawing/2014/main" id="{DF55080F-466B-B971-E068-89423D6D0DE9}"/>
                    </a:ext>
                  </a:extLst>
                </p:cNvPr>
                <p:cNvSpPr/>
                <p:nvPr/>
              </p:nvSpPr>
              <p:spPr>
                <a:xfrm>
                  <a:off x="-193040" y="2946400"/>
                  <a:ext cx="2871470" cy="3434080"/>
                </a:xfrm>
                <a:custGeom>
                  <a:avLst/>
                  <a:gdLst>
                    <a:gd name="connsiteX0" fmla="*/ 1981200 w 2890520"/>
                    <a:gd name="connsiteY0" fmla="*/ 55880 h 3434080"/>
                    <a:gd name="connsiteX1" fmla="*/ 1899920 w 2890520"/>
                    <a:gd name="connsiteY1" fmla="*/ 127000 h 3434080"/>
                    <a:gd name="connsiteX2" fmla="*/ 1854200 w 2890520"/>
                    <a:gd name="connsiteY2" fmla="*/ 162560 h 3434080"/>
                    <a:gd name="connsiteX3" fmla="*/ 1798320 w 2890520"/>
                    <a:gd name="connsiteY3" fmla="*/ 198120 h 3434080"/>
                    <a:gd name="connsiteX4" fmla="*/ 1747520 w 2890520"/>
                    <a:gd name="connsiteY4" fmla="*/ 223520 h 3434080"/>
                    <a:gd name="connsiteX5" fmla="*/ 1732280 w 2890520"/>
                    <a:gd name="connsiteY5" fmla="*/ 274320 h 3434080"/>
                    <a:gd name="connsiteX6" fmla="*/ 1691640 w 2890520"/>
                    <a:gd name="connsiteY6" fmla="*/ 355600 h 3434080"/>
                    <a:gd name="connsiteX7" fmla="*/ 1676400 w 2890520"/>
                    <a:gd name="connsiteY7" fmla="*/ 391160 h 3434080"/>
                    <a:gd name="connsiteX8" fmla="*/ 1645920 w 2890520"/>
                    <a:gd name="connsiteY8" fmla="*/ 416560 h 3434080"/>
                    <a:gd name="connsiteX9" fmla="*/ 1564640 w 2890520"/>
                    <a:gd name="connsiteY9" fmla="*/ 421640 h 3434080"/>
                    <a:gd name="connsiteX10" fmla="*/ 1488440 w 2890520"/>
                    <a:gd name="connsiteY10" fmla="*/ 411480 h 3434080"/>
                    <a:gd name="connsiteX11" fmla="*/ 1432560 w 2890520"/>
                    <a:gd name="connsiteY11" fmla="*/ 416560 h 3434080"/>
                    <a:gd name="connsiteX12" fmla="*/ 1386840 w 2890520"/>
                    <a:gd name="connsiteY12" fmla="*/ 452120 h 3434080"/>
                    <a:gd name="connsiteX13" fmla="*/ 1259840 w 2890520"/>
                    <a:gd name="connsiteY13" fmla="*/ 548640 h 3434080"/>
                    <a:gd name="connsiteX14" fmla="*/ 1137920 w 2890520"/>
                    <a:gd name="connsiteY14" fmla="*/ 614680 h 3434080"/>
                    <a:gd name="connsiteX15" fmla="*/ 1031240 w 2890520"/>
                    <a:gd name="connsiteY15" fmla="*/ 665480 h 3434080"/>
                    <a:gd name="connsiteX16" fmla="*/ 975360 w 2890520"/>
                    <a:gd name="connsiteY16" fmla="*/ 701040 h 3434080"/>
                    <a:gd name="connsiteX17" fmla="*/ 929640 w 2890520"/>
                    <a:gd name="connsiteY17" fmla="*/ 721360 h 3434080"/>
                    <a:gd name="connsiteX18" fmla="*/ 939800 w 2890520"/>
                    <a:gd name="connsiteY18" fmla="*/ 817880 h 3434080"/>
                    <a:gd name="connsiteX19" fmla="*/ 955040 w 2890520"/>
                    <a:gd name="connsiteY19" fmla="*/ 863600 h 3434080"/>
                    <a:gd name="connsiteX20" fmla="*/ 980440 w 2890520"/>
                    <a:gd name="connsiteY20" fmla="*/ 904240 h 3434080"/>
                    <a:gd name="connsiteX21" fmla="*/ 975360 w 2890520"/>
                    <a:gd name="connsiteY21" fmla="*/ 980440 h 3434080"/>
                    <a:gd name="connsiteX22" fmla="*/ 990600 w 2890520"/>
                    <a:gd name="connsiteY22" fmla="*/ 1021080 h 3434080"/>
                    <a:gd name="connsiteX23" fmla="*/ 990600 w 2890520"/>
                    <a:gd name="connsiteY23" fmla="*/ 1066800 h 3434080"/>
                    <a:gd name="connsiteX24" fmla="*/ 960120 w 2890520"/>
                    <a:gd name="connsiteY24" fmla="*/ 1087120 h 3434080"/>
                    <a:gd name="connsiteX25" fmla="*/ 914400 w 2890520"/>
                    <a:gd name="connsiteY25" fmla="*/ 1087120 h 3434080"/>
                    <a:gd name="connsiteX26" fmla="*/ 894080 w 2890520"/>
                    <a:gd name="connsiteY26" fmla="*/ 1061720 h 3434080"/>
                    <a:gd name="connsiteX27" fmla="*/ 843280 w 2890520"/>
                    <a:gd name="connsiteY27" fmla="*/ 1046480 h 3434080"/>
                    <a:gd name="connsiteX28" fmla="*/ 777240 w 2890520"/>
                    <a:gd name="connsiteY28" fmla="*/ 1046480 h 3434080"/>
                    <a:gd name="connsiteX29" fmla="*/ 777240 w 2890520"/>
                    <a:gd name="connsiteY29" fmla="*/ 1046480 h 3434080"/>
                    <a:gd name="connsiteX30" fmla="*/ 756920 w 2890520"/>
                    <a:gd name="connsiteY30" fmla="*/ 1117600 h 3434080"/>
                    <a:gd name="connsiteX31" fmla="*/ 726440 w 2890520"/>
                    <a:gd name="connsiteY31" fmla="*/ 1148080 h 3434080"/>
                    <a:gd name="connsiteX32" fmla="*/ 716280 w 2890520"/>
                    <a:gd name="connsiteY32" fmla="*/ 1183640 h 3434080"/>
                    <a:gd name="connsiteX33" fmla="*/ 736600 w 2890520"/>
                    <a:gd name="connsiteY33" fmla="*/ 1209040 h 3434080"/>
                    <a:gd name="connsiteX34" fmla="*/ 817880 w 2890520"/>
                    <a:gd name="connsiteY34" fmla="*/ 1285240 h 3434080"/>
                    <a:gd name="connsiteX35" fmla="*/ 833120 w 2890520"/>
                    <a:gd name="connsiteY35" fmla="*/ 1341120 h 3434080"/>
                    <a:gd name="connsiteX36" fmla="*/ 817880 w 2890520"/>
                    <a:gd name="connsiteY36" fmla="*/ 1397000 h 3434080"/>
                    <a:gd name="connsiteX37" fmla="*/ 782320 w 2890520"/>
                    <a:gd name="connsiteY37" fmla="*/ 1483360 h 3434080"/>
                    <a:gd name="connsiteX38" fmla="*/ 756920 w 2890520"/>
                    <a:gd name="connsiteY38" fmla="*/ 1549400 h 3434080"/>
                    <a:gd name="connsiteX39" fmla="*/ 746760 w 2890520"/>
                    <a:gd name="connsiteY39" fmla="*/ 1615440 h 3434080"/>
                    <a:gd name="connsiteX40" fmla="*/ 685800 w 2890520"/>
                    <a:gd name="connsiteY40" fmla="*/ 1686560 h 3434080"/>
                    <a:gd name="connsiteX41" fmla="*/ 650240 w 2890520"/>
                    <a:gd name="connsiteY41" fmla="*/ 1742440 h 3434080"/>
                    <a:gd name="connsiteX42" fmla="*/ 629920 w 2890520"/>
                    <a:gd name="connsiteY42" fmla="*/ 1828800 h 3434080"/>
                    <a:gd name="connsiteX43" fmla="*/ 640080 w 2890520"/>
                    <a:gd name="connsiteY43" fmla="*/ 1981200 h 3434080"/>
                    <a:gd name="connsiteX44" fmla="*/ 640080 w 2890520"/>
                    <a:gd name="connsiteY44" fmla="*/ 2199640 h 3434080"/>
                    <a:gd name="connsiteX45" fmla="*/ 650240 w 2890520"/>
                    <a:gd name="connsiteY45" fmla="*/ 2499360 h 3434080"/>
                    <a:gd name="connsiteX46" fmla="*/ 640080 w 2890520"/>
                    <a:gd name="connsiteY46" fmla="*/ 2565400 h 3434080"/>
                    <a:gd name="connsiteX47" fmla="*/ 624840 w 2890520"/>
                    <a:gd name="connsiteY47" fmla="*/ 2616200 h 3434080"/>
                    <a:gd name="connsiteX48" fmla="*/ 624840 w 2890520"/>
                    <a:gd name="connsiteY48" fmla="*/ 2667000 h 3434080"/>
                    <a:gd name="connsiteX49" fmla="*/ 609600 w 2890520"/>
                    <a:gd name="connsiteY49" fmla="*/ 2753360 h 3434080"/>
                    <a:gd name="connsiteX50" fmla="*/ 584200 w 2890520"/>
                    <a:gd name="connsiteY50" fmla="*/ 2799080 h 3434080"/>
                    <a:gd name="connsiteX51" fmla="*/ 528320 w 2890520"/>
                    <a:gd name="connsiteY51" fmla="*/ 2814320 h 3434080"/>
                    <a:gd name="connsiteX52" fmla="*/ 462280 w 2890520"/>
                    <a:gd name="connsiteY52" fmla="*/ 2824480 h 3434080"/>
                    <a:gd name="connsiteX53" fmla="*/ 391160 w 2890520"/>
                    <a:gd name="connsiteY53" fmla="*/ 2824480 h 3434080"/>
                    <a:gd name="connsiteX54" fmla="*/ 335280 w 2890520"/>
                    <a:gd name="connsiteY54" fmla="*/ 2844800 h 3434080"/>
                    <a:gd name="connsiteX55" fmla="*/ 264160 w 2890520"/>
                    <a:gd name="connsiteY55" fmla="*/ 2854960 h 3434080"/>
                    <a:gd name="connsiteX56" fmla="*/ 213360 w 2890520"/>
                    <a:gd name="connsiteY56" fmla="*/ 2860040 h 3434080"/>
                    <a:gd name="connsiteX57" fmla="*/ 213360 w 2890520"/>
                    <a:gd name="connsiteY57" fmla="*/ 2860040 h 3434080"/>
                    <a:gd name="connsiteX58" fmla="*/ 167640 w 2890520"/>
                    <a:gd name="connsiteY58" fmla="*/ 2804160 h 3434080"/>
                    <a:gd name="connsiteX59" fmla="*/ 142240 w 2890520"/>
                    <a:gd name="connsiteY59" fmla="*/ 2753360 h 3434080"/>
                    <a:gd name="connsiteX60" fmla="*/ 142240 w 2890520"/>
                    <a:gd name="connsiteY60" fmla="*/ 2753360 h 3434080"/>
                    <a:gd name="connsiteX61" fmla="*/ 96520 w 2890520"/>
                    <a:gd name="connsiteY61" fmla="*/ 2743200 h 3434080"/>
                    <a:gd name="connsiteX62" fmla="*/ 55880 w 2890520"/>
                    <a:gd name="connsiteY62" fmla="*/ 2783840 h 3434080"/>
                    <a:gd name="connsiteX63" fmla="*/ 0 w 2890520"/>
                    <a:gd name="connsiteY63" fmla="*/ 2844800 h 3434080"/>
                    <a:gd name="connsiteX64" fmla="*/ 15240 w 2890520"/>
                    <a:gd name="connsiteY64" fmla="*/ 2880360 h 3434080"/>
                    <a:gd name="connsiteX65" fmla="*/ 55880 w 2890520"/>
                    <a:gd name="connsiteY65" fmla="*/ 2905760 h 3434080"/>
                    <a:gd name="connsiteX66" fmla="*/ 91440 w 2890520"/>
                    <a:gd name="connsiteY66" fmla="*/ 2946400 h 3434080"/>
                    <a:gd name="connsiteX67" fmla="*/ 142240 w 2890520"/>
                    <a:gd name="connsiteY67" fmla="*/ 2976880 h 3434080"/>
                    <a:gd name="connsiteX68" fmla="*/ 193040 w 2890520"/>
                    <a:gd name="connsiteY68" fmla="*/ 3007360 h 3434080"/>
                    <a:gd name="connsiteX69" fmla="*/ 269240 w 2890520"/>
                    <a:gd name="connsiteY69" fmla="*/ 3058160 h 3434080"/>
                    <a:gd name="connsiteX70" fmla="*/ 335280 w 2890520"/>
                    <a:gd name="connsiteY70" fmla="*/ 3139440 h 3434080"/>
                    <a:gd name="connsiteX71" fmla="*/ 426720 w 2890520"/>
                    <a:gd name="connsiteY71" fmla="*/ 3225800 h 3434080"/>
                    <a:gd name="connsiteX72" fmla="*/ 467360 w 2890520"/>
                    <a:gd name="connsiteY72" fmla="*/ 3276600 h 3434080"/>
                    <a:gd name="connsiteX73" fmla="*/ 523240 w 2890520"/>
                    <a:gd name="connsiteY73" fmla="*/ 3291840 h 3434080"/>
                    <a:gd name="connsiteX74" fmla="*/ 589280 w 2890520"/>
                    <a:gd name="connsiteY74" fmla="*/ 3383280 h 3434080"/>
                    <a:gd name="connsiteX75" fmla="*/ 589280 w 2890520"/>
                    <a:gd name="connsiteY75" fmla="*/ 3383280 h 3434080"/>
                    <a:gd name="connsiteX76" fmla="*/ 650240 w 2890520"/>
                    <a:gd name="connsiteY76" fmla="*/ 3434080 h 3434080"/>
                    <a:gd name="connsiteX77" fmla="*/ 690880 w 2890520"/>
                    <a:gd name="connsiteY77" fmla="*/ 3378200 h 3434080"/>
                    <a:gd name="connsiteX78" fmla="*/ 741680 w 2890520"/>
                    <a:gd name="connsiteY78" fmla="*/ 3286760 h 3434080"/>
                    <a:gd name="connsiteX79" fmla="*/ 777240 w 2890520"/>
                    <a:gd name="connsiteY79" fmla="*/ 3246120 h 3434080"/>
                    <a:gd name="connsiteX80" fmla="*/ 812800 w 2890520"/>
                    <a:gd name="connsiteY80" fmla="*/ 3225800 h 3434080"/>
                    <a:gd name="connsiteX81" fmla="*/ 868680 w 2890520"/>
                    <a:gd name="connsiteY81" fmla="*/ 3185160 h 3434080"/>
                    <a:gd name="connsiteX82" fmla="*/ 899160 w 2890520"/>
                    <a:gd name="connsiteY82" fmla="*/ 3134360 h 3434080"/>
                    <a:gd name="connsiteX83" fmla="*/ 894080 w 2890520"/>
                    <a:gd name="connsiteY83" fmla="*/ 3078480 h 3434080"/>
                    <a:gd name="connsiteX84" fmla="*/ 894080 w 2890520"/>
                    <a:gd name="connsiteY84" fmla="*/ 3032760 h 3434080"/>
                    <a:gd name="connsiteX85" fmla="*/ 939800 w 2890520"/>
                    <a:gd name="connsiteY85" fmla="*/ 2971800 h 3434080"/>
                    <a:gd name="connsiteX86" fmla="*/ 980440 w 2890520"/>
                    <a:gd name="connsiteY86" fmla="*/ 2951480 h 3434080"/>
                    <a:gd name="connsiteX87" fmla="*/ 980440 w 2890520"/>
                    <a:gd name="connsiteY87" fmla="*/ 2951480 h 3434080"/>
                    <a:gd name="connsiteX88" fmla="*/ 1076960 w 2890520"/>
                    <a:gd name="connsiteY88" fmla="*/ 2961640 h 3434080"/>
                    <a:gd name="connsiteX89" fmla="*/ 1143000 w 2890520"/>
                    <a:gd name="connsiteY89" fmla="*/ 2981960 h 3434080"/>
                    <a:gd name="connsiteX90" fmla="*/ 1168400 w 2890520"/>
                    <a:gd name="connsiteY90" fmla="*/ 3012440 h 3434080"/>
                    <a:gd name="connsiteX91" fmla="*/ 1158240 w 2890520"/>
                    <a:gd name="connsiteY91" fmla="*/ 3042920 h 3434080"/>
                    <a:gd name="connsiteX92" fmla="*/ 1132840 w 2890520"/>
                    <a:gd name="connsiteY92" fmla="*/ 3058160 h 3434080"/>
                    <a:gd name="connsiteX93" fmla="*/ 1127760 w 2890520"/>
                    <a:gd name="connsiteY93" fmla="*/ 3088640 h 3434080"/>
                    <a:gd name="connsiteX94" fmla="*/ 1153160 w 2890520"/>
                    <a:gd name="connsiteY94" fmla="*/ 3129280 h 3434080"/>
                    <a:gd name="connsiteX95" fmla="*/ 1188720 w 2890520"/>
                    <a:gd name="connsiteY95" fmla="*/ 3154680 h 3434080"/>
                    <a:gd name="connsiteX96" fmla="*/ 1224280 w 2890520"/>
                    <a:gd name="connsiteY96" fmla="*/ 3139440 h 3434080"/>
                    <a:gd name="connsiteX97" fmla="*/ 1249680 w 2890520"/>
                    <a:gd name="connsiteY97" fmla="*/ 3154680 h 3434080"/>
                    <a:gd name="connsiteX98" fmla="*/ 1295400 w 2890520"/>
                    <a:gd name="connsiteY98" fmla="*/ 3114040 h 3434080"/>
                    <a:gd name="connsiteX99" fmla="*/ 1305560 w 2890520"/>
                    <a:gd name="connsiteY99" fmla="*/ 3063240 h 3434080"/>
                    <a:gd name="connsiteX100" fmla="*/ 1315720 w 2890520"/>
                    <a:gd name="connsiteY100" fmla="*/ 3022600 h 3434080"/>
                    <a:gd name="connsiteX101" fmla="*/ 1330960 w 2890520"/>
                    <a:gd name="connsiteY101" fmla="*/ 2997200 h 3434080"/>
                    <a:gd name="connsiteX102" fmla="*/ 1366520 w 2890520"/>
                    <a:gd name="connsiteY102" fmla="*/ 3007360 h 3434080"/>
                    <a:gd name="connsiteX103" fmla="*/ 1407160 w 2890520"/>
                    <a:gd name="connsiteY103" fmla="*/ 3007360 h 3434080"/>
                    <a:gd name="connsiteX104" fmla="*/ 1422400 w 2890520"/>
                    <a:gd name="connsiteY104" fmla="*/ 2961640 h 3434080"/>
                    <a:gd name="connsiteX105" fmla="*/ 1417320 w 2890520"/>
                    <a:gd name="connsiteY105" fmla="*/ 2895600 h 3434080"/>
                    <a:gd name="connsiteX106" fmla="*/ 1447800 w 2890520"/>
                    <a:gd name="connsiteY106" fmla="*/ 2799080 h 3434080"/>
                    <a:gd name="connsiteX107" fmla="*/ 1493520 w 2890520"/>
                    <a:gd name="connsiteY107" fmla="*/ 2738120 h 3434080"/>
                    <a:gd name="connsiteX108" fmla="*/ 1534160 w 2890520"/>
                    <a:gd name="connsiteY108" fmla="*/ 2687320 h 3434080"/>
                    <a:gd name="connsiteX109" fmla="*/ 1584960 w 2890520"/>
                    <a:gd name="connsiteY109" fmla="*/ 2672080 h 3434080"/>
                    <a:gd name="connsiteX110" fmla="*/ 1661160 w 2890520"/>
                    <a:gd name="connsiteY110" fmla="*/ 2606040 h 3434080"/>
                    <a:gd name="connsiteX111" fmla="*/ 1711960 w 2890520"/>
                    <a:gd name="connsiteY111" fmla="*/ 2565400 h 3434080"/>
                    <a:gd name="connsiteX112" fmla="*/ 1772920 w 2890520"/>
                    <a:gd name="connsiteY112" fmla="*/ 2555240 h 3434080"/>
                    <a:gd name="connsiteX113" fmla="*/ 1823720 w 2890520"/>
                    <a:gd name="connsiteY113" fmla="*/ 2575560 h 3434080"/>
                    <a:gd name="connsiteX114" fmla="*/ 1864360 w 2890520"/>
                    <a:gd name="connsiteY114" fmla="*/ 2550160 h 3434080"/>
                    <a:gd name="connsiteX115" fmla="*/ 1879600 w 2890520"/>
                    <a:gd name="connsiteY115" fmla="*/ 2484120 h 3434080"/>
                    <a:gd name="connsiteX116" fmla="*/ 1869440 w 2890520"/>
                    <a:gd name="connsiteY116" fmla="*/ 2418080 h 3434080"/>
                    <a:gd name="connsiteX117" fmla="*/ 1833880 w 2890520"/>
                    <a:gd name="connsiteY117" fmla="*/ 2387600 h 3434080"/>
                    <a:gd name="connsiteX118" fmla="*/ 1833880 w 2890520"/>
                    <a:gd name="connsiteY118" fmla="*/ 2346960 h 3434080"/>
                    <a:gd name="connsiteX119" fmla="*/ 1869440 w 2890520"/>
                    <a:gd name="connsiteY119" fmla="*/ 2311400 h 3434080"/>
                    <a:gd name="connsiteX120" fmla="*/ 1899920 w 2890520"/>
                    <a:gd name="connsiteY120" fmla="*/ 2270760 h 3434080"/>
                    <a:gd name="connsiteX121" fmla="*/ 1935480 w 2890520"/>
                    <a:gd name="connsiteY121" fmla="*/ 2270760 h 3434080"/>
                    <a:gd name="connsiteX122" fmla="*/ 1991360 w 2890520"/>
                    <a:gd name="connsiteY122" fmla="*/ 2260600 h 3434080"/>
                    <a:gd name="connsiteX123" fmla="*/ 2016760 w 2890520"/>
                    <a:gd name="connsiteY123" fmla="*/ 2219960 h 3434080"/>
                    <a:gd name="connsiteX124" fmla="*/ 2026920 w 2890520"/>
                    <a:gd name="connsiteY124" fmla="*/ 2179320 h 3434080"/>
                    <a:gd name="connsiteX125" fmla="*/ 2052320 w 2890520"/>
                    <a:gd name="connsiteY125" fmla="*/ 2138680 h 3434080"/>
                    <a:gd name="connsiteX126" fmla="*/ 2098040 w 2890520"/>
                    <a:gd name="connsiteY126" fmla="*/ 2133600 h 3434080"/>
                    <a:gd name="connsiteX127" fmla="*/ 2133600 w 2890520"/>
                    <a:gd name="connsiteY127" fmla="*/ 2148840 h 3434080"/>
                    <a:gd name="connsiteX128" fmla="*/ 2189480 w 2890520"/>
                    <a:gd name="connsiteY128" fmla="*/ 2133600 h 3434080"/>
                    <a:gd name="connsiteX129" fmla="*/ 2189480 w 2890520"/>
                    <a:gd name="connsiteY129" fmla="*/ 2077720 h 3434080"/>
                    <a:gd name="connsiteX130" fmla="*/ 2174240 w 2890520"/>
                    <a:gd name="connsiteY130" fmla="*/ 2047240 h 3434080"/>
                    <a:gd name="connsiteX131" fmla="*/ 2174240 w 2890520"/>
                    <a:gd name="connsiteY131" fmla="*/ 1905000 h 3434080"/>
                    <a:gd name="connsiteX132" fmla="*/ 2174240 w 2890520"/>
                    <a:gd name="connsiteY132" fmla="*/ 1803400 h 3434080"/>
                    <a:gd name="connsiteX133" fmla="*/ 2199640 w 2890520"/>
                    <a:gd name="connsiteY133" fmla="*/ 1747520 h 3434080"/>
                    <a:gd name="connsiteX134" fmla="*/ 2189480 w 2890520"/>
                    <a:gd name="connsiteY134" fmla="*/ 1691640 h 3434080"/>
                    <a:gd name="connsiteX135" fmla="*/ 2159000 w 2890520"/>
                    <a:gd name="connsiteY135" fmla="*/ 1600200 h 3434080"/>
                    <a:gd name="connsiteX136" fmla="*/ 2159000 w 2890520"/>
                    <a:gd name="connsiteY136" fmla="*/ 1534160 h 3434080"/>
                    <a:gd name="connsiteX137" fmla="*/ 2169160 w 2890520"/>
                    <a:gd name="connsiteY137" fmla="*/ 1468120 h 3434080"/>
                    <a:gd name="connsiteX138" fmla="*/ 2209800 w 2890520"/>
                    <a:gd name="connsiteY138" fmla="*/ 1407160 h 3434080"/>
                    <a:gd name="connsiteX139" fmla="*/ 2240280 w 2890520"/>
                    <a:gd name="connsiteY139" fmla="*/ 1381760 h 3434080"/>
                    <a:gd name="connsiteX140" fmla="*/ 2291080 w 2890520"/>
                    <a:gd name="connsiteY140" fmla="*/ 1381760 h 3434080"/>
                    <a:gd name="connsiteX141" fmla="*/ 2321560 w 2890520"/>
                    <a:gd name="connsiteY141" fmla="*/ 1417320 h 3434080"/>
                    <a:gd name="connsiteX142" fmla="*/ 2367280 w 2890520"/>
                    <a:gd name="connsiteY142" fmla="*/ 1427480 h 3434080"/>
                    <a:gd name="connsiteX143" fmla="*/ 2438400 w 2890520"/>
                    <a:gd name="connsiteY143" fmla="*/ 1427480 h 3434080"/>
                    <a:gd name="connsiteX144" fmla="*/ 2453640 w 2890520"/>
                    <a:gd name="connsiteY144" fmla="*/ 1381760 h 3434080"/>
                    <a:gd name="connsiteX145" fmla="*/ 2438400 w 2890520"/>
                    <a:gd name="connsiteY145" fmla="*/ 1361440 h 3434080"/>
                    <a:gd name="connsiteX146" fmla="*/ 2458720 w 2890520"/>
                    <a:gd name="connsiteY146" fmla="*/ 1290320 h 3434080"/>
                    <a:gd name="connsiteX147" fmla="*/ 2524760 w 2890520"/>
                    <a:gd name="connsiteY147" fmla="*/ 1229360 h 3434080"/>
                    <a:gd name="connsiteX148" fmla="*/ 2580640 w 2890520"/>
                    <a:gd name="connsiteY148" fmla="*/ 1198880 h 3434080"/>
                    <a:gd name="connsiteX149" fmla="*/ 2636520 w 2890520"/>
                    <a:gd name="connsiteY149" fmla="*/ 1214120 h 3434080"/>
                    <a:gd name="connsiteX150" fmla="*/ 2677160 w 2890520"/>
                    <a:gd name="connsiteY150" fmla="*/ 1203960 h 3434080"/>
                    <a:gd name="connsiteX151" fmla="*/ 2733040 w 2890520"/>
                    <a:gd name="connsiteY151" fmla="*/ 1229360 h 3434080"/>
                    <a:gd name="connsiteX152" fmla="*/ 2783840 w 2890520"/>
                    <a:gd name="connsiteY152" fmla="*/ 1224280 h 3434080"/>
                    <a:gd name="connsiteX153" fmla="*/ 2839720 w 2890520"/>
                    <a:gd name="connsiteY153" fmla="*/ 1168400 h 3434080"/>
                    <a:gd name="connsiteX154" fmla="*/ 2890520 w 2890520"/>
                    <a:gd name="connsiteY154" fmla="*/ 1122680 h 3434080"/>
                    <a:gd name="connsiteX155" fmla="*/ 2839720 w 2890520"/>
                    <a:gd name="connsiteY155" fmla="*/ 1066800 h 3434080"/>
                    <a:gd name="connsiteX156" fmla="*/ 2829560 w 2890520"/>
                    <a:gd name="connsiteY156" fmla="*/ 960120 h 3434080"/>
                    <a:gd name="connsiteX157" fmla="*/ 2819400 w 2890520"/>
                    <a:gd name="connsiteY157" fmla="*/ 914400 h 3434080"/>
                    <a:gd name="connsiteX158" fmla="*/ 2824480 w 2890520"/>
                    <a:gd name="connsiteY158" fmla="*/ 812800 h 3434080"/>
                    <a:gd name="connsiteX159" fmla="*/ 2814320 w 2890520"/>
                    <a:gd name="connsiteY159" fmla="*/ 762000 h 3434080"/>
                    <a:gd name="connsiteX160" fmla="*/ 2758440 w 2890520"/>
                    <a:gd name="connsiteY160" fmla="*/ 741680 h 3434080"/>
                    <a:gd name="connsiteX161" fmla="*/ 2677160 w 2890520"/>
                    <a:gd name="connsiteY161" fmla="*/ 711200 h 3434080"/>
                    <a:gd name="connsiteX162" fmla="*/ 2621280 w 2890520"/>
                    <a:gd name="connsiteY162" fmla="*/ 665480 h 3434080"/>
                    <a:gd name="connsiteX163" fmla="*/ 2555240 w 2890520"/>
                    <a:gd name="connsiteY163" fmla="*/ 568960 h 3434080"/>
                    <a:gd name="connsiteX164" fmla="*/ 2524760 w 2890520"/>
                    <a:gd name="connsiteY164" fmla="*/ 513080 h 3434080"/>
                    <a:gd name="connsiteX165" fmla="*/ 2473960 w 2890520"/>
                    <a:gd name="connsiteY165" fmla="*/ 452120 h 3434080"/>
                    <a:gd name="connsiteX166" fmla="*/ 2443480 w 2890520"/>
                    <a:gd name="connsiteY166" fmla="*/ 406400 h 3434080"/>
                    <a:gd name="connsiteX167" fmla="*/ 2438400 w 2890520"/>
                    <a:gd name="connsiteY167" fmla="*/ 381000 h 3434080"/>
                    <a:gd name="connsiteX168" fmla="*/ 2443480 w 2890520"/>
                    <a:gd name="connsiteY168" fmla="*/ 309880 h 3434080"/>
                    <a:gd name="connsiteX169" fmla="*/ 2443480 w 2890520"/>
                    <a:gd name="connsiteY169" fmla="*/ 248920 h 3434080"/>
                    <a:gd name="connsiteX170" fmla="*/ 2413000 w 2890520"/>
                    <a:gd name="connsiteY170" fmla="*/ 223520 h 3434080"/>
                    <a:gd name="connsiteX171" fmla="*/ 2367280 w 2890520"/>
                    <a:gd name="connsiteY171" fmla="*/ 223520 h 3434080"/>
                    <a:gd name="connsiteX172" fmla="*/ 2311400 w 2890520"/>
                    <a:gd name="connsiteY172" fmla="*/ 213360 h 3434080"/>
                    <a:gd name="connsiteX173" fmla="*/ 2260600 w 2890520"/>
                    <a:gd name="connsiteY173" fmla="*/ 208280 h 3434080"/>
                    <a:gd name="connsiteX174" fmla="*/ 2199640 w 2890520"/>
                    <a:gd name="connsiteY174" fmla="*/ 116840 h 3434080"/>
                    <a:gd name="connsiteX175" fmla="*/ 2113280 w 2890520"/>
                    <a:gd name="connsiteY175" fmla="*/ 45720 h 3434080"/>
                    <a:gd name="connsiteX176" fmla="*/ 2072640 w 2890520"/>
                    <a:gd name="connsiteY176" fmla="*/ 15240 h 3434080"/>
                    <a:gd name="connsiteX177" fmla="*/ 2032000 w 2890520"/>
                    <a:gd name="connsiteY177" fmla="*/ 0 h 3434080"/>
                    <a:gd name="connsiteX178" fmla="*/ 1981200 w 2890520"/>
                    <a:gd name="connsiteY178" fmla="*/ 55880 h 3434080"/>
                    <a:gd name="connsiteX0" fmla="*/ 1981200 w 2871470"/>
                    <a:gd name="connsiteY0" fmla="*/ 55880 h 3434080"/>
                    <a:gd name="connsiteX1" fmla="*/ 1899920 w 2871470"/>
                    <a:gd name="connsiteY1" fmla="*/ 127000 h 3434080"/>
                    <a:gd name="connsiteX2" fmla="*/ 1854200 w 2871470"/>
                    <a:gd name="connsiteY2" fmla="*/ 162560 h 3434080"/>
                    <a:gd name="connsiteX3" fmla="*/ 1798320 w 2871470"/>
                    <a:gd name="connsiteY3" fmla="*/ 198120 h 3434080"/>
                    <a:gd name="connsiteX4" fmla="*/ 1747520 w 2871470"/>
                    <a:gd name="connsiteY4" fmla="*/ 223520 h 3434080"/>
                    <a:gd name="connsiteX5" fmla="*/ 1732280 w 2871470"/>
                    <a:gd name="connsiteY5" fmla="*/ 274320 h 3434080"/>
                    <a:gd name="connsiteX6" fmla="*/ 1691640 w 2871470"/>
                    <a:gd name="connsiteY6" fmla="*/ 355600 h 3434080"/>
                    <a:gd name="connsiteX7" fmla="*/ 1676400 w 2871470"/>
                    <a:gd name="connsiteY7" fmla="*/ 391160 h 3434080"/>
                    <a:gd name="connsiteX8" fmla="*/ 1645920 w 2871470"/>
                    <a:gd name="connsiteY8" fmla="*/ 416560 h 3434080"/>
                    <a:gd name="connsiteX9" fmla="*/ 1564640 w 2871470"/>
                    <a:gd name="connsiteY9" fmla="*/ 421640 h 3434080"/>
                    <a:gd name="connsiteX10" fmla="*/ 1488440 w 2871470"/>
                    <a:gd name="connsiteY10" fmla="*/ 411480 h 3434080"/>
                    <a:gd name="connsiteX11" fmla="*/ 1432560 w 2871470"/>
                    <a:gd name="connsiteY11" fmla="*/ 416560 h 3434080"/>
                    <a:gd name="connsiteX12" fmla="*/ 1386840 w 2871470"/>
                    <a:gd name="connsiteY12" fmla="*/ 452120 h 3434080"/>
                    <a:gd name="connsiteX13" fmla="*/ 1259840 w 2871470"/>
                    <a:gd name="connsiteY13" fmla="*/ 548640 h 3434080"/>
                    <a:gd name="connsiteX14" fmla="*/ 1137920 w 2871470"/>
                    <a:gd name="connsiteY14" fmla="*/ 614680 h 3434080"/>
                    <a:gd name="connsiteX15" fmla="*/ 1031240 w 2871470"/>
                    <a:gd name="connsiteY15" fmla="*/ 665480 h 3434080"/>
                    <a:gd name="connsiteX16" fmla="*/ 975360 w 2871470"/>
                    <a:gd name="connsiteY16" fmla="*/ 701040 h 3434080"/>
                    <a:gd name="connsiteX17" fmla="*/ 929640 w 2871470"/>
                    <a:gd name="connsiteY17" fmla="*/ 721360 h 3434080"/>
                    <a:gd name="connsiteX18" fmla="*/ 939800 w 2871470"/>
                    <a:gd name="connsiteY18" fmla="*/ 817880 h 3434080"/>
                    <a:gd name="connsiteX19" fmla="*/ 955040 w 2871470"/>
                    <a:gd name="connsiteY19" fmla="*/ 863600 h 3434080"/>
                    <a:gd name="connsiteX20" fmla="*/ 980440 w 2871470"/>
                    <a:gd name="connsiteY20" fmla="*/ 904240 h 3434080"/>
                    <a:gd name="connsiteX21" fmla="*/ 975360 w 2871470"/>
                    <a:gd name="connsiteY21" fmla="*/ 980440 h 3434080"/>
                    <a:gd name="connsiteX22" fmla="*/ 990600 w 2871470"/>
                    <a:gd name="connsiteY22" fmla="*/ 1021080 h 3434080"/>
                    <a:gd name="connsiteX23" fmla="*/ 990600 w 2871470"/>
                    <a:gd name="connsiteY23" fmla="*/ 1066800 h 3434080"/>
                    <a:gd name="connsiteX24" fmla="*/ 960120 w 2871470"/>
                    <a:gd name="connsiteY24" fmla="*/ 1087120 h 3434080"/>
                    <a:gd name="connsiteX25" fmla="*/ 914400 w 2871470"/>
                    <a:gd name="connsiteY25" fmla="*/ 1087120 h 3434080"/>
                    <a:gd name="connsiteX26" fmla="*/ 894080 w 2871470"/>
                    <a:gd name="connsiteY26" fmla="*/ 1061720 h 3434080"/>
                    <a:gd name="connsiteX27" fmla="*/ 843280 w 2871470"/>
                    <a:gd name="connsiteY27" fmla="*/ 1046480 h 3434080"/>
                    <a:gd name="connsiteX28" fmla="*/ 777240 w 2871470"/>
                    <a:gd name="connsiteY28" fmla="*/ 1046480 h 3434080"/>
                    <a:gd name="connsiteX29" fmla="*/ 777240 w 2871470"/>
                    <a:gd name="connsiteY29" fmla="*/ 1046480 h 3434080"/>
                    <a:gd name="connsiteX30" fmla="*/ 756920 w 2871470"/>
                    <a:gd name="connsiteY30" fmla="*/ 1117600 h 3434080"/>
                    <a:gd name="connsiteX31" fmla="*/ 726440 w 2871470"/>
                    <a:gd name="connsiteY31" fmla="*/ 1148080 h 3434080"/>
                    <a:gd name="connsiteX32" fmla="*/ 716280 w 2871470"/>
                    <a:gd name="connsiteY32" fmla="*/ 1183640 h 3434080"/>
                    <a:gd name="connsiteX33" fmla="*/ 736600 w 2871470"/>
                    <a:gd name="connsiteY33" fmla="*/ 1209040 h 3434080"/>
                    <a:gd name="connsiteX34" fmla="*/ 817880 w 2871470"/>
                    <a:gd name="connsiteY34" fmla="*/ 1285240 h 3434080"/>
                    <a:gd name="connsiteX35" fmla="*/ 833120 w 2871470"/>
                    <a:gd name="connsiteY35" fmla="*/ 1341120 h 3434080"/>
                    <a:gd name="connsiteX36" fmla="*/ 817880 w 2871470"/>
                    <a:gd name="connsiteY36" fmla="*/ 1397000 h 3434080"/>
                    <a:gd name="connsiteX37" fmla="*/ 782320 w 2871470"/>
                    <a:gd name="connsiteY37" fmla="*/ 1483360 h 3434080"/>
                    <a:gd name="connsiteX38" fmla="*/ 756920 w 2871470"/>
                    <a:gd name="connsiteY38" fmla="*/ 1549400 h 3434080"/>
                    <a:gd name="connsiteX39" fmla="*/ 746760 w 2871470"/>
                    <a:gd name="connsiteY39" fmla="*/ 1615440 h 3434080"/>
                    <a:gd name="connsiteX40" fmla="*/ 685800 w 2871470"/>
                    <a:gd name="connsiteY40" fmla="*/ 1686560 h 3434080"/>
                    <a:gd name="connsiteX41" fmla="*/ 650240 w 2871470"/>
                    <a:gd name="connsiteY41" fmla="*/ 1742440 h 3434080"/>
                    <a:gd name="connsiteX42" fmla="*/ 629920 w 2871470"/>
                    <a:gd name="connsiteY42" fmla="*/ 1828800 h 3434080"/>
                    <a:gd name="connsiteX43" fmla="*/ 640080 w 2871470"/>
                    <a:gd name="connsiteY43" fmla="*/ 1981200 h 3434080"/>
                    <a:gd name="connsiteX44" fmla="*/ 640080 w 2871470"/>
                    <a:gd name="connsiteY44" fmla="*/ 2199640 h 3434080"/>
                    <a:gd name="connsiteX45" fmla="*/ 650240 w 2871470"/>
                    <a:gd name="connsiteY45" fmla="*/ 2499360 h 3434080"/>
                    <a:gd name="connsiteX46" fmla="*/ 640080 w 2871470"/>
                    <a:gd name="connsiteY46" fmla="*/ 2565400 h 3434080"/>
                    <a:gd name="connsiteX47" fmla="*/ 624840 w 2871470"/>
                    <a:gd name="connsiteY47" fmla="*/ 2616200 h 3434080"/>
                    <a:gd name="connsiteX48" fmla="*/ 624840 w 2871470"/>
                    <a:gd name="connsiteY48" fmla="*/ 2667000 h 3434080"/>
                    <a:gd name="connsiteX49" fmla="*/ 609600 w 2871470"/>
                    <a:gd name="connsiteY49" fmla="*/ 2753360 h 3434080"/>
                    <a:gd name="connsiteX50" fmla="*/ 584200 w 2871470"/>
                    <a:gd name="connsiteY50" fmla="*/ 2799080 h 3434080"/>
                    <a:gd name="connsiteX51" fmla="*/ 528320 w 2871470"/>
                    <a:gd name="connsiteY51" fmla="*/ 2814320 h 3434080"/>
                    <a:gd name="connsiteX52" fmla="*/ 462280 w 2871470"/>
                    <a:gd name="connsiteY52" fmla="*/ 2824480 h 3434080"/>
                    <a:gd name="connsiteX53" fmla="*/ 391160 w 2871470"/>
                    <a:gd name="connsiteY53" fmla="*/ 2824480 h 3434080"/>
                    <a:gd name="connsiteX54" fmla="*/ 335280 w 2871470"/>
                    <a:gd name="connsiteY54" fmla="*/ 2844800 h 3434080"/>
                    <a:gd name="connsiteX55" fmla="*/ 264160 w 2871470"/>
                    <a:gd name="connsiteY55" fmla="*/ 2854960 h 3434080"/>
                    <a:gd name="connsiteX56" fmla="*/ 213360 w 2871470"/>
                    <a:gd name="connsiteY56" fmla="*/ 2860040 h 3434080"/>
                    <a:gd name="connsiteX57" fmla="*/ 213360 w 2871470"/>
                    <a:gd name="connsiteY57" fmla="*/ 2860040 h 3434080"/>
                    <a:gd name="connsiteX58" fmla="*/ 167640 w 2871470"/>
                    <a:gd name="connsiteY58" fmla="*/ 2804160 h 3434080"/>
                    <a:gd name="connsiteX59" fmla="*/ 142240 w 2871470"/>
                    <a:gd name="connsiteY59" fmla="*/ 2753360 h 3434080"/>
                    <a:gd name="connsiteX60" fmla="*/ 142240 w 2871470"/>
                    <a:gd name="connsiteY60" fmla="*/ 2753360 h 3434080"/>
                    <a:gd name="connsiteX61" fmla="*/ 96520 w 2871470"/>
                    <a:gd name="connsiteY61" fmla="*/ 2743200 h 3434080"/>
                    <a:gd name="connsiteX62" fmla="*/ 55880 w 2871470"/>
                    <a:gd name="connsiteY62" fmla="*/ 2783840 h 3434080"/>
                    <a:gd name="connsiteX63" fmla="*/ 0 w 2871470"/>
                    <a:gd name="connsiteY63" fmla="*/ 2844800 h 3434080"/>
                    <a:gd name="connsiteX64" fmla="*/ 15240 w 2871470"/>
                    <a:gd name="connsiteY64" fmla="*/ 2880360 h 3434080"/>
                    <a:gd name="connsiteX65" fmla="*/ 55880 w 2871470"/>
                    <a:gd name="connsiteY65" fmla="*/ 2905760 h 3434080"/>
                    <a:gd name="connsiteX66" fmla="*/ 91440 w 2871470"/>
                    <a:gd name="connsiteY66" fmla="*/ 2946400 h 3434080"/>
                    <a:gd name="connsiteX67" fmla="*/ 142240 w 2871470"/>
                    <a:gd name="connsiteY67" fmla="*/ 2976880 h 3434080"/>
                    <a:gd name="connsiteX68" fmla="*/ 193040 w 2871470"/>
                    <a:gd name="connsiteY68" fmla="*/ 3007360 h 3434080"/>
                    <a:gd name="connsiteX69" fmla="*/ 269240 w 2871470"/>
                    <a:gd name="connsiteY69" fmla="*/ 3058160 h 3434080"/>
                    <a:gd name="connsiteX70" fmla="*/ 335280 w 2871470"/>
                    <a:gd name="connsiteY70" fmla="*/ 3139440 h 3434080"/>
                    <a:gd name="connsiteX71" fmla="*/ 426720 w 2871470"/>
                    <a:gd name="connsiteY71" fmla="*/ 3225800 h 3434080"/>
                    <a:gd name="connsiteX72" fmla="*/ 467360 w 2871470"/>
                    <a:gd name="connsiteY72" fmla="*/ 3276600 h 3434080"/>
                    <a:gd name="connsiteX73" fmla="*/ 523240 w 2871470"/>
                    <a:gd name="connsiteY73" fmla="*/ 3291840 h 3434080"/>
                    <a:gd name="connsiteX74" fmla="*/ 589280 w 2871470"/>
                    <a:gd name="connsiteY74" fmla="*/ 3383280 h 3434080"/>
                    <a:gd name="connsiteX75" fmla="*/ 589280 w 2871470"/>
                    <a:gd name="connsiteY75" fmla="*/ 3383280 h 3434080"/>
                    <a:gd name="connsiteX76" fmla="*/ 650240 w 2871470"/>
                    <a:gd name="connsiteY76" fmla="*/ 3434080 h 3434080"/>
                    <a:gd name="connsiteX77" fmla="*/ 690880 w 2871470"/>
                    <a:gd name="connsiteY77" fmla="*/ 3378200 h 3434080"/>
                    <a:gd name="connsiteX78" fmla="*/ 741680 w 2871470"/>
                    <a:gd name="connsiteY78" fmla="*/ 3286760 h 3434080"/>
                    <a:gd name="connsiteX79" fmla="*/ 777240 w 2871470"/>
                    <a:gd name="connsiteY79" fmla="*/ 3246120 h 3434080"/>
                    <a:gd name="connsiteX80" fmla="*/ 812800 w 2871470"/>
                    <a:gd name="connsiteY80" fmla="*/ 3225800 h 3434080"/>
                    <a:gd name="connsiteX81" fmla="*/ 868680 w 2871470"/>
                    <a:gd name="connsiteY81" fmla="*/ 3185160 h 3434080"/>
                    <a:gd name="connsiteX82" fmla="*/ 899160 w 2871470"/>
                    <a:gd name="connsiteY82" fmla="*/ 3134360 h 3434080"/>
                    <a:gd name="connsiteX83" fmla="*/ 894080 w 2871470"/>
                    <a:gd name="connsiteY83" fmla="*/ 3078480 h 3434080"/>
                    <a:gd name="connsiteX84" fmla="*/ 894080 w 2871470"/>
                    <a:gd name="connsiteY84" fmla="*/ 3032760 h 3434080"/>
                    <a:gd name="connsiteX85" fmla="*/ 939800 w 2871470"/>
                    <a:gd name="connsiteY85" fmla="*/ 2971800 h 3434080"/>
                    <a:gd name="connsiteX86" fmla="*/ 980440 w 2871470"/>
                    <a:gd name="connsiteY86" fmla="*/ 2951480 h 3434080"/>
                    <a:gd name="connsiteX87" fmla="*/ 980440 w 2871470"/>
                    <a:gd name="connsiteY87" fmla="*/ 2951480 h 3434080"/>
                    <a:gd name="connsiteX88" fmla="*/ 1076960 w 2871470"/>
                    <a:gd name="connsiteY88" fmla="*/ 2961640 h 3434080"/>
                    <a:gd name="connsiteX89" fmla="*/ 1143000 w 2871470"/>
                    <a:gd name="connsiteY89" fmla="*/ 2981960 h 3434080"/>
                    <a:gd name="connsiteX90" fmla="*/ 1168400 w 2871470"/>
                    <a:gd name="connsiteY90" fmla="*/ 3012440 h 3434080"/>
                    <a:gd name="connsiteX91" fmla="*/ 1158240 w 2871470"/>
                    <a:gd name="connsiteY91" fmla="*/ 3042920 h 3434080"/>
                    <a:gd name="connsiteX92" fmla="*/ 1132840 w 2871470"/>
                    <a:gd name="connsiteY92" fmla="*/ 3058160 h 3434080"/>
                    <a:gd name="connsiteX93" fmla="*/ 1127760 w 2871470"/>
                    <a:gd name="connsiteY93" fmla="*/ 3088640 h 3434080"/>
                    <a:gd name="connsiteX94" fmla="*/ 1153160 w 2871470"/>
                    <a:gd name="connsiteY94" fmla="*/ 3129280 h 3434080"/>
                    <a:gd name="connsiteX95" fmla="*/ 1188720 w 2871470"/>
                    <a:gd name="connsiteY95" fmla="*/ 3154680 h 3434080"/>
                    <a:gd name="connsiteX96" fmla="*/ 1224280 w 2871470"/>
                    <a:gd name="connsiteY96" fmla="*/ 3139440 h 3434080"/>
                    <a:gd name="connsiteX97" fmla="*/ 1249680 w 2871470"/>
                    <a:gd name="connsiteY97" fmla="*/ 3154680 h 3434080"/>
                    <a:gd name="connsiteX98" fmla="*/ 1295400 w 2871470"/>
                    <a:gd name="connsiteY98" fmla="*/ 3114040 h 3434080"/>
                    <a:gd name="connsiteX99" fmla="*/ 1305560 w 2871470"/>
                    <a:gd name="connsiteY99" fmla="*/ 3063240 h 3434080"/>
                    <a:gd name="connsiteX100" fmla="*/ 1315720 w 2871470"/>
                    <a:gd name="connsiteY100" fmla="*/ 3022600 h 3434080"/>
                    <a:gd name="connsiteX101" fmla="*/ 1330960 w 2871470"/>
                    <a:gd name="connsiteY101" fmla="*/ 2997200 h 3434080"/>
                    <a:gd name="connsiteX102" fmla="*/ 1366520 w 2871470"/>
                    <a:gd name="connsiteY102" fmla="*/ 3007360 h 3434080"/>
                    <a:gd name="connsiteX103" fmla="*/ 1407160 w 2871470"/>
                    <a:gd name="connsiteY103" fmla="*/ 3007360 h 3434080"/>
                    <a:gd name="connsiteX104" fmla="*/ 1422400 w 2871470"/>
                    <a:gd name="connsiteY104" fmla="*/ 2961640 h 3434080"/>
                    <a:gd name="connsiteX105" fmla="*/ 1417320 w 2871470"/>
                    <a:gd name="connsiteY105" fmla="*/ 2895600 h 3434080"/>
                    <a:gd name="connsiteX106" fmla="*/ 1447800 w 2871470"/>
                    <a:gd name="connsiteY106" fmla="*/ 2799080 h 3434080"/>
                    <a:gd name="connsiteX107" fmla="*/ 1493520 w 2871470"/>
                    <a:gd name="connsiteY107" fmla="*/ 2738120 h 3434080"/>
                    <a:gd name="connsiteX108" fmla="*/ 1534160 w 2871470"/>
                    <a:gd name="connsiteY108" fmla="*/ 2687320 h 3434080"/>
                    <a:gd name="connsiteX109" fmla="*/ 1584960 w 2871470"/>
                    <a:gd name="connsiteY109" fmla="*/ 2672080 h 3434080"/>
                    <a:gd name="connsiteX110" fmla="*/ 1661160 w 2871470"/>
                    <a:gd name="connsiteY110" fmla="*/ 2606040 h 3434080"/>
                    <a:gd name="connsiteX111" fmla="*/ 1711960 w 2871470"/>
                    <a:gd name="connsiteY111" fmla="*/ 2565400 h 3434080"/>
                    <a:gd name="connsiteX112" fmla="*/ 1772920 w 2871470"/>
                    <a:gd name="connsiteY112" fmla="*/ 2555240 h 3434080"/>
                    <a:gd name="connsiteX113" fmla="*/ 1823720 w 2871470"/>
                    <a:gd name="connsiteY113" fmla="*/ 2575560 h 3434080"/>
                    <a:gd name="connsiteX114" fmla="*/ 1864360 w 2871470"/>
                    <a:gd name="connsiteY114" fmla="*/ 2550160 h 3434080"/>
                    <a:gd name="connsiteX115" fmla="*/ 1879600 w 2871470"/>
                    <a:gd name="connsiteY115" fmla="*/ 2484120 h 3434080"/>
                    <a:gd name="connsiteX116" fmla="*/ 1869440 w 2871470"/>
                    <a:gd name="connsiteY116" fmla="*/ 2418080 h 3434080"/>
                    <a:gd name="connsiteX117" fmla="*/ 1833880 w 2871470"/>
                    <a:gd name="connsiteY117" fmla="*/ 2387600 h 3434080"/>
                    <a:gd name="connsiteX118" fmla="*/ 1833880 w 2871470"/>
                    <a:gd name="connsiteY118" fmla="*/ 2346960 h 3434080"/>
                    <a:gd name="connsiteX119" fmla="*/ 1869440 w 2871470"/>
                    <a:gd name="connsiteY119" fmla="*/ 2311400 h 3434080"/>
                    <a:gd name="connsiteX120" fmla="*/ 1899920 w 2871470"/>
                    <a:gd name="connsiteY120" fmla="*/ 2270760 h 3434080"/>
                    <a:gd name="connsiteX121" fmla="*/ 1935480 w 2871470"/>
                    <a:gd name="connsiteY121" fmla="*/ 2270760 h 3434080"/>
                    <a:gd name="connsiteX122" fmla="*/ 1991360 w 2871470"/>
                    <a:gd name="connsiteY122" fmla="*/ 2260600 h 3434080"/>
                    <a:gd name="connsiteX123" fmla="*/ 2016760 w 2871470"/>
                    <a:gd name="connsiteY123" fmla="*/ 2219960 h 3434080"/>
                    <a:gd name="connsiteX124" fmla="*/ 2026920 w 2871470"/>
                    <a:gd name="connsiteY124" fmla="*/ 2179320 h 3434080"/>
                    <a:gd name="connsiteX125" fmla="*/ 2052320 w 2871470"/>
                    <a:gd name="connsiteY125" fmla="*/ 2138680 h 3434080"/>
                    <a:gd name="connsiteX126" fmla="*/ 2098040 w 2871470"/>
                    <a:gd name="connsiteY126" fmla="*/ 2133600 h 3434080"/>
                    <a:gd name="connsiteX127" fmla="*/ 2133600 w 2871470"/>
                    <a:gd name="connsiteY127" fmla="*/ 2148840 h 3434080"/>
                    <a:gd name="connsiteX128" fmla="*/ 2189480 w 2871470"/>
                    <a:gd name="connsiteY128" fmla="*/ 2133600 h 3434080"/>
                    <a:gd name="connsiteX129" fmla="*/ 2189480 w 2871470"/>
                    <a:gd name="connsiteY129" fmla="*/ 2077720 h 3434080"/>
                    <a:gd name="connsiteX130" fmla="*/ 2174240 w 2871470"/>
                    <a:gd name="connsiteY130" fmla="*/ 2047240 h 3434080"/>
                    <a:gd name="connsiteX131" fmla="*/ 2174240 w 2871470"/>
                    <a:gd name="connsiteY131" fmla="*/ 1905000 h 3434080"/>
                    <a:gd name="connsiteX132" fmla="*/ 2174240 w 2871470"/>
                    <a:gd name="connsiteY132" fmla="*/ 1803400 h 3434080"/>
                    <a:gd name="connsiteX133" fmla="*/ 2199640 w 2871470"/>
                    <a:gd name="connsiteY133" fmla="*/ 1747520 h 3434080"/>
                    <a:gd name="connsiteX134" fmla="*/ 2189480 w 2871470"/>
                    <a:gd name="connsiteY134" fmla="*/ 1691640 h 3434080"/>
                    <a:gd name="connsiteX135" fmla="*/ 2159000 w 2871470"/>
                    <a:gd name="connsiteY135" fmla="*/ 1600200 h 3434080"/>
                    <a:gd name="connsiteX136" fmla="*/ 2159000 w 2871470"/>
                    <a:gd name="connsiteY136" fmla="*/ 1534160 h 3434080"/>
                    <a:gd name="connsiteX137" fmla="*/ 2169160 w 2871470"/>
                    <a:gd name="connsiteY137" fmla="*/ 1468120 h 3434080"/>
                    <a:gd name="connsiteX138" fmla="*/ 2209800 w 2871470"/>
                    <a:gd name="connsiteY138" fmla="*/ 1407160 h 3434080"/>
                    <a:gd name="connsiteX139" fmla="*/ 2240280 w 2871470"/>
                    <a:gd name="connsiteY139" fmla="*/ 1381760 h 3434080"/>
                    <a:gd name="connsiteX140" fmla="*/ 2291080 w 2871470"/>
                    <a:gd name="connsiteY140" fmla="*/ 1381760 h 3434080"/>
                    <a:gd name="connsiteX141" fmla="*/ 2321560 w 2871470"/>
                    <a:gd name="connsiteY141" fmla="*/ 1417320 h 3434080"/>
                    <a:gd name="connsiteX142" fmla="*/ 2367280 w 2871470"/>
                    <a:gd name="connsiteY142" fmla="*/ 1427480 h 3434080"/>
                    <a:gd name="connsiteX143" fmla="*/ 2438400 w 2871470"/>
                    <a:gd name="connsiteY143" fmla="*/ 1427480 h 3434080"/>
                    <a:gd name="connsiteX144" fmla="*/ 2453640 w 2871470"/>
                    <a:gd name="connsiteY144" fmla="*/ 1381760 h 3434080"/>
                    <a:gd name="connsiteX145" fmla="*/ 2438400 w 2871470"/>
                    <a:gd name="connsiteY145" fmla="*/ 1361440 h 3434080"/>
                    <a:gd name="connsiteX146" fmla="*/ 2458720 w 2871470"/>
                    <a:gd name="connsiteY146" fmla="*/ 1290320 h 3434080"/>
                    <a:gd name="connsiteX147" fmla="*/ 2524760 w 2871470"/>
                    <a:gd name="connsiteY147" fmla="*/ 1229360 h 3434080"/>
                    <a:gd name="connsiteX148" fmla="*/ 2580640 w 2871470"/>
                    <a:gd name="connsiteY148" fmla="*/ 1198880 h 3434080"/>
                    <a:gd name="connsiteX149" fmla="*/ 2636520 w 2871470"/>
                    <a:gd name="connsiteY149" fmla="*/ 1214120 h 3434080"/>
                    <a:gd name="connsiteX150" fmla="*/ 2677160 w 2871470"/>
                    <a:gd name="connsiteY150" fmla="*/ 1203960 h 3434080"/>
                    <a:gd name="connsiteX151" fmla="*/ 2733040 w 2871470"/>
                    <a:gd name="connsiteY151" fmla="*/ 1229360 h 3434080"/>
                    <a:gd name="connsiteX152" fmla="*/ 2783840 w 2871470"/>
                    <a:gd name="connsiteY152" fmla="*/ 1224280 h 3434080"/>
                    <a:gd name="connsiteX153" fmla="*/ 2839720 w 2871470"/>
                    <a:gd name="connsiteY153" fmla="*/ 1168400 h 3434080"/>
                    <a:gd name="connsiteX154" fmla="*/ 2871470 w 2871470"/>
                    <a:gd name="connsiteY154" fmla="*/ 1118870 h 3434080"/>
                    <a:gd name="connsiteX155" fmla="*/ 2839720 w 2871470"/>
                    <a:gd name="connsiteY155" fmla="*/ 1066800 h 3434080"/>
                    <a:gd name="connsiteX156" fmla="*/ 2829560 w 2871470"/>
                    <a:gd name="connsiteY156" fmla="*/ 960120 h 3434080"/>
                    <a:gd name="connsiteX157" fmla="*/ 2819400 w 2871470"/>
                    <a:gd name="connsiteY157" fmla="*/ 914400 h 3434080"/>
                    <a:gd name="connsiteX158" fmla="*/ 2824480 w 2871470"/>
                    <a:gd name="connsiteY158" fmla="*/ 812800 h 3434080"/>
                    <a:gd name="connsiteX159" fmla="*/ 2814320 w 2871470"/>
                    <a:gd name="connsiteY159" fmla="*/ 762000 h 3434080"/>
                    <a:gd name="connsiteX160" fmla="*/ 2758440 w 2871470"/>
                    <a:gd name="connsiteY160" fmla="*/ 741680 h 3434080"/>
                    <a:gd name="connsiteX161" fmla="*/ 2677160 w 2871470"/>
                    <a:gd name="connsiteY161" fmla="*/ 711200 h 3434080"/>
                    <a:gd name="connsiteX162" fmla="*/ 2621280 w 2871470"/>
                    <a:gd name="connsiteY162" fmla="*/ 665480 h 3434080"/>
                    <a:gd name="connsiteX163" fmla="*/ 2555240 w 2871470"/>
                    <a:gd name="connsiteY163" fmla="*/ 568960 h 3434080"/>
                    <a:gd name="connsiteX164" fmla="*/ 2524760 w 2871470"/>
                    <a:gd name="connsiteY164" fmla="*/ 513080 h 3434080"/>
                    <a:gd name="connsiteX165" fmla="*/ 2473960 w 2871470"/>
                    <a:gd name="connsiteY165" fmla="*/ 452120 h 3434080"/>
                    <a:gd name="connsiteX166" fmla="*/ 2443480 w 2871470"/>
                    <a:gd name="connsiteY166" fmla="*/ 406400 h 3434080"/>
                    <a:gd name="connsiteX167" fmla="*/ 2438400 w 2871470"/>
                    <a:gd name="connsiteY167" fmla="*/ 381000 h 3434080"/>
                    <a:gd name="connsiteX168" fmla="*/ 2443480 w 2871470"/>
                    <a:gd name="connsiteY168" fmla="*/ 309880 h 3434080"/>
                    <a:gd name="connsiteX169" fmla="*/ 2443480 w 2871470"/>
                    <a:gd name="connsiteY169" fmla="*/ 248920 h 3434080"/>
                    <a:gd name="connsiteX170" fmla="*/ 2413000 w 2871470"/>
                    <a:gd name="connsiteY170" fmla="*/ 223520 h 3434080"/>
                    <a:gd name="connsiteX171" fmla="*/ 2367280 w 2871470"/>
                    <a:gd name="connsiteY171" fmla="*/ 223520 h 3434080"/>
                    <a:gd name="connsiteX172" fmla="*/ 2311400 w 2871470"/>
                    <a:gd name="connsiteY172" fmla="*/ 213360 h 3434080"/>
                    <a:gd name="connsiteX173" fmla="*/ 2260600 w 2871470"/>
                    <a:gd name="connsiteY173" fmla="*/ 208280 h 3434080"/>
                    <a:gd name="connsiteX174" fmla="*/ 2199640 w 2871470"/>
                    <a:gd name="connsiteY174" fmla="*/ 116840 h 3434080"/>
                    <a:gd name="connsiteX175" fmla="*/ 2113280 w 2871470"/>
                    <a:gd name="connsiteY175" fmla="*/ 45720 h 3434080"/>
                    <a:gd name="connsiteX176" fmla="*/ 2072640 w 2871470"/>
                    <a:gd name="connsiteY176" fmla="*/ 15240 h 3434080"/>
                    <a:gd name="connsiteX177" fmla="*/ 2032000 w 2871470"/>
                    <a:gd name="connsiteY177" fmla="*/ 0 h 3434080"/>
                    <a:gd name="connsiteX178" fmla="*/ 1981200 w 2871470"/>
                    <a:gd name="connsiteY178" fmla="*/ 55880 h 343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2871470" h="3434080">
                      <a:moveTo>
                        <a:pt x="1981200" y="55880"/>
                      </a:moveTo>
                      <a:lnTo>
                        <a:pt x="1899920" y="127000"/>
                      </a:lnTo>
                      <a:lnTo>
                        <a:pt x="1854200" y="162560"/>
                      </a:lnTo>
                      <a:lnTo>
                        <a:pt x="1798320" y="198120"/>
                      </a:lnTo>
                      <a:lnTo>
                        <a:pt x="1747520" y="223520"/>
                      </a:lnTo>
                      <a:lnTo>
                        <a:pt x="1732280" y="274320"/>
                      </a:lnTo>
                      <a:lnTo>
                        <a:pt x="1691640" y="355600"/>
                      </a:lnTo>
                      <a:lnTo>
                        <a:pt x="1676400" y="391160"/>
                      </a:lnTo>
                      <a:lnTo>
                        <a:pt x="1645920" y="416560"/>
                      </a:lnTo>
                      <a:lnTo>
                        <a:pt x="1564640" y="421640"/>
                      </a:lnTo>
                      <a:lnTo>
                        <a:pt x="1488440" y="411480"/>
                      </a:lnTo>
                      <a:lnTo>
                        <a:pt x="1432560" y="416560"/>
                      </a:lnTo>
                      <a:lnTo>
                        <a:pt x="1386840" y="452120"/>
                      </a:lnTo>
                      <a:lnTo>
                        <a:pt x="1259840" y="548640"/>
                      </a:lnTo>
                      <a:lnTo>
                        <a:pt x="1137920" y="614680"/>
                      </a:lnTo>
                      <a:lnTo>
                        <a:pt x="1031240" y="665480"/>
                      </a:lnTo>
                      <a:lnTo>
                        <a:pt x="975360" y="701040"/>
                      </a:lnTo>
                      <a:lnTo>
                        <a:pt x="929640" y="721360"/>
                      </a:lnTo>
                      <a:lnTo>
                        <a:pt x="939800" y="817880"/>
                      </a:lnTo>
                      <a:lnTo>
                        <a:pt x="955040" y="863600"/>
                      </a:lnTo>
                      <a:lnTo>
                        <a:pt x="980440" y="904240"/>
                      </a:lnTo>
                      <a:lnTo>
                        <a:pt x="975360" y="980440"/>
                      </a:lnTo>
                      <a:lnTo>
                        <a:pt x="990600" y="1021080"/>
                      </a:lnTo>
                      <a:lnTo>
                        <a:pt x="990600" y="1066800"/>
                      </a:lnTo>
                      <a:lnTo>
                        <a:pt x="960120" y="1087120"/>
                      </a:lnTo>
                      <a:lnTo>
                        <a:pt x="914400" y="1087120"/>
                      </a:lnTo>
                      <a:lnTo>
                        <a:pt x="894080" y="1061720"/>
                      </a:lnTo>
                      <a:lnTo>
                        <a:pt x="843280" y="1046480"/>
                      </a:lnTo>
                      <a:lnTo>
                        <a:pt x="777240" y="1046480"/>
                      </a:lnTo>
                      <a:lnTo>
                        <a:pt x="777240" y="1046480"/>
                      </a:lnTo>
                      <a:lnTo>
                        <a:pt x="756920" y="1117600"/>
                      </a:lnTo>
                      <a:lnTo>
                        <a:pt x="726440" y="1148080"/>
                      </a:lnTo>
                      <a:lnTo>
                        <a:pt x="716280" y="1183640"/>
                      </a:lnTo>
                      <a:lnTo>
                        <a:pt x="736600" y="1209040"/>
                      </a:lnTo>
                      <a:lnTo>
                        <a:pt x="817880" y="1285240"/>
                      </a:lnTo>
                      <a:lnTo>
                        <a:pt x="833120" y="1341120"/>
                      </a:lnTo>
                      <a:lnTo>
                        <a:pt x="817880" y="1397000"/>
                      </a:lnTo>
                      <a:lnTo>
                        <a:pt x="782320" y="1483360"/>
                      </a:lnTo>
                      <a:lnTo>
                        <a:pt x="756920" y="1549400"/>
                      </a:lnTo>
                      <a:lnTo>
                        <a:pt x="746760" y="1615440"/>
                      </a:lnTo>
                      <a:lnTo>
                        <a:pt x="685800" y="1686560"/>
                      </a:lnTo>
                      <a:lnTo>
                        <a:pt x="650240" y="1742440"/>
                      </a:lnTo>
                      <a:lnTo>
                        <a:pt x="629920" y="1828800"/>
                      </a:lnTo>
                      <a:lnTo>
                        <a:pt x="640080" y="1981200"/>
                      </a:lnTo>
                      <a:lnTo>
                        <a:pt x="640080" y="2199640"/>
                      </a:lnTo>
                      <a:lnTo>
                        <a:pt x="650240" y="2499360"/>
                      </a:lnTo>
                      <a:lnTo>
                        <a:pt x="640080" y="2565400"/>
                      </a:lnTo>
                      <a:lnTo>
                        <a:pt x="624840" y="2616200"/>
                      </a:lnTo>
                      <a:lnTo>
                        <a:pt x="624840" y="2667000"/>
                      </a:lnTo>
                      <a:lnTo>
                        <a:pt x="609600" y="2753360"/>
                      </a:lnTo>
                      <a:lnTo>
                        <a:pt x="584200" y="2799080"/>
                      </a:lnTo>
                      <a:lnTo>
                        <a:pt x="528320" y="2814320"/>
                      </a:lnTo>
                      <a:lnTo>
                        <a:pt x="462280" y="2824480"/>
                      </a:lnTo>
                      <a:lnTo>
                        <a:pt x="391160" y="2824480"/>
                      </a:lnTo>
                      <a:lnTo>
                        <a:pt x="335280" y="2844800"/>
                      </a:lnTo>
                      <a:lnTo>
                        <a:pt x="264160" y="2854960"/>
                      </a:lnTo>
                      <a:lnTo>
                        <a:pt x="213360" y="2860040"/>
                      </a:lnTo>
                      <a:lnTo>
                        <a:pt x="213360" y="2860040"/>
                      </a:lnTo>
                      <a:lnTo>
                        <a:pt x="167640" y="2804160"/>
                      </a:lnTo>
                      <a:lnTo>
                        <a:pt x="142240" y="2753360"/>
                      </a:lnTo>
                      <a:lnTo>
                        <a:pt x="142240" y="2753360"/>
                      </a:lnTo>
                      <a:lnTo>
                        <a:pt x="96520" y="2743200"/>
                      </a:lnTo>
                      <a:lnTo>
                        <a:pt x="55880" y="2783840"/>
                      </a:lnTo>
                      <a:lnTo>
                        <a:pt x="0" y="2844800"/>
                      </a:lnTo>
                      <a:lnTo>
                        <a:pt x="15240" y="2880360"/>
                      </a:lnTo>
                      <a:lnTo>
                        <a:pt x="55880" y="2905760"/>
                      </a:lnTo>
                      <a:lnTo>
                        <a:pt x="91440" y="2946400"/>
                      </a:lnTo>
                      <a:lnTo>
                        <a:pt x="142240" y="2976880"/>
                      </a:lnTo>
                      <a:lnTo>
                        <a:pt x="193040" y="3007360"/>
                      </a:lnTo>
                      <a:lnTo>
                        <a:pt x="269240" y="3058160"/>
                      </a:lnTo>
                      <a:lnTo>
                        <a:pt x="335280" y="3139440"/>
                      </a:lnTo>
                      <a:lnTo>
                        <a:pt x="426720" y="3225800"/>
                      </a:lnTo>
                      <a:lnTo>
                        <a:pt x="467360" y="3276600"/>
                      </a:lnTo>
                      <a:lnTo>
                        <a:pt x="523240" y="3291840"/>
                      </a:lnTo>
                      <a:lnTo>
                        <a:pt x="589280" y="3383280"/>
                      </a:lnTo>
                      <a:lnTo>
                        <a:pt x="589280" y="3383280"/>
                      </a:lnTo>
                      <a:lnTo>
                        <a:pt x="650240" y="3434080"/>
                      </a:lnTo>
                      <a:lnTo>
                        <a:pt x="690880" y="3378200"/>
                      </a:lnTo>
                      <a:lnTo>
                        <a:pt x="741680" y="3286760"/>
                      </a:lnTo>
                      <a:lnTo>
                        <a:pt x="777240" y="3246120"/>
                      </a:lnTo>
                      <a:lnTo>
                        <a:pt x="812800" y="3225800"/>
                      </a:lnTo>
                      <a:lnTo>
                        <a:pt x="868680" y="3185160"/>
                      </a:lnTo>
                      <a:lnTo>
                        <a:pt x="899160" y="3134360"/>
                      </a:lnTo>
                      <a:lnTo>
                        <a:pt x="894080" y="3078480"/>
                      </a:lnTo>
                      <a:lnTo>
                        <a:pt x="894080" y="3032760"/>
                      </a:lnTo>
                      <a:lnTo>
                        <a:pt x="939800" y="2971800"/>
                      </a:lnTo>
                      <a:lnTo>
                        <a:pt x="980440" y="2951480"/>
                      </a:lnTo>
                      <a:lnTo>
                        <a:pt x="980440" y="2951480"/>
                      </a:lnTo>
                      <a:lnTo>
                        <a:pt x="1076960" y="2961640"/>
                      </a:lnTo>
                      <a:lnTo>
                        <a:pt x="1143000" y="2981960"/>
                      </a:lnTo>
                      <a:lnTo>
                        <a:pt x="1168400" y="3012440"/>
                      </a:lnTo>
                      <a:lnTo>
                        <a:pt x="1158240" y="3042920"/>
                      </a:lnTo>
                      <a:lnTo>
                        <a:pt x="1132840" y="3058160"/>
                      </a:lnTo>
                      <a:lnTo>
                        <a:pt x="1127760" y="3088640"/>
                      </a:lnTo>
                      <a:lnTo>
                        <a:pt x="1153160" y="3129280"/>
                      </a:lnTo>
                      <a:lnTo>
                        <a:pt x="1188720" y="3154680"/>
                      </a:lnTo>
                      <a:lnTo>
                        <a:pt x="1224280" y="3139440"/>
                      </a:lnTo>
                      <a:lnTo>
                        <a:pt x="1249680" y="3154680"/>
                      </a:lnTo>
                      <a:lnTo>
                        <a:pt x="1295400" y="3114040"/>
                      </a:lnTo>
                      <a:lnTo>
                        <a:pt x="1305560" y="3063240"/>
                      </a:lnTo>
                      <a:lnTo>
                        <a:pt x="1315720" y="3022600"/>
                      </a:lnTo>
                      <a:lnTo>
                        <a:pt x="1330960" y="2997200"/>
                      </a:lnTo>
                      <a:lnTo>
                        <a:pt x="1366520" y="3007360"/>
                      </a:lnTo>
                      <a:lnTo>
                        <a:pt x="1407160" y="3007360"/>
                      </a:lnTo>
                      <a:lnTo>
                        <a:pt x="1422400" y="2961640"/>
                      </a:lnTo>
                      <a:lnTo>
                        <a:pt x="1417320" y="2895600"/>
                      </a:lnTo>
                      <a:lnTo>
                        <a:pt x="1447800" y="2799080"/>
                      </a:lnTo>
                      <a:lnTo>
                        <a:pt x="1493520" y="2738120"/>
                      </a:lnTo>
                      <a:lnTo>
                        <a:pt x="1534160" y="2687320"/>
                      </a:lnTo>
                      <a:lnTo>
                        <a:pt x="1584960" y="2672080"/>
                      </a:lnTo>
                      <a:lnTo>
                        <a:pt x="1661160" y="2606040"/>
                      </a:lnTo>
                      <a:lnTo>
                        <a:pt x="1711960" y="2565400"/>
                      </a:lnTo>
                      <a:lnTo>
                        <a:pt x="1772920" y="2555240"/>
                      </a:lnTo>
                      <a:lnTo>
                        <a:pt x="1823720" y="2575560"/>
                      </a:lnTo>
                      <a:lnTo>
                        <a:pt x="1864360" y="2550160"/>
                      </a:lnTo>
                      <a:lnTo>
                        <a:pt x="1879600" y="2484120"/>
                      </a:lnTo>
                      <a:lnTo>
                        <a:pt x="1869440" y="2418080"/>
                      </a:lnTo>
                      <a:lnTo>
                        <a:pt x="1833880" y="2387600"/>
                      </a:lnTo>
                      <a:lnTo>
                        <a:pt x="1833880" y="2346960"/>
                      </a:lnTo>
                      <a:lnTo>
                        <a:pt x="1869440" y="2311400"/>
                      </a:lnTo>
                      <a:lnTo>
                        <a:pt x="1899920" y="2270760"/>
                      </a:lnTo>
                      <a:lnTo>
                        <a:pt x="1935480" y="2270760"/>
                      </a:lnTo>
                      <a:lnTo>
                        <a:pt x="1991360" y="2260600"/>
                      </a:lnTo>
                      <a:lnTo>
                        <a:pt x="2016760" y="2219960"/>
                      </a:lnTo>
                      <a:lnTo>
                        <a:pt x="2026920" y="2179320"/>
                      </a:lnTo>
                      <a:lnTo>
                        <a:pt x="2052320" y="2138680"/>
                      </a:lnTo>
                      <a:lnTo>
                        <a:pt x="2098040" y="2133600"/>
                      </a:lnTo>
                      <a:lnTo>
                        <a:pt x="2133600" y="2148840"/>
                      </a:lnTo>
                      <a:lnTo>
                        <a:pt x="2189480" y="2133600"/>
                      </a:lnTo>
                      <a:lnTo>
                        <a:pt x="2189480" y="2077720"/>
                      </a:lnTo>
                      <a:lnTo>
                        <a:pt x="2174240" y="2047240"/>
                      </a:lnTo>
                      <a:lnTo>
                        <a:pt x="2174240" y="1905000"/>
                      </a:lnTo>
                      <a:lnTo>
                        <a:pt x="2174240" y="1803400"/>
                      </a:lnTo>
                      <a:lnTo>
                        <a:pt x="2199640" y="1747520"/>
                      </a:lnTo>
                      <a:lnTo>
                        <a:pt x="2189480" y="1691640"/>
                      </a:lnTo>
                      <a:lnTo>
                        <a:pt x="2159000" y="1600200"/>
                      </a:lnTo>
                      <a:lnTo>
                        <a:pt x="2159000" y="1534160"/>
                      </a:lnTo>
                      <a:lnTo>
                        <a:pt x="2169160" y="1468120"/>
                      </a:lnTo>
                      <a:lnTo>
                        <a:pt x="2209800" y="1407160"/>
                      </a:lnTo>
                      <a:lnTo>
                        <a:pt x="2240280" y="1381760"/>
                      </a:lnTo>
                      <a:lnTo>
                        <a:pt x="2291080" y="1381760"/>
                      </a:lnTo>
                      <a:lnTo>
                        <a:pt x="2321560" y="1417320"/>
                      </a:lnTo>
                      <a:lnTo>
                        <a:pt x="2367280" y="1427480"/>
                      </a:lnTo>
                      <a:lnTo>
                        <a:pt x="2438400" y="1427480"/>
                      </a:lnTo>
                      <a:lnTo>
                        <a:pt x="2453640" y="1381760"/>
                      </a:lnTo>
                      <a:lnTo>
                        <a:pt x="2438400" y="1361440"/>
                      </a:lnTo>
                      <a:lnTo>
                        <a:pt x="2458720" y="1290320"/>
                      </a:lnTo>
                      <a:lnTo>
                        <a:pt x="2524760" y="1229360"/>
                      </a:lnTo>
                      <a:lnTo>
                        <a:pt x="2580640" y="1198880"/>
                      </a:lnTo>
                      <a:lnTo>
                        <a:pt x="2636520" y="1214120"/>
                      </a:lnTo>
                      <a:lnTo>
                        <a:pt x="2677160" y="1203960"/>
                      </a:lnTo>
                      <a:lnTo>
                        <a:pt x="2733040" y="1229360"/>
                      </a:lnTo>
                      <a:lnTo>
                        <a:pt x="2783840" y="1224280"/>
                      </a:lnTo>
                      <a:lnTo>
                        <a:pt x="2839720" y="1168400"/>
                      </a:lnTo>
                      <a:lnTo>
                        <a:pt x="2871470" y="1118870"/>
                      </a:lnTo>
                      <a:lnTo>
                        <a:pt x="2839720" y="1066800"/>
                      </a:lnTo>
                      <a:lnTo>
                        <a:pt x="2829560" y="960120"/>
                      </a:lnTo>
                      <a:lnTo>
                        <a:pt x="2819400" y="914400"/>
                      </a:lnTo>
                      <a:lnTo>
                        <a:pt x="2824480" y="812800"/>
                      </a:lnTo>
                      <a:lnTo>
                        <a:pt x="2814320" y="762000"/>
                      </a:lnTo>
                      <a:lnTo>
                        <a:pt x="2758440" y="741680"/>
                      </a:lnTo>
                      <a:lnTo>
                        <a:pt x="2677160" y="711200"/>
                      </a:lnTo>
                      <a:lnTo>
                        <a:pt x="2621280" y="665480"/>
                      </a:lnTo>
                      <a:lnTo>
                        <a:pt x="2555240" y="568960"/>
                      </a:lnTo>
                      <a:lnTo>
                        <a:pt x="2524760" y="513080"/>
                      </a:lnTo>
                      <a:lnTo>
                        <a:pt x="2473960" y="452120"/>
                      </a:lnTo>
                      <a:lnTo>
                        <a:pt x="2443480" y="406400"/>
                      </a:lnTo>
                      <a:lnTo>
                        <a:pt x="2438400" y="381000"/>
                      </a:lnTo>
                      <a:lnTo>
                        <a:pt x="2443480" y="309880"/>
                      </a:lnTo>
                      <a:lnTo>
                        <a:pt x="2443480" y="248920"/>
                      </a:lnTo>
                      <a:lnTo>
                        <a:pt x="2413000" y="223520"/>
                      </a:lnTo>
                      <a:lnTo>
                        <a:pt x="2367280" y="223520"/>
                      </a:lnTo>
                      <a:lnTo>
                        <a:pt x="2311400" y="213360"/>
                      </a:lnTo>
                      <a:lnTo>
                        <a:pt x="2260600" y="208280"/>
                      </a:lnTo>
                      <a:lnTo>
                        <a:pt x="2199640" y="116840"/>
                      </a:lnTo>
                      <a:lnTo>
                        <a:pt x="2113280" y="45720"/>
                      </a:lnTo>
                      <a:lnTo>
                        <a:pt x="2072640" y="15240"/>
                      </a:lnTo>
                      <a:lnTo>
                        <a:pt x="2032000" y="0"/>
                      </a:lnTo>
                      <a:lnTo>
                        <a:pt x="1981200" y="5588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7" name="동남권">
                <a:extLst>
                  <a:ext uri="{FF2B5EF4-FFF2-40B4-BE49-F238E27FC236}">
                    <a16:creationId xmlns:a16="http://schemas.microsoft.com/office/drawing/2014/main" id="{125337F7-638B-C389-ABE3-862A13AB4F1B}"/>
                  </a:ext>
                </a:extLst>
              </p:cNvPr>
              <p:cNvGrpSpPr/>
              <p:nvPr/>
            </p:nvGrpSpPr>
            <p:grpSpPr>
              <a:xfrm>
                <a:off x="4690103" y="3922960"/>
                <a:ext cx="2654205" cy="2502951"/>
                <a:chOff x="3032760" y="6355080"/>
                <a:chExt cx="6507480" cy="6136640"/>
              </a:xfrm>
              <a:grpFill/>
            </p:grpSpPr>
            <p:sp>
              <p:nvSpPr>
                <p:cNvPr id="444" name="강동구">
                  <a:extLst>
                    <a:ext uri="{FF2B5EF4-FFF2-40B4-BE49-F238E27FC236}">
                      <a16:creationId xmlns:a16="http://schemas.microsoft.com/office/drawing/2014/main" id="{1A468F2F-A097-2DE2-E187-20E981F78350}"/>
                    </a:ext>
                  </a:extLst>
                </p:cNvPr>
                <p:cNvSpPr/>
                <p:nvPr/>
              </p:nvSpPr>
              <p:spPr>
                <a:xfrm>
                  <a:off x="7136130" y="6355080"/>
                  <a:ext cx="2404110" cy="2480310"/>
                </a:xfrm>
                <a:custGeom>
                  <a:avLst/>
                  <a:gdLst>
                    <a:gd name="connsiteX0" fmla="*/ 2110740 w 2404110"/>
                    <a:gd name="connsiteY0" fmla="*/ 11430 h 2480310"/>
                    <a:gd name="connsiteX1" fmla="*/ 1977390 w 2404110"/>
                    <a:gd name="connsiteY1" fmla="*/ 49530 h 2480310"/>
                    <a:gd name="connsiteX2" fmla="*/ 1847850 w 2404110"/>
                    <a:gd name="connsiteY2" fmla="*/ 102870 h 2480310"/>
                    <a:gd name="connsiteX3" fmla="*/ 1756410 w 2404110"/>
                    <a:gd name="connsiteY3" fmla="*/ 144780 h 2480310"/>
                    <a:gd name="connsiteX4" fmla="*/ 1649730 w 2404110"/>
                    <a:gd name="connsiteY4" fmla="*/ 201930 h 2480310"/>
                    <a:gd name="connsiteX5" fmla="*/ 1520190 w 2404110"/>
                    <a:gd name="connsiteY5" fmla="*/ 266700 h 2480310"/>
                    <a:gd name="connsiteX6" fmla="*/ 1360170 w 2404110"/>
                    <a:gd name="connsiteY6" fmla="*/ 346710 h 2480310"/>
                    <a:gd name="connsiteX7" fmla="*/ 1249680 w 2404110"/>
                    <a:gd name="connsiteY7" fmla="*/ 403860 h 2480310"/>
                    <a:gd name="connsiteX8" fmla="*/ 1112520 w 2404110"/>
                    <a:gd name="connsiteY8" fmla="*/ 464820 h 2480310"/>
                    <a:gd name="connsiteX9" fmla="*/ 937260 w 2404110"/>
                    <a:gd name="connsiteY9" fmla="*/ 525780 h 2480310"/>
                    <a:gd name="connsiteX10" fmla="*/ 788670 w 2404110"/>
                    <a:gd name="connsiteY10" fmla="*/ 579120 h 2480310"/>
                    <a:gd name="connsiteX11" fmla="*/ 674370 w 2404110"/>
                    <a:gd name="connsiteY11" fmla="*/ 628650 h 2480310"/>
                    <a:gd name="connsiteX12" fmla="*/ 640080 w 2404110"/>
                    <a:gd name="connsiteY12" fmla="*/ 685800 h 2480310"/>
                    <a:gd name="connsiteX13" fmla="*/ 640080 w 2404110"/>
                    <a:gd name="connsiteY13" fmla="*/ 685800 h 2480310"/>
                    <a:gd name="connsiteX14" fmla="*/ 636270 w 2404110"/>
                    <a:gd name="connsiteY14" fmla="*/ 739140 h 2480310"/>
                    <a:gd name="connsiteX15" fmla="*/ 575310 w 2404110"/>
                    <a:gd name="connsiteY15" fmla="*/ 838200 h 2480310"/>
                    <a:gd name="connsiteX16" fmla="*/ 541020 w 2404110"/>
                    <a:gd name="connsiteY16" fmla="*/ 902970 h 2480310"/>
                    <a:gd name="connsiteX17" fmla="*/ 487680 w 2404110"/>
                    <a:gd name="connsiteY17" fmla="*/ 1017270 h 2480310"/>
                    <a:gd name="connsiteX18" fmla="*/ 400050 w 2404110"/>
                    <a:gd name="connsiteY18" fmla="*/ 1150620 h 2480310"/>
                    <a:gd name="connsiteX19" fmla="*/ 358140 w 2404110"/>
                    <a:gd name="connsiteY19" fmla="*/ 1238250 h 2480310"/>
                    <a:gd name="connsiteX20" fmla="*/ 259080 w 2404110"/>
                    <a:gd name="connsiteY20" fmla="*/ 1405890 h 2480310"/>
                    <a:gd name="connsiteX21" fmla="*/ 186690 w 2404110"/>
                    <a:gd name="connsiteY21" fmla="*/ 1558290 h 2480310"/>
                    <a:gd name="connsiteX22" fmla="*/ 110490 w 2404110"/>
                    <a:gd name="connsiteY22" fmla="*/ 1653540 h 2480310"/>
                    <a:gd name="connsiteX23" fmla="*/ 83820 w 2404110"/>
                    <a:gd name="connsiteY23" fmla="*/ 1725930 h 2480310"/>
                    <a:gd name="connsiteX24" fmla="*/ 30480 w 2404110"/>
                    <a:gd name="connsiteY24" fmla="*/ 1779270 h 2480310"/>
                    <a:gd name="connsiteX25" fmla="*/ 0 w 2404110"/>
                    <a:gd name="connsiteY25" fmla="*/ 1817370 h 2480310"/>
                    <a:gd name="connsiteX26" fmla="*/ 0 w 2404110"/>
                    <a:gd name="connsiteY26" fmla="*/ 1866900 h 2480310"/>
                    <a:gd name="connsiteX27" fmla="*/ 26670 w 2404110"/>
                    <a:gd name="connsiteY27" fmla="*/ 1954530 h 2480310"/>
                    <a:gd name="connsiteX28" fmla="*/ 53340 w 2404110"/>
                    <a:gd name="connsiteY28" fmla="*/ 2000250 h 2480310"/>
                    <a:gd name="connsiteX29" fmla="*/ 83820 w 2404110"/>
                    <a:gd name="connsiteY29" fmla="*/ 2038350 h 2480310"/>
                    <a:gd name="connsiteX30" fmla="*/ 140970 w 2404110"/>
                    <a:gd name="connsiteY30" fmla="*/ 2072640 h 2480310"/>
                    <a:gd name="connsiteX31" fmla="*/ 190500 w 2404110"/>
                    <a:gd name="connsiteY31" fmla="*/ 2087880 h 2480310"/>
                    <a:gd name="connsiteX32" fmla="*/ 232410 w 2404110"/>
                    <a:gd name="connsiteY32" fmla="*/ 2118360 h 2480310"/>
                    <a:gd name="connsiteX33" fmla="*/ 281940 w 2404110"/>
                    <a:gd name="connsiteY33" fmla="*/ 2125980 h 2480310"/>
                    <a:gd name="connsiteX34" fmla="*/ 300990 w 2404110"/>
                    <a:gd name="connsiteY34" fmla="*/ 2095500 h 2480310"/>
                    <a:gd name="connsiteX35" fmla="*/ 320040 w 2404110"/>
                    <a:gd name="connsiteY35" fmla="*/ 2057400 h 2480310"/>
                    <a:gd name="connsiteX36" fmla="*/ 342900 w 2404110"/>
                    <a:gd name="connsiteY36" fmla="*/ 2019300 h 2480310"/>
                    <a:gd name="connsiteX37" fmla="*/ 388620 w 2404110"/>
                    <a:gd name="connsiteY37" fmla="*/ 2000250 h 2480310"/>
                    <a:gd name="connsiteX38" fmla="*/ 415290 w 2404110"/>
                    <a:gd name="connsiteY38" fmla="*/ 2007870 h 2480310"/>
                    <a:gd name="connsiteX39" fmla="*/ 480060 w 2404110"/>
                    <a:gd name="connsiteY39" fmla="*/ 2057400 h 2480310"/>
                    <a:gd name="connsiteX40" fmla="*/ 586740 w 2404110"/>
                    <a:gd name="connsiteY40" fmla="*/ 2114550 h 2480310"/>
                    <a:gd name="connsiteX41" fmla="*/ 674370 w 2404110"/>
                    <a:gd name="connsiteY41" fmla="*/ 2179320 h 2480310"/>
                    <a:gd name="connsiteX42" fmla="*/ 765810 w 2404110"/>
                    <a:gd name="connsiteY42" fmla="*/ 2221230 h 2480310"/>
                    <a:gd name="connsiteX43" fmla="*/ 880110 w 2404110"/>
                    <a:gd name="connsiteY43" fmla="*/ 2293620 h 2480310"/>
                    <a:gd name="connsiteX44" fmla="*/ 960120 w 2404110"/>
                    <a:gd name="connsiteY44" fmla="*/ 2358390 h 2480310"/>
                    <a:gd name="connsiteX45" fmla="*/ 1051560 w 2404110"/>
                    <a:gd name="connsiteY45" fmla="*/ 2388870 h 2480310"/>
                    <a:gd name="connsiteX46" fmla="*/ 1120140 w 2404110"/>
                    <a:gd name="connsiteY46" fmla="*/ 2453640 h 2480310"/>
                    <a:gd name="connsiteX47" fmla="*/ 1192530 w 2404110"/>
                    <a:gd name="connsiteY47" fmla="*/ 2480310 h 2480310"/>
                    <a:gd name="connsiteX48" fmla="*/ 1215390 w 2404110"/>
                    <a:gd name="connsiteY48" fmla="*/ 2476500 h 2480310"/>
                    <a:gd name="connsiteX49" fmla="*/ 1207770 w 2404110"/>
                    <a:gd name="connsiteY49" fmla="*/ 2411730 h 2480310"/>
                    <a:gd name="connsiteX50" fmla="*/ 1169670 w 2404110"/>
                    <a:gd name="connsiteY50" fmla="*/ 2373630 h 2480310"/>
                    <a:gd name="connsiteX51" fmla="*/ 1162050 w 2404110"/>
                    <a:gd name="connsiteY51" fmla="*/ 2331720 h 2480310"/>
                    <a:gd name="connsiteX52" fmla="*/ 1139190 w 2404110"/>
                    <a:gd name="connsiteY52" fmla="*/ 2297430 h 2480310"/>
                    <a:gd name="connsiteX53" fmla="*/ 1139190 w 2404110"/>
                    <a:gd name="connsiteY53" fmla="*/ 2259330 h 2480310"/>
                    <a:gd name="connsiteX54" fmla="*/ 1162050 w 2404110"/>
                    <a:gd name="connsiteY54" fmla="*/ 2240280 h 2480310"/>
                    <a:gd name="connsiteX55" fmla="*/ 1226820 w 2404110"/>
                    <a:gd name="connsiteY55" fmla="*/ 2205990 h 2480310"/>
                    <a:gd name="connsiteX56" fmla="*/ 1287780 w 2404110"/>
                    <a:gd name="connsiteY56" fmla="*/ 2152650 h 2480310"/>
                    <a:gd name="connsiteX57" fmla="*/ 1329690 w 2404110"/>
                    <a:gd name="connsiteY57" fmla="*/ 2125980 h 2480310"/>
                    <a:gd name="connsiteX58" fmla="*/ 1371600 w 2404110"/>
                    <a:gd name="connsiteY58" fmla="*/ 2057400 h 2480310"/>
                    <a:gd name="connsiteX59" fmla="*/ 1394460 w 2404110"/>
                    <a:gd name="connsiteY59" fmla="*/ 1996440 h 2480310"/>
                    <a:gd name="connsiteX60" fmla="*/ 1428750 w 2404110"/>
                    <a:gd name="connsiteY60" fmla="*/ 1897380 h 2480310"/>
                    <a:gd name="connsiteX61" fmla="*/ 1478280 w 2404110"/>
                    <a:gd name="connsiteY61" fmla="*/ 1756410 h 2480310"/>
                    <a:gd name="connsiteX62" fmla="*/ 1508760 w 2404110"/>
                    <a:gd name="connsiteY62" fmla="*/ 1668780 h 2480310"/>
                    <a:gd name="connsiteX63" fmla="*/ 1508760 w 2404110"/>
                    <a:gd name="connsiteY63" fmla="*/ 1615440 h 2480310"/>
                    <a:gd name="connsiteX64" fmla="*/ 1527810 w 2404110"/>
                    <a:gd name="connsiteY64" fmla="*/ 1565910 h 2480310"/>
                    <a:gd name="connsiteX65" fmla="*/ 1527810 w 2404110"/>
                    <a:gd name="connsiteY65" fmla="*/ 1527810 h 2480310"/>
                    <a:gd name="connsiteX66" fmla="*/ 1550670 w 2404110"/>
                    <a:gd name="connsiteY66" fmla="*/ 1489710 h 2480310"/>
                    <a:gd name="connsiteX67" fmla="*/ 1817370 w 2404110"/>
                    <a:gd name="connsiteY67" fmla="*/ 1325880 h 2480310"/>
                    <a:gd name="connsiteX68" fmla="*/ 1901190 w 2404110"/>
                    <a:gd name="connsiteY68" fmla="*/ 1268730 h 2480310"/>
                    <a:gd name="connsiteX69" fmla="*/ 1916430 w 2404110"/>
                    <a:gd name="connsiteY69" fmla="*/ 1226820 h 2480310"/>
                    <a:gd name="connsiteX70" fmla="*/ 1962150 w 2404110"/>
                    <a:gd name="connsiteY70" fmla="*/ 1219200 h 2480310"/>
                    <a:gd name="connsiteX71" fmla="*/ 1985010 w 2404110"/>
                    <a:gd name="connsiteY71" fmla="*/ 1257300 h 2480310"/>
                    <a:gd name="connsiteX72" fmla="*/ 2045970 w 2404110"/>
                    <a:gd name="connsiteY72" fmla="*/ 1264920 h 2480310"/>
                    <a:gd name="connsiteX73" fmla="*/ 2137410 w 2404110"/>
                    <a:gd name="connsiteY73" fmla="*/ 1299210 h 2480310"/>
                    <a:gd name="connsiteX74" fmla="*/ 2198370 w 2404110"/>
                    <a:gd name="connsiteY74" fmla="*/ 1314450 h 2480310"/>
                    <a:gd name="connsiteX75" fmla="*/ 2266950 w 2404110"/>
                    <a:gd name="connsiteY75" fmla="*/ 1303020 h 2480310"/>
                    <a:gd name="connsiteX76" fmla="*/ 2301240 w 2404110"/>
                    <a:gd name="connsiteY76" fmla="*/ 1291590 h 2480310"/>
                    <a:gd name="connsiteX77" fmla="*/ 2358390 w 2404110"/>
                    <a:gd name="connsiteY77" fmla="*/ 1249680 h 2480310"/>
                    <a:gd name="connsiteX78" fmla="*/ 2400300 w 2404110"/>
                    <a:gd name="connsiteY78" fmla="*/ 1223010 h 2480310"/>
                    <a:gd name="connsiteX79" fmla="*/ 2404110 w 2404110"/>
                    <a:gd name="connsiteY79" fmla="*/ 1181100 h 2480310"/>
                    <a:gd name="connsiteX80" fmla="*/ 2392680 w 2404110"/>
                    <a:gd name="connsiteY80" fmla="*/ 1127760 h 2480310"/>
                    <a:gd name="connsiteX81" fmla="*/ 2377440 w 2404110"/>
                    <a:gd name="connsiteY81" fmla="*/ 1024890 h 2480310"/>
                    <a:gd name="connsiteX82" fmla="*/ 2388870 w 2404110"/>
                    <a:gd name="connsiteY82" fmla="*/ 918210 h 2480310"/>
                    <a:gd name="connsiteX83" fmla="*/ 2388870 w 2404110"/>
                    <a:gd name="connsiteY83" fmla="*/ 803910 h 2480310"/>
                    <a:gd name="connsiteX84" fmla="*/ 2400300 w 2404110"/>
                    <a:gd name="connsiteY84" fmla="*/ 723900 h 2480310"/>
                    <a:gd name="connsiteX85" fmla="*/ 2385060 w 2404110"/>
                    <a:gd name="connsiteY85" fmla="*/ 651510 h 2480310"/>
                    <a:gd name="connsiteX86" fmla="*/ 2377440 w 2404110"/>
                    <a:gd name="connsiteY86" fmla="*/ 586740 h 2480310"/>
                    <a:gd name="connsiteX87" fmla="*/ 2320290 w 2404110"/>
                    <a:gd name="connsiteY87" fmla="*/ 430530 h 2480310"/>
                    <a:gd name="connsiteX88" fmla="*/ 2282190 w 2404110"/>
                    <a:gd name="connsiteY88" fmla="*/ 304800 h 2480310"/>
                    <a:gd name="connsiteX89" fmla="*/ 2251710 w 2404110"/>
                    <a:gd name="connsiteY89" fmla="*/ 232410 h 2480310"/>
                    <a:gd name="connsiteX90" fmla="*/ 2205990 w 2404110"/>
                    <a:gd name="connsiteY90" fmla="*/ 102870 h 2480310"/>
                    <a:gd name="connsiteX91" fmla="*/ 2179320 w 2404110"/>
                    <a:gd name="connsiteY91" fmla="*/ 34290 h 2480310"/>
                    <a:gd name="connsiteX92" fmla="*/ 2167890 w 2404110"/>
                    <a:gd name="connsiteY92" fmla="*/ 0 h 2480310"/>
                    <a:gd name="connsiteX93" fmla="*/ 2110740 w 2404110"/>
                    <a:gd name="connsiteY93" fmla="*/ 11430 h 248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404110" h="2480310">
                      <a:moveTo>
                        <a:pt x="2110740" y="11430"/>
                      </a:moveTo>
                      <a:lnTo>
                        <a:pt x="1977390" y="49530"/>
                      </a:lnTo>
                      <a:lnTo>
                        <a:pt x="1847850" y="102870"/>
                      </a:lnTo>
                      <a:lnTo>
                        <a:pt x="1756410" y="144780"/>
                      </a:lnTo>
                      <a:lnTo>
                        <a:pt x="1649730" y="201930"/>
                      </a:lnTo>
                      <a:lnTo>
                        <a:pt x="1520190" y="266700"/>
                      </a:lnTo>
                      <a:lnTo>
                        <a:pt x="1360170" y="346710"/>
                      </a:lnTo>
                      <a:lnTo>
                        <a:pt x="1249680" y="403860"/>
                      </a:lnTo>
                      <a:lnTo>
                        <a:pt x="1112520" y="464820"/>
                      </a:lnTo>
                      <a:lnTo>
                        <a:pt x="937260" y="525780"/>
                      </a:lnTo>
                      <a:lnTo>
                        <a:pt x="788670" y="579120"/>
                      </a:lnTo>
                      <a:lnTo>
                        <a:pt x="674370" y="628650"/>
                      </a:lnTo>
                      <a:lnTo>
                        <a:pt x="640080" y="685800"/>
                      </a:lnTo>
                      <a:lnTo>
                        <a:pt x="640080" y="685800"/>
                      </a:lnTo>
                      <a:lnTo>
                        <a:pt x="636270" y="739140"/>
                      </a:lnTo>
                      <a:lnTo>
                        <a:pt x="575310" y="838200"/>
                      </a:lnTo>
                      <a:lnTo>
                        <a:pt x="541020" y="902970"/>
                      </a:lnTo>
                      <a:lnTo>
                        <a:pt x="487680" y="1017270"/>
                      </a:lnTo>
                      <a:lnTo>
                        <a:pt x="400050" y="1150620"/>
                      </a:lnTo>
                      <a:lnTo>
                        <a:pt x="358140" y="1238250"/>
                      </a:lnTo>
                      <a:lnTo>
                        <a:pt x="259080" y="1405890"/>
                      </a:lnTo>
                      <a:lnTo>
                        <a:pt x="186690" y="1558290"/>
                      </a:lnTo>
                      <a:lnTo>
                        <a:pt x="110490" y="1653540"/>
                      </a:lnTo>
                      <a:lnTo>
                        <a:pt x="83820" y="1725930"/>
                      </a:lnTo>
                      <a:lnTo>
                        <a:pt x="30480" y="1779270"/>
                      </a:lnTo>
                      <a:lnTo>
                        <a:pt x="0" y="1817370"/>
                      </a:lnTo>
                      <a:lnTo>
                        <a:pt x="0" y="1866900"/>
                      </a:lnTo>
                      <a:lnTo>
                        <a:pt x="26670" y="1954530"/>
                      </a:lnTo>
                      <a:lnTo>
                        <a:pt x="53340" y="2000250"/>
                      </a:lnTo>
                      <a:lnTo>
                        <a:pt x="83820" y="2038350"/>
                      </a:lnTo>
                      <a:lnTo>
                        <a:pt x="140970" y="2072640"/>
                      </a:lnTo>
                      <a:lnTo>
                        <a:pt x="190500" y="2087880"/>
                      </a:lnTo>
                      <a:lnTo>
                        <a:pt x="232410" y="2118360"/>
                      </a:lnTo>
                      <a:lnTo>
                        <a:pt x="281940" y="2125980"/>
                      </a:lnTo>
                      <a:lnTo>
                        <a:pt x="300990" y="2095500"/>
                      </a:lnTo>
                      <a:lnTo>
                        <a:pt x="320040" y="2057400"/>
                      </a:lnTo>
                      <a:lnTo>
                        <a:pt x="342900" y="2019300"/>
                      </a:lnTo>
                      <a:lnTo>
                        <a:pt x="388620" y="2000250"/>
                      </a:lnTo>
                      <a:lnTo>
                        <a:pt x="415290" y="2007870"/>
                      </a:lnTo>
                      <a:lnTo>
                        <a:pt x="480060" y="2057400"/>
                      </a:lnTo>
                      <a:lnTo>
                        <a:pt x="586740" y="2114550"/>
                      </a:lnTo>
                      <a:lnTo>
                        <a:pt x="674370" y="2179320"/>
                      </a:lnTo>
                      <a:lnTo>
                        <a:pt x="765810" y="2221230"/>
                      </a:lnTo>
                      <a:lnTo>
                        <a:pt x="880110" y="2293620"/>
                      </a:lnTo>
                      <a:lnTo>
                        <a:pt x="960120" y="2358390"/>
                      </a:lnTo>
                      <a:lnTo>
                        <a:pt x="1051560" y="2388870"/>
                      </a:lnTo>
                      <a:lnTo>
                        <a:pt x="1120140" y="2453640"/>
                      </a:lnTo>
                      <a:lnTo>
                        <a:pt x="1192530" y="2480310"/>
                      </a:lnTo>
                      <a:lnTo>
                        <a:pt x="1215390" y="2476500"/>
                      </a:lnTo>
                      <a:lnTo>
                        <a:pt x="1207770" y="2411730"/>
                      </a:lnTo>
                      <a:lnTo>
                        <a:pt x="1169670" y="2373630"/>
                      </a:lnTo>
                      <a:lnTo>
                        <a:pt x="1162050" y="2331720"/>
                      </a:lnTo>
                      <a:lnTo>
                        <a:pt x="1139190" y="2297430"/>
                      </a:lnTo>
                      <a:lnTo>
                        <a:pt x="1139190" y="2259330"/>
                      </a:lnTo>
                      <a:lnTo>
                        <a:pt x="1162050" y="2240280"/>
                      </a:lnTo>
                      <a:lnTo>
                        <a:pt x="1226820" y="2205990"/>
                      </a:lnTo>
                      <a:lnTo>
                        <a:pt x="1287780" y="2152650"/>
                      </a:lnTo>
                      <a:lnTo>
                        <a:pt x="1329690" y="2125980"/>
                      </a:lnTo>
                      <a:lnTo>
                        <a:pt x="1371600" y="2057400"/>
                      </a:lnTo>
                      <a:lnTo>
                        <a:pt x="1394460" y="1996440"/>
                      </a:lnTo>
                      <a:lnTo>
                        <a:pt x="1428750" y="1897380"/>
                      </a:lnTo>
                      <a:lnTo>
                        <a:pt x="1478280" y="1756410"/>
                      </a:lnTo>
                      <a:lnTo>
                        <a:pt x="1508760" y="1668780"/>
                      </a:lnTo>
                      <a:lnTo>
                        <a:pt x="1508760" y="1615440"/>
                      </a:lnTo>
                      <a:lnTo>
                        <a:pt x="1527810" y="1565910"/>
                      </a:lnTo>
                      <a:lnTo>
                        <a:pt x="1527810" y="1527810"/>
                      </a:lnTo>
                      <a:lnTo>
                        <a:pt x="1550670" y="1489710"/>
                      </a:lnTo>
                      <a:lnTo>
                        <a:pt x="1817370" y="1325880"/>
                      </a:lnTo>
                      <a:lnTo>
                        <a:pt x="1901190" y="1268730"/>
                      </a:lnTo>
                      <a:lnTo>
                        <a:pt x="1916430" y="1226820"/>
                      </a:lnTo>
                      <a:lnTo>
                        <a:pt x="1962150" y="1219200"/>
                      </a:lnTo>
                      <a:lnTo>
                        <a:pt x="1985010" y="1257300"/>
                      </a:lnTo>
                      <a:lnTo>
                        <a:pt x="2045970" y="1264920"/>
                      </a:lnTo>
                      <a:lnTo>
                        <a:pt x="2137410" y="1299210"/>
                      </a:lnTo>
                      <a:lnTo>
                        <a:pt x="2198370" y="1314450"/>
                      </a:lnTo>
                      <a:lnTo>
                        <a:pt x="2266950" y="1303020"/>
                      </a:lnTo>
                      <a:lnTo>
                        <a:pt x="2301240" y="1291590"/>
                      </a:lnTo>
                      <a:lnTo>
                        <a:pt x="2358390" y="1249680"/>
                      </a:lnTo>
                      <a:lnTo>
                        <a:pt x="2400300" y="1223010"/>
                      </a:lnTo>
                      <a:lnTo>
                        <a:pt x="2404110" y="1181100"/>
                      </a:lnTo>
                      <a:lnTo>
                        <a:pt x="2392680" y="1127760"/>
                      </a:lnTo>
                      <a:lnTo>
                        <a:pt x="2377440" y="1024890"/>
                      </a:lnTo>
                      <a:lnTo>
                        <a:pt x="2388870" y="918210"/>
                      </a:lnTo>
                      <a:lnTo>
                        <a:pt x="2388870" y="803910"/>
                      </a:lnTo>
                      <a:lnTo>
                        <a:pt x="2400300" y="723900"/>
                      </a:lnTo>
                      <a:lnTo>
                        <a:pt x="2385060" y="651510"/>
                      </a:lnTo>
                      <a:lnTo>
                        <a:pt x="2377440" y="586740"/>
                      </a:lnTo>
                      <a:lnTo>
                        <a:pt x="2320290" y="430530"/>
                      </a:lnTo>
                      <a:lnTo>
                        <a:pt x="2282190" y="304800"/>
                      </a:lnTo>
                      <a:lnTo>
                        <a:pt x="2251710" y="232410"/>
                      </a:lnTo>
                      <a:lnTo>
                        <a:pt x="2205990" y="102870"/>
                      </a:lnTo>
                      <a:lnTo>
                        <a:pt x="2179320" y="34290"/>
                      </a:lnTo>
                      <a:lnTo>
                        <a:pt x="2167890" y="0"/>
                      </a:lnTo>
                      <a:lnTo>
                        <a:pt x="2110740" y="114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5" name="송파구">
                  <a:extLst>
                    <a:ext uri="{FF2B5EF4-FFF2-40B4-BE49-F238E27FC236}">
                      <a16:creationId xmlns:a16="http://schemas.microsoft.com/office/drawing/2014/main" id="{267276CF-E9DC-D84C-108F-A0370401CC4C}"/>
                    </a:ext>
                  </a:extLst>
                </p:cNvPr>
                <p:cNvSpPr/>
                <p:nvPr/>
              </p:nvSpPr>
              <p:spPr>
                <a:xfrm>
                  <a:off x="5737860" y="8286750"/>
                  <a:ext cx="3166110" cy="2659380"/>
                </a:xfrm>
                <a:custGeom>
                  <a:avLst/>
                  <a:gdLst>
                    <a:gd name="connsiteX0" fmla="*/ 521970 w 3166110"/>
                    <a:gd name="connsiteY0" fmla="*/ 506730 h 2659380"/>
                    <a:gd name="connsiteX1" fmla="*/ 365760 w 3166110"/>
                    <a:gd name="connsiteY1" fmla="*/ 514350 h 2659380"/>
                    <a:gd name="connsiteX2" fmla="*/ 270510 w 3166110"/>
                    <a:gd name="connsiteY2" fmla="*/ 506730 h 2659380"/>
                    <a:gd name="connsiteX3" fmla="*/ 201930 w 3166110"/>
                    <a:gd name="connsiteY3" fmla="*/ 495300 h 2659380"/>
                    <a:gd name="connsiteX4" fmla="*/ 175260 w 3166110"/>
                    <a:gd name="connsiteY4" fmla="*/ 480060 h 2659380"/>
                    <a:gd name="connsiteX5" fmla="*/ 72390 w 3166110"/>
                    <a:gd name="connsiteY5" fmla="*/ 483870 h 2659380"/>
                    <a:gd name="connsiteX6" fmla="*/ 11430 w 3166110"/>
                    <a:gd name="connsiteY6" fmla="*/ 483870 h 2659380"/>
                    <a:gd name="connsiteX7" fmla="*/ 0 w 3166110"/>
                    <a:gd name="connsiteY7" fmla="*/ 495300 h 2659380"/>
                    <a:gd name="connsiteX8" fmla="*/ 3810 w 3166110"/>
                    <a:gd name="connsiteY8" fmla="*/ 544830 h 2659380"/>
                    <a:gd name="connsiteX9" fmla="*/ 3810 w 3166110"/>
                    <a:gd name="connsiteY9" fmla="*/ 651510 h 2659380"/>
                    <a:gd name="connsiteX10" fmla="*/ 3810 w 3166110"/>
                    <a:gd name="connsiteY10" fmla="*/ 716280 h 2659380"/>
                    <a:gd name="connsiteX11" fmla="*/ 19050 w 3166110"/>
                    <a:gd name="connsiteY11" fmla="*/ 792480 h 2659380"/>
                    <a:gd name="connsiteX12" fmla="*/ 30480 w 3166110"/>
                    <a:gd name="connsiteY12" fmla="*/ 857250 h 2659380"/>
                    <a:gd name="connsiteX13" fmla="*/ 41910 w 3166110"/>
                    <a:gd name="connsiteY13" fmla="*/ 956310 h 2659380"/>
                    <a:gd name="connsiteX14" fmla="*/ 34290 w 3166110"/>
                    <a:gd name="connsiteY14" fmla="*/ 1017270 h 2659380"/>
                    <a:gd name="connsiteX15" fmla="*/ 41910 w 3166110"/>
                    <a:gd name="connsiteY15" fmla="*/ 1074420 h 2659380"/>
                    <a:gd name="connsiteX16" fmla="*/ 53340 w 3166110"/>
                    <a:gd name="connsiteY16" fmla="*/ 1131570 h 2659380"/>
                    <a:gd name="connsiteX17" fmla="*/ 80010 w 3166110"/>
                    <a:gd name="connsiteY17" fmla="*/ 1192530 h 2659380"/>
                    <a:gd name="connsiteX18" fmla="*/ 144780 w 3166110"/>
                    <a:gd name="connsiteY18" fmla="*/ 1226820 h 2659380"/>
                    <a:gd name="connsiteX19" fmla="*/ 167640 w 3166110"/>
                    <a:gd name="connsiteY19" fmla="*/ 1264920 h 2659380"/>
                    <a:gd name="connsiteX20" fmla="*/ 255270 w 3166110"/>
                    <a:gd name="connsiteY20" fmla="*/ 1257300 h 2659380"/>
                    <a:gd name="connsiteX21" fmla="*/ 312420 w 3166110"/>
                    <a:gd name="connsiteY21" fmla="*/ 1268730 h 2659380"/>
                    <a:gd name="connsiteX22" fmla="*/ 373380 w 3166110"/>
                    <a:gd name="connsiteY22" fmla="*/ 1283970 h 2659380"/>
                    <a:gd name="connsiteX23" fmla="*/ 438150 w 3166110"/>
                    <a:gd name="connsiteY23" fmla="*/ 1283970 h 2659380"/>
                    <a:gd name="connsiteX24" fmla="*/ 518160 w 3166110"/>
                    <a:gd name="connsiteY24" fmla="*/ 1310640 h 2659380"/>
                    <a:gd name="connsiteX25" fmla="*/ 575310 w 3166110"/>
                    <a:gd name="connsiteY25" fmla="*/ 1329690 h 2659380"/>
                    <a:gd name="connsiteX26" fmla="*/ 643890 w 3166110"/>
                    <a:gd name="connsiteY26" fmla="*/ 1344930 h 2659380"/>
                    <a:gd name="connsiteX27" fmla="*/ 811530 w 3166110"/>
                    <a:gd name="connsiteY27" fmla="*/ 1394460 h 2659380"/>
                    <a:gd name="connsiteX28" fmla="*/ 899160 w 3166110"/>
                    <a:gd name="connsiteY28" fmla="*/ 1417320 h 2659380"/>
                    <a:gd name="connsiteX29" fmla="*/ 937260 w 3166110"/>
                    <a:gd name="connsiteY29" fmla="*/ 1436370 h 2659380"/>
                    <a:gd name="connsiteX30" fmla="*/ 986790 w 3166110"/>
                    <a:gd name="connsiteY30" fmla="*/ 1443990 h 2659380"/>
                    <a:gd name="connsiteX31" fmla="*/ 1047750 w 3166110"/>
                    <a:gd name="connsiteY31" fmla="*/ 1485900 h 2659380"/>
                    <a:gd name="connsiteX32" fmla="*/ 1120140 w 3166110"/>
                    <a:gd name="connsiteY32" fmla="*/ 1535430 h 2659380"/>
                    <a:gd name="connsiteX33" fmla="*/ 1196340 w 3166110"/>
                    <a:gd name="connsiteY33" fmla="*/ 1577340 h 2659380"/>
                    <a:gd name="connsiteX34" fmla="*/ 1264920 w 3166110"/>
                    <a:gd name="connsiteY34" fmla="*/ 1642110 h 2659380"/>
                    <a:gd name="connsiteX35" fmla="*/ 1314450 w 3166110"/>
                    <a:gd name="connsiteY35" fmla="*/ 1744980 h 2659380"/>
                    <a:gd name="connsiteX36" fmla="*/ 1379220 w 3166110"/>
                    <a:gd name="connsiteY36" fmla="*/ 1916430 h 2659380"/>
                    <a:gd name="connsiteX37" fmla="*/ 1413510 w 3166110"/>
                    <a:gd name="connsiteY37" fmla="*/ 2026920 h 2659380"/>
                    <a:gd name="connsiteX38" fmla="*/ 1447800 w 3166110"/>
                    <a:gd name="connsiteY38" fmla="*/ 2167890 h 2659380"/>
                    <a:gd name="connsiteX39" fmla="*/ 1463040 w 3166110"/>
                    <a:gd name="connsiteY39" fmla="*/ 2244090 h 2659380"/>
                    <a:gd name="connsiteX40" fmla="*/ 1493520 w 3166110"/>
                    <a:gd name="connsiteY40" fmla="*/ 2293620 h 2659380"/>
                    <a:gd name="connsiteX41" fmla="*/ 1543050 w 3166110"/>
                    <a:gd name="connsiteY41" fmla="*/ 2346960 h 2659380"/>
                    <a:gd name="connsiteX42" fmla="*/ 1638300 w 3166110"/>
                    <a:gd name="connsiteY42" fmla="*/ 2388870 h 2659380"/>
                    <a:gd name="connsiteX43" fmla="*/ 1703070 w 3166110"/>
                    <a:gd name="connsiteY43" fmla="*/ 2457450 h 2659380"/>
                    <a:gd name="connsiteX44" fmla="*/ 1744980 w 3166110"/>
                    <a:gd name="connsiteY44" fmla="*/ 2529840 h 2659380"/>
                    <a:gd name="connsiteX45" fmla="*/ 1813560 w 3166110"/>
                    <a:gd name="connsiteY45" fmla="*/ 2602230 h 2659380"/>
                    <a:gd name="connsiteX46" fmla="*/ 1851660 w 3166110"/>
                    <a:gd name="connsiteY46" fmla="*/ 2659380 h 2659380"/>
                    <a:gd name="connsiteX47" fmla="*/ 1874520 w 3166110"/>
                    <a:gd name="connsiteY47" fmla="*/ 2651760 h 2659380"/>
                    <a:gd name="connsiteX48" fmla="*/ 1885950 w 3166110"/>
                    <a:gd name="connsiteY48" fmla="*/ 2613660 h 2659380"/>
                    <a:gd name="connsiteX49" fmla="*/ 1973580 w 3166110"/>
                    <a:gd name="connsiteY49" fmla="*/ 2606040 h 2659380"/>
                    <a:gd name="connsiteX50" fmla="*/ 2007870 w 3166110"/>
                    <a:gd name="connsiteY50" fmla="*/ 2590800 h 2659380"/>
                    <a:gd name="connsiteX51" fmla="*/ 2080260 w 3166110"/>
                    <a:gd name="connsiteY51" fmla="*/ 2590800 h 2659380"/>
                    <a:gd name="connsiteX52" fmla="*/ 2145030 w 3166110"/>
                    <a:gd name="connsiteY52" fmla="*/ 2590800 h 2659380"/>
                    <a:gd name="connsiteX53" fmla="*/ 2213610 w 3166110"/>
                    <a:gd name="connsiteY53" fmla="*/ 2598420 h 2659380"/>
                    <a:gd name="connsiteX54" fmla="*/ 2244090 w 3166110"/>
                    <a:gd name="connsiteY54" fmla="*/ 2590800 h 2659380"/>
                    <a:gd name="connsiteX55" fmla="*/ 2221230 w 3166110"/>
                    <a:gd name="connsiteY55" fmla="*/ 2545080 h 2659380"/>
                    <a:gd name="connsiteX56" fmla="*/ 2186940 w 3166110"/>
                    <a:gd name="connsiteY56" fmla="*/ 2506980 h 2659380"/>
                    <a:gd name="connsiteX57" fmla="*/ 2145030 w 3166110"/>
                    <a:gd name="connsiteY57" fmla="*/ 2465070 h 2659380"/>
                    <a:gd name="connsiteX58" fmla="*/ 2133600 w 3166110"/>
                    <a:gd name="connsiteY58" fmla="*/ 2423160 h 2659380"/>
                    <a:gd name="connsiteX59" fmla="*/ 2133600 w 3166110"/>
                    <a:gd name="connsiteY59" fmla="*/ 2381250 h 2659380"/>
                    <a:gd name="connsiteX60" fmla="*/ 2118360 w 3166110"/>
                    <a:gd name="connsiteY60" fmla="*/ 2305050 h 2659380"/>
                    <a:gd name="connsiteX61" fmla="*/ 2122170 w 3166110"/>
                    <a:gd name="connsiteY61" fmla="*/ 2259330 h 2659380"/>
                    <a:gd name="connsiteX62" fmla="*/ 2179320 w 3166110"/>
                    <a:gd name="connsiteY62" fmla="*/ 2209800 h 2659380"/>
                    <a:gd name="connsiteX63" fmla="*/ 2205990 w 3166110"/>
                    <a:gd name="connsiteY63" fmla="*/ 2205990 h 2659380"/>
                    <a:gd name="connsiteX64" fmla="*/ 2240280 w 3166110"/>
                    <a:gd name="connsiteY64" fmla="*/ 2213610 h 2659380"/>
                    <a:gd name="connsiteX65" fmla="*/ 2282190 w 3166110"/>
                    <a:gd name="connsiteY65" fmla="*/ 2263140 h 2659380"/>
                    <a:gd name="connsiteX66" fmla="*/ 2343150 w 3166110"/>
                    <a:gd name="connsiteY66" fmla="*/ 2293620 h 2659380"/>
                    <a:gd name="connsiteX67" fmla="*/ 2388870 w 3166110"/>
                    <a:gd name="connsiteY67" fmla="*/ 2320290 h 2659380"/>
                    <a:gd name="connsiteX68" fmla="*/ 2438400 w 3166110"/>
                    <a:gd name="connsiteY68" fmla="*/ 2297430 h 2659380"/>
                    <a:gd name="connsiteX69" fmla="*/ 2449830 w 3166110"/>
                    <a:gd name="connsiteY69" fmla="*/ 2263140 h 2659380"/>
                    <a:gd name="connsiteX70" fmla="*/ 2583180 w 3166110"/>
                    <a:gd name="connsiteY70" fmla="*/ 2194560 h 2659380"/>
                    <a:gd name="connsiteX71" fmla="*/ 2613660 w 3166110"/>
                    <a:gd name="connsiteY71" fmla="*/ 2175510 h 2659380"/>
                    <a:gd name="connsiteX72" fmla="*/ 2693670 w 3166110"/>
                    <a:gd name="connsiteY72" fmla="*/ 2175510 h 2659380"/>
                    <a:gd name="connsiteX73" fmla="*/ 2750820 w 3166110"/>
                    <a:gd name="connsiteY73" fmla="*/ 2179320 h 2659380"/>
                    <a:gd name="connsiteX74" fmla="*/ 2762250 w 3166110"/>
                    <a:gd name="connsiteY74" fmla="*/ 2148840 h 2659380"/>
                    <a:gd name="connsiteX75" fmla="*/ 2762250 w 3166110"/>
                    <a:gd name="connsiteY75" fmla="*/ 2148840 h 2659380"/>
                    <a:gd name="connsiteX76" fmla="*/ 2762250 w 3166110"/>
                    <a:gd name="connsiteY76" fmla="*/ 2095500 h 2659380"/>
                    <a:gd name="connsiteX77" fmla="*/ 2773680 w 3166110"/>
                    <a:gd name="connsiteY77" fmla="*/ 2053590 h 2659380"/>
                    <a:gd name="connsiteX78" fmla="*/ 2766060 w 3166110"/>
                    <a:gd name="connsiteY78" fmla="*/ 2004060 h 2659380"/>
                    <a:gd name="connsiteX79" fmla="*/ 2773680 w 3166110"/>
                    <a:gd name="connsiteY79" fmla="*/ 1962150 h 2659380"/>
                    <a:gd name="connsiteX80" fmla="*/ 2800350 w 3166110"/>
                    <a:gd name="connsiteY80" fmla="*/ 1916430 h 2659380"/>
                    <a:gd name="connsiteX81" fmla="*/ 2800350 w 3166110"/>
                    <a:gd name="connsiteY81" fmla="*/ 1866900 h 2659380"/>
                    <a:gd name="connsiteX82" fmla="*/ 2819400 w 3166110"/>
                    <a:gd name="connsiteY82" fmla="*/ 1832610 h 2659380"/>
                    <a:gd name="connsiteX83" fmla="*/ 2914650 w 3166110"/>
                    <a:gd name="connsiteY83" fmla="*/ 1752600 h 2659380"/>
                    <a:gd name="connsiteX84" fmla="*/ 2948940 w 3166110"/>
                    <a:gd name="connsiteY84" fmla="*/ 1676400 h 2659380"/>
                    <a:gd name="connsiteX85" fmla="*/ 2998470 w 3166110"/>
                    <a:gd name="connsiteY85" fmla="*/ 1584960 h 2659380"/>
                    <a:gd name="connsiteX86" fmla="*/ 3059430 w 3166110"/>
                    <a:gd name="connsiteY86" fmla="*/ 1493520 h 2659380"/>
                    <a:gd name="connsiteX87" fmla="*/ 3093720 w 3166110"/>
                    <a:gd name="connsiteY87" fmla="*/ 1394460 h 2659380"/>
                    <a:gd name="connsiteX88" fmla="*/ 3128010 w 3166110"/>
                    <a:gd name="connsiteY88" fmla="*/ 1337310 h 2659380"/>
                    <a:gd name="connsiteX89" fmla="*/ 3166110 w 3166110"/>
                    <a:gd name="connsiteY89" fmla="*/ 1283970 h 2659380"/>
                    <a:gd name="connsiteX90" fmla="*/ 3154680 w 3166110"/>
                    <a:gd name="connsiteY90" fmla="*/ 1253490 h 2659380"/>
                    <a:gd name="connsiteX91" fmla="*/ 3097530 w 3166110"/>
                    <a:gd name="connsiteY91" fmla="*/ 1215390 h 2659380"/>
                    <a:gd name="connsiteX92" fmla="*/ 2998470 w 3166110"/>
                    <a:gd name="connsiteY92" fmla="*/ 1120140 h 2659380"/>
                    <a:gd name="connsiteX93" fmla="*/ 2967990 w 3166110"/>
                    <a:gd name="connsiteY93" fmla="*/ 1074420 h 2659380"/>
                    <a:gd name="connsiteX94" fmla="*/ 2922270 w 3166110"/>
                    <a:gd name="connsiteY94" fmla="*/ 1047750 h 2659380"/>
                    <a:gd name="connsiteX95" fmla="*/ 2865120 w 3166110"/>
                    <a:gd name="connsiteY95" fmla="*/ 1047750 h 2659380"/>
                    <a:gd name="connsiteX96" fmla="*/ 2819400 w 3166110"/>
                    <a:gd name="connsiteY96" fmla="*/ 1043940 h 2659380"/>
                    <a:gd name="connsiteX97" fmla="*/ 2785110 w 3166110"/>
                    <a:gd name="connsiteY97" fmla="*/ 1024890 h 2659380"/>
                    <a:gd name="connsiteX98" fmla="*/ 2743200 w 3166110"/>
                    <a:gd name="connsiteY98" fmla="*/ 1017270 h 2659380"/>
                    <a:gd name="connsiteX99" fmla="*/ 2659380 w 3166110"/>
                    <a:gd name="connsiteY99" fmla="*/ 1024890 h 2659380"/>
                    <a:gd name="connsiteX100" fmla="*/ 2617470 w 3166110"/>
                    <a:gd name="connsiteY100" fmla="*/ 1017270 h 2659380"/>
                    <a:gd name="connsiteX101" fmla="*/ 2586990 w 3166110"/>
                    <a:gd name="connsiteY101" fmla="*/ 994410 h 2659380"/>
                    <a:gd name="connsiteX102" fmla="*/ 2545080 w 3166110"/>
                    <a:gd name="connsiteY102" fmla="*/ 933450 h 2659380"/>
                    <a:gd name="connsiteX103" fmla="*/ 2506980 w 3166110"/>
                    <a:gd name="connsiteY103" fmla="*/ 910590 h 2659380"/>
                    <a:gd name="connsiteX104" fmla="*/ 2468880 w 3166110"/>
                    <a:gd name="connsiteY104" fmla="*/ 887730 h 2659380"/>
                    <a:gd name="connsiteX105" fmla="*/ 2465070 w 3166110"/>
                    <a:gd name="connsiteY105" fmla="*/ 861060 h 2659380"/>
                    <a:gd name="connsiteX106" fmla="*/ 2487930 w 3166110"/>
                    <a:gd name="connsiteY106" fmla="*/ 822960 h 2659380"/>
                    <a:gd name="connsiteX107" fmla="*/ 2484120 w 3166110"/>
                    <a:gd name="connsiteY107" fmla="*/ 788670 h 2659380"/>
                    <a:gd name="connsiteX108" fmla="*/ 2514600 w 3166110"/>
                    <a:gd name="connsiteY108" fmla="*/ 716280 h 2659380"/>
                    <a:gd name="connsiteX109" fmla="*/ 2522220 w 3166110"/>
                    <a:gd name="connsiteY109" fmla="*/ 666750 h 2659380"/>
                    <a:gd name="connsiteX110" fmla="*/ 2522220 w 3166110"/>
                    <a:gd name="connsiteY110" fmla="*/ 617220 h 2659380"/>
                    <a:gd name="connsiteX111" fmla="*/ 2480310 w 3166110"/>
                    <a:gd name="connsiteY111" fmla="*/ 590550 h 2659380"/>
                    <a:gd name="connsiteX112" fmla="*/ 2411730 w 3166110"/>
                    <a:gd name="connsiteY112" fmla="*/ 556260 h 2659380"/>
                    <a:gd name="connsiteX113" fmla="*/ 2251710 w 3166110"/>
                    <a:gd name="connsiteY113" fmla="*/ 449580 h 2659380"/>
                    <a:gd name="connsiteX114" fmla="*/ 2164080 w 3166110"/>
                    <a:gd name="connsiteY114" fmla="*/ 411480 h 2659380"/>
                    <a:gd name="connsiteX115" fmla="*/ 2042160 w 3166110"/>
                    <a:gd name="connsiteY115" fmla="*/ 327660 h 2659380"/>
                    <a:gd name="connsiteX116" fmla="*/ 1981200 w 3166110"/>
                    <a:gd name="connsiteY116" fmla="*/ 293370 h 2659380"/>
                    <a:gd name="connsiteX117" fmla="*/ 1939290 w 3166110"/>
                    <a:gd name="connsiteY117" fmla="*/ 255270 h 2659380"/>
                    <a:gd name="connsiteX118" fmla="*/ 1840230 w 3166110"/>
                    <a:gd name="connsiteY118" fmla="*/ 209550 h 2659380"/>
                    <a:gd name="connsiteX119" fmla="*/ 1817370 w 3166110"/>
                    <a:gd name="connsiteY119" fmla="*/ 171450 h 2659380"/>
                    <a:gd name="connsiteX120" fmla="*/ 1790700 w 3166110"/>
                    <a:gd name="connsiteY120" fmla="*/ 171450 h 2659380"/>
                    <a:gd name="connsiteX121" fmla="*/ 1767840 w 3166110"/>
                    <a:gd name="connsiteY121" fmla="*/ 194310 h 2659380"/>
                    <a:gd name="connsiteX122" fmla="*/ 1744980 w 3166110"/>
                    <a:gd name="connsiteY122" fmla="*/ 213360 h 2659380"/>
                    <a:gd name="connsiteX123" fmla="*/ 1741170 w 3166110"/>
                    <a:gd name="connsiteY123" fmla="*/ 255270 h 2659380"/>
                    <a:gd name="connsiteX124" fmla="*/ 1722120 w 3166110"/>
                    <a:gd name="connsiteY124" fmla="*/ 281940 h 2659380"/>
                    <a:gd name="connsiteX125" fmla="*/ 1687830 w 3166110"/>
                    <a:gd name="connsiteY125" fmla="*/ 281940 h 2659380"/>
                    <a:gd name="connsiteX126" fmla="*/ 1626870 w 3166110"/>
                    <a:gd name="connsiteY126" fmla="*/ 262890 h 2659380"/>
                    <a:gd name="connsiteX127" fmla="*/ 1516380 w 3166110"/>
                    <a:gd name="connsiteY127" fmla="*/ 217170 h 2659380"/>
                    <a:gd name="connsiteX128" fmla="*/ 1474470 w 3166110"/>
                    <a:gd name="connsiteY128" fmla="*/ 205740 h 2659380"/>
                    <a:gd name="connsiteX129" fmla="*/ 1440180 w 3166110"/>
                    <a:gd name="connsiteY129" fmla="*/ 186690 h 2659380"/>
                    <a:gd name="connsiteX130" fmla="*/ 1417320 w 3166110"/>
                    <a:gd name="connsiteY130" fmla="*/ 163830 h 2659380"/>
                    <a:gd name="connsiteX131" fmla="*/ 1402080 w 3166110"/>
                    <a:gd name="connsiteY131" fmla="*/ 125730 h 2659380"/>
                    <a:gd name="connsiteX132" fmla="*/ 1383030 w 3166110"/>
                    <a:gd name="connsiteY132" fmla="*/ 80010 h 2659380"/>
                    <a:gd name="connsiteX133" fmla="*/ 1375410 w 3166110"/>
                    <a:gd name="connsiteY133" fmla="*/ 45720 h 2659380"/>
                    <a:gd name="connsiteX134" fmla="*/ 1371600 w 3166110"/>
                    <a:gd name="connsiteY134" fmla="*/ 11430 h 2659380"/>
                    <a:gd name="connsiteX135" fmla="*/ 1341120 w 3166110"/>
                    <a:gd name="connsiteY135" fmla="*/ 0 h 2659380"/>
                    <a:gd name="connsiteX136" fmla="*/ 1314450 w 3166110"/>
                    <a:gd name="connsiteY136" fmla="*/ 19050 h 2659380"/>
                    <a:gd name="connsiteX137" fmla="*/ 1303020 w 3166110"/>
                    <a:gd name="connsiteY137" fmla="*/ 60960 h 2659380"/>
                    <a:gd name="connsiteX138" fmla="*/ 1276350 w 3166110"/>
                    <a:gd name="connsiteY138" fmla="*/ 106680 h 2659380"/>
                    <a:gd name="connsiteX139" fmla="*/ 1249680 w 3166110"/>
                    <a:gd name="connsiteY139" fmla="*/ 152400 h 2659380"/>
                    <a:gd name="connsiteX140" fmla="*/ 1226820 w 3166110"/>
                    <a:gd name="connsiteY140" fmla="*/ 182880 h 2659380"/>
                    <a:gd name="connsiteX141" fmla="*/ 1211580 w 3166110"/>
                    <a:gd name="connsiteY141" fmla="*/ 217170 h 2659380"/>
                    <a:gd name="connsiteX142" fmla="*/ 1173480 w 3166110"/>
                    <a:gd name="connsiteY142" fmla="*/ 247650 h 2659380"/>
                    <a:gd name="connsiteX143" fmla="*/ 1047750 w 3166110"/>
                    <a:gd name="connsiteY143" fmla="*/ 285750 h 2659380"/>
                    <a:gd name="connsiteX144" fmla="*/ 925830 w 3166110"/>
                    <a:gd name="connsiteY144" fmla="*/ 354330 h 2659380"/>
                    <a:gd name="connsiteX145" fmla="*/ 830580 w 3166110"/>
                    <a:gd name="connsiteY145" fmla="*/ 388620 h 2659380"/>
                    <a:gd name="connsiteX146" fmla="*/ 716280 w 3166110"/>
                    <a:gd name="connsiteY146" fmla="*/ 441960 h 2659380"/>
                    <a:gd name="connsiteX147" fmla="*/ 670560 w 3166110"/>
                    <a:gd name="connsiteY147" fmla="*/ 468630 h 2659380"/>
                    <a:gd name="connsiteX148" fmla="*/ 628650 w 3166110"/>
                    <a:gd name="connsiteY148" fmla="*/ 502920 h 2659380"/>
                    <a:gd name="connsiteX149" fmla="*/ 521970 w 3166110"/>
                    <a:gd name="connsiteY149" fmla="*/ 506730 h 2659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3166110" h="2659380">
                      <a:moveTo>
                        <a:pt x="521970" y="506730"/>
                      </a:moveTo>
                      <a:lnTo>
                        <a:pt x="365760" y="514350"/>
                      </a:lnTo>
                      <a:lnTo>
                        <a:pt x="270510" y="506730"/>
                      </a:lnTo>
                      <a:lnTo>
                        <a:pt x="201930" y="495300"/>
                      </a:lnTo>
                      <a:lnTo>
                        <a:pt x="175260" y="480060"/>
                      </a:lnTo>
                      <a:lnTo>
                        <a:pt x="72390" y="483870"/>
                      </a:lnTo>
                      <a:lnTo>
                        <a:pt x="11430" y="483870"/>
                      </a:lnTo>
                      <a:lnTo>
                        <a:pt x="0" y="495300"/>
                      </a:lnTo>
                      <a:lnTo>
                        <a:pt x="3810" y="544830"/>
                      </a:lnTo>
                      <a:lnTo>
                        <a:pt x="3810" y="651510"/>
                      </a:lnTo>
                      <a:lnTo>
                        <a:pt x="3810" y="716280"/>
                      </a:lnTo>
                      <a:lnTo>
                        <a:pt x="19050" y="792480"/>
                      </a:lnTo>
                      <a:lnTo>
                        <a:pt x="30480" y="857250"/>
                      </a:lnTo>
                      <a:lnTo>
                        <a:pt x="41910" y="956310"/>
                      </a:lnTo>
                      <a:lnTo>
                        <a:pt x="34290" y="1017270"/>
                      </a:lnTo>
                      <a:lnTo>
                        <a:pt x="41910" y="1074420"/>
                      </a:lnTo>
                      <a:lnTo>
                        <a:pt x="53340" y="1131570"/>
                      </a:lnTo>
                      <a:lnTo>
                        <a:pt x="80010" y="1192530"/>
                      </a:lnTo>
                      <a:lnTo>
                        <a:pt x="144780" y="1226820"/>
                      </a:lnTo>
                      <a:lnTo>
                        <a:pt x="167640" y="1264920"/>
                      </a:lnTo>
                      <a:lnTo>
                        <a:pt x="255270" y="1257300"/>
                      </a:lnTo>
                      <a:lnTo>
                        <a:pt x="312420" y="1268730"/>
                      </a:lnTo>
                      <a:lnTo>
                        <a:pt x="373380" y="1283970"/>
                      </a:lnTo>
                      <a:lnTo>
                        <a:pt x="438150" y="1283970"/>
                      </a:lnTo>
                      <a:lnTo>
                        <a:pt x="518160" y="1310640"/>
                      </a:lnTo>
                      <a:lnTo>
                        <a:pt x="575310" y="1329690"/>
                      </a:lnTo>
                      <a:lnTo>
                        <a:pt x="643890" y="1344930"/>
                      </a:lnTo>
                      <a:lnTo>
                        <a:pt x="811530" y="1394460"/>
                      </a:lnTo>
                      <a:lnTo>
                        <a:pt x="899160" y="1417320"/>
                      </a:lnTo>
                      <a:lnTo>
                        <a:pt x="937260" y="1436370"/>
                      </a:lnTo>
                      <a:lnTo>
                        <a:pt x="986790" y="1443990"/>
                      </a:lnTo>
                      <a:lnTo>
                        <a:pt x="1047750" y="1485900"/>
                      </a:lnTo>
                      <a:lnTo>
                        <a:pt x="1120140" y="1535430"/>
                      </a:lnTo>
                      <a:lnTo>
                        <a:pt x="1196340" y="1577340"/>
                      </a:lnTo>
                      <a:lnTo>
                        <a:pt x="1264920" y="1642110"/>
                      </a:lnTo>
                      <a:lnTo>
                        <a:pt x="1314450" y="1744980"/>
                      </a:lnTo>
                      <a:lnTo>
                        <a:pt x="1379220" y="1916430"/>
                      </a:lnTo>
                      <a:lnTo>
                        <a:pt x="1413510" y="2026920"/>
                      </a:lnTo>
                      <a:lnTo>
                        <a:pt x="1447800" y="2167890"/>
                      </a:lnTo>
                      <a:lnTo>
                        <a:pt x="1463040" y="2244090"/>
                      </a:lnTo>
                      <a:lnTo>
                        <a:pt x="1493520" y="2293620"/>
                      </a:lnTo>
                      <a:lnTo>
                        <a:pt x="1543050" y="2346960"/>
                      </a:lnTo>
                      <a:lnTo>
                        <a:pt x="1638300" y="2388870"/>
                      </a:lnTo>
                      <a:lnTo>
                        <a:pt x="1703070" y="2457450"/>
                      </a:lnTo>
                      <a:lnTo>
                        <a:pt x="1744980" y="2529840"/>
                      </a:lnTo>
                      <a:lnTo>
                        <a:pt x="1813560" y="2602230"/>
                      </a:lnTo>
                      <a:lnTo>
                        <a:pt x="1851660" y="2659380"/>
                      </a:lnTo>
                      <a:lnTo>
                        <a:pt x="1874520" y="2651760"/>
                      </a:lnTo>
                      <a:lnTo>
                        <a:pt x="1885950" y="2613660"/>
                      </a:lnTo>
                      <a:lnTo>
                        <a:pt x="1973580" y="2606040"/>
                      </a:lnTo>
                      <a:lnTo>
                        <a:pt x="2007870" y="2590800"/>
                      </a:lnTo>
                      <a:lnTo>
                        <a:pt x="2080260" y="2590800"/>
                      </a:lnTo>
                      <a:lnTo>
                        <a:pt x="2145030" y="2590800"/>
                      </a:lnTo>
                      <a:lnTo>
                        <a:pt x="2213610" y="2598420"/>
                      </a:lnTo>
                      <a:lnTo>
                        <a:pt x="2244090" y="2590800"/>
                      </a:lnTo>
                      <a:lnTo>
                        <a:pt x="2221230" y="2545080"/>
                      </a:lnTo>
                      <a:lnTo>
                        <a:pt x="2186940" y="2506980"/>
                      </a:lnTo>
                      <a:lnTo>
                        <a:pt x="2145030" y="2465070"/>
                      </a:lnTo>
                      <a:lnTo>
                        <a:pt x="2133600" y="2423160"/>
                      </a:lnTo>
                      <a:lnTo>
                        <a:pt x="2133600" y="2381250"/>
                      </a:lnTo>
                      <a:lnTo>
                        <a:pt x="2118360" y="2305050"/>
                      </a:lnTo>
                      <a:lnTo>
                        <a:pt x="2122170" y="2259330"/>
                      </a:lnTo>
                      <a:lnTo>
                        <a:pt x="2179320" y="2209800"/>
                      </a:lnTo>
                      <a:lnTo>
                        <a:pt x="2205990" y="2205990"/>
                      </a:lnTo>
                      <a:lnTo>
                        <a:pt x="2240280" y="2213610"/>
                      </a:lnTo>
                      <a:lnTo>
                        <a:pt x="2282190" y="2263140"/>
                      </a:lnTo>
                      <a:lnTo>
                        <a:pt x="2343150" y="2293620"/>
                      </a:lnTo>
                      <a:lnTo>
                        <a:pt x="2388870" y="2320290"/>
                      </a:lnTo>
                      <a:lnTo>
                        <a:pt x="2438400" y="2297430"/>
                      </a:lnTo>
                      <a:lnTo>
                        <a:pt x="2449830" y="2263140"/>
                      </a:lnTo>
                      <a:lnTo>
                        <a:pt x="2583180" y="2194560"/>
                      </a:lnTo>
                      <a:lnTo>
                        <a:pt x="2613660" y="2175510"/>
                      </a:lnTo>
                      <a:lnTo>
                        <a:pt x="2693670" y="2175510"/>
                      </a:lnTo>
                      <a:lnTo>
                        <a:pt x="2750820" y="2179320"/>
                      </a:lnTo>
                      <a:lnTo>
                        <a:pt x="2762250" y="2148840"/>
                      </a:lnTo>
                      <a:lnTo>
                        <a:pt x="2762250" y="2148840"/>
                      </a:lnTo>
                      <a:lnTo>
                        <a:pt x="2762250" y="2095500"/>
                      </a:lnTo>
                      <a:lnTo>
                        <a:pt x="2773680" y="2053590"/>
                      </a:lnTo>
                      <a:lnTo>
                        <a:pt x="2766060" y="2004060"/>
                      </a:lnTo>
                      <a:lnTo>
                        <a:pt x="2773680" y="1962150"/>
                      </a:lnTo>
                      <a:lnTo>
                        <a:pt x="2800350" y="1916430"/>
                      </a:lnTo>
                      <a:lnTo>
                        <a:pt x="2800350" y="1866900"/>
                      </a:lnTo>
                      <a:lnTo>
                        <a:pt x="2819400" y="1832610"/>
                      </a:lnTo>
                      <a:lnTo>
                        <a:pt x="2914650" y="1752600"/>
                      </a:lnTo>
                      <a:lnTo>
                        <a:pt x="2948940" y="1676400"/>
                      </a:lnTo>
                      <a:lnTo>
                        <a:pt x="2998470" y="1584960"/>
                      </a:lnTo>
                      <a:lnTo>
                        <a:pt x="3059430" y="1493520"/>
                      </a:lnTo>
                      <a:lnTo>
                        <a:pt x="3093720" y="1394460"/>
                      </a:lnTo>
                      <a:lnTo>
                        <a:pt x="3128010" y="1337310"/>
                      </a:lnTo>
                      <a:lnTo>
                        <a:pt x="3166110" y="1283970"/>
                      </a:lnTo>
                      <a:lnTo>
                        <a:pt x="3154680" y="1253490"/>
                      </a:lnTo>
                      <a:lnTo>
                        <a:pt x="3097530" y="1215390"/>
                      </a:lnTo>
                      <a:lnTo>
                        <a:pt x="2998470" y="1120140"/>
                      </a:lnTo>
                      <a:lnTo>
                        <a:pt x="2967990" y="1074420"/>
                      </a:lnTo>
                      <a:lnTo>
                        <a:pt x="2922270" y="1047750"/>
                      </a:lnTo>
                      <a:lnTo>
                        <a:pt x="2865120" y="1047750"/>
                      </a:lnTo>
                      <a:lnTo>
                        <a:pt x="2819400" y="1043940"/>
                      </a:lnTo>
                      <a:lnTo>
                        <a:pt x="2785110" y="1024890"/>
                      </a:lnTo>
                      <a:lnTo>
                        <a:pt x="2743200" y="1017270"/>
                      </a:lnTo>
                      <a:lnTo>
                        <a:pt x="2659380" y="1024890"/>
                      </a:lnTo>
                      <a:lnTo>
                        <a:pt x="2617470" y="1017270"/>
                      </a:lnTo>
                      <a:lnTo>
                        <a:pt x="2586990" y="994410"/>
                      </a:lnTo>
                      <a:lnTo>
                        <a:pt x="2545080" y="933450"/>
                      </a:lnTo>
                      <a:lnTo>
                        <a:pt x="2506980" y="910590"/>
                      </a:lnTo>
                      <a:lnTo>
                        <a:pt x="2468880" y="887730"/>
                      </a:lnTo>
                      <a:lnTo>
                        <a:pt x="2465070" y="861060"/>
                      </a:lnTo>
                      <a:lnTo>
                        <a:pt x="2487930" y="822960"/>
                      </a:lnTo>
                      <a:lnTo>
                        <a:pt x="2484120" y="788670"/>
                      </a:lnTo>
                      <a:lnTo>
                        <a:pt x="2514600" y="716280"/>
                      </a:lnTo>
                      <a:lnTo>
                        <a:pt x="2522220" y="666750"/>
                      </a:lnTo>
                      <a:lnTo>
                        <a:pt x="2522220" y="617220"/>
                      </a:lnTo>
                      <a:lnTo>
                        <a:pt x="2480310" y="590550"/>
                      </a:lnTo>
                      <a:lnTo>
                        <a:pt x="2411730" y="556260"/>
                      </a:lnTo>
                      <a:lnTo>
                        <a:pt x="2251710" y="449580"/>
                      </a:lnTo>
                      <a:lnTo>
                        <a:pt x="2164080" y="411480"/>
                      </a:lnTo>
                      <a:lnTo>
                        <a:pt x="2042160" y="327660"/>
                      </a:lnTo>
                      <a:lnTo>
                        <a:pt x="1981200" y="293370"/>
                      </a:lnTo>
                      <a:lnTo>
                        <a:pt x="1939290" y="255270"/>
                      </a:lnTo>
                      <a:lnTo>
                        <a:pt x="1840230" y="209550"/>
                      </a:lnTo>
                      <a:lnTo>
                        <a:pt x="1817370" y="171450"/>
                      </a:lnTo>
                      <a:lnTo>
                        <a:pt x="1790700" y="171450"/>
                      </a:lnTo>
                      <a:lnTo>
                        <a:pt x="1767840" y="194310"/>
                      </a:lnTo>
                      <a:lnTo>
                        <a:pt x="1744980" y="213360"/>
                      </a:lnTo>
                      <a:lnTo>
                        <a:pt x="1741170" y="255270"/>
                      </a:lnTo>
                      <a:lnTo>
                        <a:pt x="1722120" y="281940"/>
                      </a:lnTo>
                      <a:lnTo>
                        <a:pt x="1687830" y="281940"/>
                      </a:lnTo>
                      <a:lnTo>
                        <a:pt x="1626870" y="262890"/>
                      </a:lnTo>
                      <a:lnTo>
                        <a:pt x="1516380" y="217170"/>
                      </a:lnTo>
                      <a:lnTo>
                        <a:pt x="1474470" y="205740"/>
                      </a:lnTo>
                      <a:lnTo>
                        <a:pt x="1440180" y="186690"/>
                      </a:lnTo>
                      <a:lnTo>
                        <a:pt x="1417320" y="163830"/>
                      </a:lnTo>
                      <a:lnTo>
                        <a:pt x="1402080" y="125730"/>
                      </a:lnTo>
                      <a:lnTo>
                        <a:pt x="1383030" y="80010"/>
                      </a:lnTo>
                      <a:lnTo>
                        <a:pt x="1375410" y="45720"/>
                      </a:lnTo>
                      <a:lnTo>
                        <a:pt x="1371600" y="11430"/>
                      </a:lnTo>
                      <a:lnTo>
                        <a:pt x="1341120" y="0"/>
                      </a:lnTo>
                      <a:lnTo>
                        <a:pt x="1314450" y="19050"/>
                      </a:lnTo>
                      <a:lnTo>
                        <a:pt x="1303020" y="60960"/>
                      </a:lnTo>
                      <a:lnTo>
                        <a:pt x="1276350" y="106680"/>
                      </a:lnTo>
                      <a:lnTo>
                        <a:pt x="1249680" y="152400"/>
                      </a:lnTo>
                      <a:lnTo>
                        <a:pt x="1226820" y="182880"/>
                      </a:lnTo>
                      <a:lnTo>
                        <a:pt x="1211580" y="217170"/>
                      </a:lnTo>
                      <a:lnTo>
                        <a:pt x="1173480" y="247650"/>
                      </a:lnTo>
                      <a:lnTo>
                        <a:pt x="1047750" y="285750"/>
                      </a:lnTo>
                      <a:lnTo>
                        <a:pt x="925830" y="354330"/>
                      </a:lnTo>
                      <a:lnTo>
                        <a:pt x="830580" y="388620"/>
                      </a:lnTo>
                      <a:lnTo>
                        <a:pt x="716280" y="441960"/>
                      </a:lnTo>
                      <a:lnTo>
                        <a:pt x="670560" y="468630"/>
                      </a:lnTo>
                      <a:lnTo>
                        <a:pt x="628650" y="502920"/>
                      </a:lnTo>
                      <a:lnTo>
                        <a:pt x="521970" y="5067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6" name="강남구">
                  <a:extLst>
                    <a:ext uri="{FF2B5EF4-FFF2-40B4-BE49-F238E27FC236}">
                      <a16:creationId xmlns:a16="http://schemas.microsoft.com/office/drawing/2014/main" id="{6210F30B-3EE6-4289-1C9C-D6CF1B86094F}"/>
                    </a:ext>
                  </a:extLst>
                </p:cNvPr>
                <p:cNvSpPr/>
                <p:nvPr/>
              </p:nvSpPr>
              <p:spPr>
                <a:xfrm>
                  <a:off x="4122420" y="8229600"/>
                  <a:ext cx="3417570" cy="3063240"/>
                </a:xfrm>
                <a:custGeom>
                  <a:avLst/>
                  <a:gdLst>
                    <a:gd name="connsiteX0" fmla="*/ 502920 w 3417570"/>
                    <a:gd name="connsiteY0" fmla="*/ 15240 h 3063240"/>
                    <a:gd name="connsiteX1" fmla="*/ 502920 w 3417570"/>
                    <a:gd name="connsiteY1" fmla="*/ 15240 h 3063240"/>
                    <a:gd name="connsiteX2" fmla="*/ 609600 w 3417570"/>
                    <a:gd name="connsiteY2" fmla="*/ 49530 h 3063240"/>
                    <a:gd name="connsiteX3" fmla="*/ 704850 w 3417570"/>
                    <a:gd name="connsiteY3" fmla="*/ 64770 h 3063240"/>
                    <a:gd name="connsiteX4" fmla="*/ 762000 w 3417570"/>
                    <a:gd name="connsiteY4" fmla="*/ 83820 h 3063240"/>
                    <a:gd name="connsiteX5" fmla="*/ 822960 w 3417570"/>
                    <a:gd name="connsiteY5" fmla="*/ 99060 h 3063240"/>
                    <a:gd name="connsiteX6" fmla="*/ 910590 w 3417570"/>
                    <a:gd name="connsiteY6" fmla="*/ 137160 h 3063240"/>
                    <a:gd name="connsiteX7" fmla="*/ 990600 w 3417570"/>
                    <a:gd name="connsiteY7" fmla="*/ 179070 h 3063240"/>
                    <a:gd name="connsiteX8" fmla="*/ 1085850 w 3417570"/>
                    <a:gd name="connsiteY8" fmla="*/ 220980 h 3063240"/>
                    <a:gd name="connsiteX9" fmla="*/ 1169670 w 3417570"/>
                    <a:gd name="connsiteY9" fmla="*/ 281940 h 3063240"/>
                    <a:gd name="connsiteX10" fmla="*/ 1238250 w 3417570"/>
                    <a:gd name="connsiteY10" fmla="*/ 300990 h 3063240"/>
                    <a:gd name="connsiteX11" fmla="*/ 1306830 w 3417570"/>
                    <a:gd name="connsiteY11" fmla="*/ 323850 h 3063240"/>
                    <a:gd name="connsiteX12" fmla="*/ 1341120 w 3417570"/>
                    <a:gd name="connsiteY12" fmla="*/ 331470 h 3063240"/>
                    <a:gd name="connsiteX13" fmla="*/ 1390650 w 3417570"/>
                    <a:gd name="connsiteY13" fmla="*/ 377190 h 3063240"/>
                    <a:gd name="connsiteX14" fmla="*/ 1440180 w 3417570"/>
                    <a:gd name="connsiteY14" fmla="*/ 426720 h 3063240"/>
                    <a:gd name="connsiteX15" fmla="*/ 1508760 w 3417570"/>
                    <a:gd name="connsiteY15" fmla="*/ 468630 h 3063240"/>
                    <a:gd name="connsiteX16" fmla="*/ 1546860 w 3417570"/>
                    <a:gd name="connsiteY16" fmla="*/ 495300 h 3063240"/>
                    <a:gd name="connsiteX17" fmla="*/ 1550670 w 3417570"/>
                    <a:gd name="connsiteY17" fmla="*/ 552450 h 3063240"/>
                    <a:gd name="connsiteX18" fmla="*/ 1539240 w 3417570"/>
                    <a:gd name="connsiteY18" fmla="*/ 582930 h 3063240"/>
                    <a:gd name="connsiteX19" fmla="*/ 1539240 w 3417570"/>
                    <a:gd name="connsiteY19" fmla="*/ 659130 h 3063240"/>
                    <a:gd name="connsiteX20" fmla="*/ 1554480 w 3417570"/>
                    <a:gd name="connsiteY20" fmla="*/ 781050 h 3063240"/>
                    <a:gd name="connsiteX21" fmla="*/ 1554480 w 3417570"/>
                    <a:gd name="connsiteY21" fmla="*/ 857250 h 3063240"/>
                    <a:gd name="connsiteX22" fmla="*/ 1573530 w 3417570"/>
                    <a:gd name="connsiteY22" fmla="*/ 941070 h 3063240"/>
                    <a:gd name="connsiteX23" fmla="*/ 1577340 w 3417570"/>
                    <a:gd name="connsiteY23" fmla="*/ 1047750 h 3063240"/>
                    <a:gd name="connsiteX24" fmla="*/ 1592580 w 3417570"/>
                    <a:gd name="connsiteY24" fmla="*/ 1150620 h 3063240"/>
                    <a:gd name="connsiteX25" fmla="*/ 1592580 w 3417570"/>
                    <a:gd name="connsiteY25" fmla="*/ 1219200 h 3063240"/>
                    <a:gd name="connsiteX26" fmla="*/ 1588770 w 3417570"/>
                    <a:gd name="connsiteY26" fmla="*/ 1261110 h 3063240"/>
                    <a:gd name="connsiteX27" fmla="*/ 1607820 w 3417570"/>
                    <a:gd name="connsiteY27" fmla="*/ 1295400 h 3063240"/>
                    <a:gd name="connsiteX28" fmla="*/ 1642110 w 3417570"/>
                    <a:gd name="connsiteY28" fmla="*/ 1303020 h 3063240"/>
                    <a:gd name="connsiteX29" fmla="*/ 1684020 w 3417570"/>
                    <a:gd name="connsiteY29" fmla="*/ 1360170 h 3063240"/>
                    <a:gd name="connsiteX30" fmla="*/ 1748790 w 3417570"/>
                    <a:gd name="connsiteY30" fmla="*/ 1379220 h 3063240"/>
                    <a:gd name="connsiteX31" fmla="*/ 1832610 w 3417570"/>
                    <a:gd name="connsiteY31" fmla="*/ 1379220 h 3063240"/>
                    <a:gd name="connsiteX32" fmla="*/ 1931670 w 3417570"/>
                    <a:gd name="connsiteY32" fmla="*/ 1398270 h 3063240"/>
                    <a:gd name="connsiteX33" fmla="*/ 2042160 w 3417570"/>
                    <a:gd name="connsiteY33" fmla="*/ 1417320 h 3063240"/>
                    <a:gd name="connsiteX34" fmla="*/ 2179320 w 3417570"/>
                    <a:gd name="connsiteY34" fmla="*/ 1466850 h 3063240"/>
                    <a:gd name="connsiteX35" fmla="*/ 2305050 w 3417570"/>
                    <a:gd name="connsiteY35" fmla="*/ 1489710 h 3063240"/>
                    <a:gd name="connsiteX36" fmla="*/ 2453640 w 3417570"/>
                    <a:gd name="connsiteY36" fmla="*/ 1539240 h 3063240"/>
                    <a:gd name="connsiteX37" fmla="*/ 2537460 w 3417570"/>
                    <a:gd name="connsiteY37" fmla="*/ 1569720 h 3063240"/>
                    <a:gd name="connsiteX38" fmla="*/ 2651760 w 3417570"/>
                    <a:gd name="connsiteY38" fmla="*/ 1623060 h 3063240"/>
                    <a:gd name="connsiteX39" fmla="*/ 2743200 w 3417570"/>
                    <a:gd name="connsiteY39" fmla="*/ 1703070 h 3063240"/>
                    <a:gd name="connsiteX40" fmla="*/ 2796540 w 3417570"/>
                    <a:gd name="connsiteY40" fmla="*/ 1714500 h 3063240"/>
                    <a:gd name="connsiteX41" fmla="*/ 2823210 w 3417570"/>
                    <a:gd name="connsiteY41" fmla="*/ 1779270 h 3063240"/>
                    <a:gd name="connsiteX42" fmla="*/ 2868930 w 3417570"/>
                    <a:gd name="connsiteY42" fmla="*/ 1905000 h 3063240"/>
                    <a:gd name="connsiteX43" fmla="*/ 2918460 w 3417570"/>
                    <a:gd name="connsiteY43" fmla="*/ 2034540 h 3063240"/>
                    <a:gd name="connsiteX44" fmla="*/ 2960370 w 3417570"/>
                    <a:gd name="connsiteY44" fmla="*/ 2145030 h 3063240"/>
                    <a:gd name="connsiteX45" fmla="*/ 2979420 w 3417570"/>
                    <a:gd name="connsiteY45" fmla="*/ 2240280 h 3063240"/>
                    <a:gd name="connsiteX46" fmla="*/ 3013710 w 3417570"/>
                    <a:gd name="connsiteY46" fmla="*/ 2327910 h 3063240"/>
                    <a:gd name="connsiteX47" fmla="*/ 3013710 w 3417570"/>
                    <a:gd name="connsiteY47" fmla="*/ 2327910 h 3063240"/>
                    <a:gd name="connsiteX48" fmla="*/ 3032760 w 3417570"/>
                    <a:gd name="connsiteY48" fmla="*/ 2400300 h 3063240"/>
                    <a:gd name="connsiteX49" fmla="*/ 3097530 w 3417570"/>
                    <a:gd name="connsiteY49" fmla="*/ 2446020 h 3063240"/>
                    <a:gd name="connsiteX50" fmla="*/ 3147060 w 3417570"/>
                    <a:gd name="connsiteY50" fmla="*/ 2472690 h 3063240"/>
                    <a:gd name="connsiteX51" fmla="*/ 3219450 w 3417570"/>
                    <a:gd name="connsiteY51" fmla="*/ 2541270 h 3063240"/>
                    <a:gd name="connsiteX52" fmla="*/ 3276600 w 3417570"/>
                    <a:gd name="connsiteY52" fmla="*/ 2598420 h 3063240"/>
                    <a:gd name="connsiteX53" fmla="*/ 3360420 w 3417570"/>
                    <a:gd name="connsiteY53" fmla="*/ 2720340 h 3063240"/>
                    <a:gd name="connsiteX54" fmla="*/ 3398520 w 3417570"/>
                    <a:gd name="connsiteY54" fmla="*/ 2769870 h 3063240"/>
                    <a:gd name="connsiteX55" fmla="*/ 3417570 w 3417570"/>
                    <a:gd name="connsiteY55" fmla="*/ 2807970 h 3063240"/>
                    <a:gd name="connsiteX56" fmla="*/ 3383280 w 3417570"/>
                    <a:gd name="connsiteY56" fmla="*/ 2849880 h 3063240"/>
                    <a:gd name="connsiteX57" fmla="*/ 3337560 w 3417570"/>
                    <a:gd name="connsiteY57" fmla="*/ 2884170 h 3063240"/>
                    <a:gd name="connsiteX58" fmla="*/ 3326130 w 3417570"/>
                    <a:gd name="connsiteY58" fmla="*/ 2922270 h 3063240"/>
                    <a:gd name="connsiteX59" fmla="*/ 3284220 w 3417570"/>
                    <a:gd name="connsiteY59" fmla="*/ 2956560 h 3063240"/>
                    <a:gd name="connsiteX60" fmla="*/ 3227070 w 3417570"/>
                    <a:gd name="connsiteY60" fmla="*/ 2945130 h 3063240"/>
                    <a:gd name="connsiteX61" fmla="*/ 3128010 w 3417570"/>
                    <a:gd name="connsiteY61" fmla="*/ 2929890 h 3063240"/>
                    <a:gd name="connsiteX62" fmla="*/ 3051810 w 3417570"/>
                    <a:gd name="connsiteY62" fmla="*/ 2895600 h 3063240"/>
                    <a:gd name="connsiteX63" fmla="*/ 3006090 w 3417570"/>
                    <a:gd name="connsiteY63" fmla="*/ 2865120 h 3063240"/>
                    <a:gd name="connsiteX64" fmla="*/ 2964180 w 3417570"/>
                    <a:gd name="connsiteY64" fmla="*/ 2849880 h 3063240"/>
                    <a:gd name="connsiteX65" fmla="*/ 2922270 w 3417570"/>
                    <a:gd name="connsiteY65" fmla="*/ 2861310 h 3063240"/>
                    <a:gd name="connsiteX66" fmla="*/ 2914650 w 3417570"/>
                    <a:gd name="connsiteY66" fmla="*/ 2922270 h 3063240"/>
                    <a:gd name="connsiteX67" fmla="*/ 2865120 w 3417570"/>
                    <a:gd name="connsiteY67" fmla="*/ 2967990 h 3063240"/>
                    <a:gd name="connsiteX68" fmla="*/ 2815590 w 3417570"/>
                    <a:gd name="connsiteY68" fmla="*/ 3006090 h 3063240"/>
                    <a:gd name="connsiteX69" fmla="*/ 2762250 w 3417570"/>
                    <a:gd name="connsiteY69" fmla="*/ 3051810 h 3063240"/>
                    <a:gd name="connsiteX70" fmla="*/ 2724150 w 3417570"/>
                    <a:gd name="connsiteY70" fmla="*/ 3063240 h 3063240"/>
                    <a:gd name="connsiteX71" fmla="*/ 2701290 w 3417570"/>
                    <a:gd name="connsiteY71" fmla="*/ 3017520 h 3063240"/>
                    <a:gd name="connsiteX72" fmla="*/ 2693670 w 3417570"/>
                    <a:gd name="connsiteY72" fmla="*/ 2956560 h 3063240"/>
                    <a:gd name="connsiteX73" fmla="*/ 2678430 w 3417570"/>
                    <a:gd name="connsiteY73" fmla="*/ 2899410 h 3063240"/>
                    <a:gd name="connsiteX74" fmla="*/ 2670810 w 3417570"/>
                    <a:gd name="connsiteY74" fmla="*/ 2849880 h 3063240"/>
                    <a:gd name="connsiteX75" fmla="*/ 2670810 w 3417570"/>
                    <a:gd name="connsiteY75" fmla="*/ 2792730 h 3063240"/>
                    <a:gd name="connsiteX76" fmla="*/ 2632710 w 3417570"/>
                    <a:gd name="connsiteY76" fmla="*/ 2777490 h 3063240"/>
                    <a:gd name="connsiteX77" fmla="*/ 2586990 w 3417570"/>
                    <a:gd name="connsiteY77" fmla="*/ 2792730 h 3063240"/>
                    <a:gd name="connsiteX78" fmla="*/ 2548890 w 3417570"/>
                    <a:gd name="connsiteY78" fmla="*/ 2777490 h 3063240"/>
                    <a:gd name="connsiteX79" fmla="*/ 2533650 w 3417570"/>
                    <a:gd name="connsiteY79" fmla="*/ 2735580 h 3063240"/>
                    <a:gd name="connsiteX80" fmla="*/ 2548890 w 3417570"/>
                    <a:gd name="connsiteY80" fmla="*/ 2659380 h 3063240"/>
                    <a:gd name="connsiteX81" fmla="*/ 2529840 w 3417570"/>
                    <a:gd name="connsiteY81" fmla="*/ 2625090 h 3063240"/>
                    <a:gd name="connsiteX82" fmla="*/ 2457450 w 3417570"/>
                    <a:gd name="connsiteY82" fmla="*/ 2590800 h 3063240"/>
                    <a:gd name="connsiteX83" fmla="*/ 2407920 w 3417570"/>
                    <a:gd name="connsiteY83" fmla="*/ 2571750 h 3063240"/>
                    <a:gd name="connsiteX84" fmla="*/ 2362200 w 3417570"/>
                    <a:gd name="connsiteY84" fmla="*/ 2567940 h 3063240"/>
                    <a:gd name="connsiteX85" fmla="*/ 2339340 w 3417570"/>
                    <a:gd name="connsiteY85" fmla="*/ 2533650 h 3063240"/>
                    <a:gd name="connsiteX86" fmla="*/ 2312670 w 3417570"/>
                    <a:gd name="connsiteY86" fmla="*/ 2510790 h 3063240"/>
                    <a:gd name="connsiteX87" fmla="*/ 2327910 w 3417570"/>
                    <a:gd name="connsiteY87" fmla="*/ 2468880 h 3063240"/>
                    <a:gd name="connsiteX88" fmla="*/ 2362200 w 3417570"/>
                    <a:gd name="connsiteY88" fmla="*/ 2385060 h 3063240"/>
                    <a:gd name="connsiteX89" fmla="*/ 2396490 w 3417570"/>
                    <a:gd name="connsiteY89" fmla="*/ 2316480 h 3063240"/>
                    <a:gd name="connsiteX90" fmla="*/ 2407920 w 3417570"/>
                    <a:gd name="connsiteY90" fmla="*/ 2274570 h 3063240"/>
                    <a:gd name="connsiteX91" fmla="*/ 2404110 w 3417570"/>
                    <a:gd name="connsiteY91" fmla="*/ 2240280 h 3063240"/>
                    <a:gd name="connsiteX92" fmla="*/ 2366010 w 3417570"/>
                    <a:gd name="connsiteY92" fmla="*/ 2221230 h 3063240"/>
                    <a:gd name="connsiteX93" fmla="*/ 2320290 w 3417570"/>
                    <a:gd name="connsiteY93" fmla="*/ 2236470 h 3063240"/>
                    <a:gd name="connsiteX94" fmla="*/ 2297430 w 3417570"/>
                    <a:gd name="connsiteY94" fmla="*/ 2259330 h 3063240"/>
                    <a:gd name="connsiteX95" fmla="*/ 2259330 w 3417570"/>
                    <a:gd name="connsiteY95" fmla="*/ 2289810 h 3063240"/>
                    <a:gd name="connsiteX96" fmla="*/ 2221230 w 3417570"/>
                    <a:gd name="connsiteY96" fmla="*/ 2289810 h 3063240"/>
                    <a:gd name="connsiteX97" fmla="*/ 2190750 w 3417570"/>
                    <a:gd name="connsiteY97" fmla="*/ 2274570 h 3063240"/>
                    <a:gd name="connsiteX98" fmla="*/ 2156460 w 3417570"/>
                    <a:gd name="connsiteY98" fmla="*/ 2266950 h 3063240"/>
                    <a:gd name="connsiteX99" fmla="*/ 2114550 w 3417570"/>
                    <a:gd name="connsiteY99" fmla="*/ 2259330 h 3063240"/>
                    <a:gd name="connsiteX100" fmla="*/ 2068830 w 3417570"/>
                    <a:gd name="connsiteY100" fmla="*/ 2259330 h 3063240"/>
                    <a:gd name="connsiteX101" fmla="*/ 2049780 w 3417570"/>
                    <a:gd name="connsiteY101" fmla="*/ 2293620 h 3063240"/>
                    <a:gd name="connsiteX102" fmla="*/ 1996440 w 3417570"/>
                    <a:gd name="connsiteY102" fmla="*/ 2335530 h 3063240"/>
                    <a:gd name="connsiteX103" fmla="*/ 1969770 w 3417570"/>
                    <a:gd name="connsiteY103" fmla="*/ 2381250 h 3063240"/>
                    <a:gd name="connsiteX104" fmla="*/ 1920240 w 3417570"/>
                    <a:gd name="connsiteY104" fmla="*/ 2400300 h 3063240"/>
                    <a:gd name="connsiteX105" fmla="*/ 1844040 w 3417570"/>
                    <a:gd name="connsiteY105" fmla="*/ 2392680 h 3063240"/>
                    <a:gd name="connsiteX106" fmla="*/ 1733550 w 3417570"/>
                    <a:gd name="connsiteY106" fmla="*/ 2400300 h 3063240"/>
                    <a:gd name="connsiteX107" fmla="*/ 1684020 w 3417570"/>
                    <a:gd name="connsiteY107" fmla="*/ 2426970 h 3063240"/>
                    <a:gd name="connsiteX108" fmla="*/ 1630680 w 3417570"/>
                    <a:gd name="connsiteY108" fmla="*/ 2472690 h 3063240"/>
                    <a:gd name="connsiteX109" fmla="*/ 1531620 w 3417570"/>
                    <a:gd name="connsiteY109" fmla="*/ 2526030 h 3063240"/>
                    <a:gd name="connsiteX110" fmla="*/ 1489710 w 3417570"/>
                    <a:gd name="connsiteY110" fmla="*/ 2564130 h 3063240"/>
                    <a:gd name="connsiteX111" fmla="*/ 1436370 w 3417570"/>
                    <a:gd name="connsiteY111" fmla="*/ 2579370 h 3063240"/>
                    <a:gd name="connsiteX112" fmla="*/ 1363980 w 3417570"/>
                    <a:gd name="connsiteY112" fmla="*/ 2632710 h 3063240"/>
                    <a:gd name="connsiteX113" fmla="*/ 1329690 w 3417570"/>
                    <a:gd name="connsiteY113" fmla="*/ 2689860 h 3063240"/>
                    <a:gd name="connsiteX114" fmla="*/ 1283970 w 3417570"/>
                    <a:gd name="connsiteY114" fmla="*/ 2705100 h 3063240"/>
                    <a:gd name="connsiteX115" fmla="*/ 1215390 w 3417570"/>
                    <a:gd name="connsiteY115" fmla="*/ 2708910 h 3063240"/>
                    <a:gd name="connsiteX116" fmla="*/ 1177290 w 3417570"/>
                    <a:gd name="connsiteY116" fmla="*/ 2697480 h 3063240"/>
                    <a:gd name="connsiteX117" fmla="*/ 1146810 w 3417570"/>
                    <a:gd name="connsiteY117" fmla="*/ 2647950 h 3063240"/>
                    <a:gd name="connsiteX118" fmla="*/ 1150620 w 3417570"/>
                    <a:gd name="connsiteY118" fmla="*/ 2628900 h 3063240"/>
                    <a:gd name="connsiteX119" fmla="*/ 1169670 w 3417570"/>
                    <a:gd name="connsiteY119" fmla="*/ 2590800 h 3063240"/>
                    <a:gd name="connsiteX120" fmla="*/ 1188720 w 3417570"/>
                    <a:gd name="connsiteY120" fmla="*/ 2586990 h 3063240"/>
                    <a:gd name="connsiteX121" fmla="*/ 1211580 w 3417570"/>
                    <a:gd name="connsiteY121" fmla="*/ 2567940 h 3063240"/>
                    <a:gd name="connsiteX122" fmla="*/ 1207770 w 3417570"/>
                    <a:gd name="connsiteY122" fmla="*/ 2533650 h 3063240"/>
                    <a:gd name="connsiteX123" fmla="*/ 1173480 w 3417570"/>
                    <a:gd name="connsiteY123" fmla="*/ 2522220 h 3063240"/>
                    <a:gd name="connsiteX124" fmla="*/ 1127760 w 3417570"/>
                    <a:gd name="connsiteY124" fmla="*/ 2484120 h 3063240"/>
                    <a:gd name="connsiteX125" fmla="*/ 1120140 w 3417570"/>
                    <a:gd name="connsiteY125" fmla="*/ 2472690 h 3063240"/>
                    <a:gd name="connsiteX126" fmla="*/ 1131570 w 3417570"/>
                    <a:gd name="connsiteY126" fmla="*/ 2426970 h 3063240"/>
                    <a:gd name="connsiteX127" fmla="*/ 1093470 w 3417570"/>
                    <a:gd name="connsiteY127" fmla="*/ 2385060 h 3063240"/>
                    <a:gd name="connsiteX128" fmla="*/ 1032510 w 3417570"/>
                    <a:gd name="connsiteY128" fmla="*/ 2339340 h 3063240"/>
                    <a:gd name="connsiteX129" fmla="*/ 982980 w 3417570"/>
                    <a:gd name="connsiteY129" fmla="*/ 2278380 h 3063240"/>
                    <a:gd name="connsiteX130" fmla="*/ 956310 w 3417570"/>
                    <a:gd name="connsiteY130" fmla="*/ 2221230 h 3063240"/>
                    <a:gd name="connsiteX131" fmla="*/ 941070 w 3417570"/>
                    <a:gd name="connsiteY131" fmla="*/ 2145030 h 3063240"/>
                    <a:gd name="connsiteX132" fmla="*/ 922020 w 3417570"/>
                    <a:gd name="connsiteY132" fmla="*/ 2091690 h 3063240"/>
                    <a:gd name="connsiteX133" fmla="*/ 914400 w 3417570"/>
                    <a:gd name="connsiteY133" fmla="*/ 2030730 h 3063240"/>
                    <a:gd name="connsiteX134" fmla="*/ 914400 w 3417570"/>
                    <a:gd name="connsiteY134" fmla="*/ 1958340 h 3063240"/>
                    <a:gd name="connsiteX135" fmla="*/ 899160 w 3417570"/>
                    <a:gd name="connsiteY135" fmla="*/ 1905000 h 3063240"/>
                    <a:gd name="connsiteX136" fmla="*/ 880110 w 3417570"/>
                    <a:gd name="connsiteY136" fmla="*/ 1878330 h 3063240"/>
                    <a:gd name="connsiteX137" fmla="*/ 857250 w 3417570"/>
                    <a:gd name="connsiteY137" fmla="*/ 1870710 h 3063240"/>
                    <a:gd name="connsiteX138" fmla="*/ 807720 w 3417570"/>
                    <a:gd name="connsiteY138" fmla="*/ 1874520 h 3063240"/>
                    <a:gd name="connsiteX139" fmla="*/ 742950 w 3417570"/>
                    <a:gd name="connsiteY139" fmla="*/ 1870710 h 3063240"/>
                    <a:gd name="connsiteX140" fmla="*/ 666750 w 3417570"/>
                    <a:gd name="connsiteY140" fmla="*/ 1878330 h 3063240"/>
                    <a:gd name="connsiteX141" fmla="*/ 617220 w 3417570"/>
                    <a:gd name="connsiteY141" fmla="*/ 1874520 h 3063240"/>
                    <a:gd name="connsiteX142" fmla="*/ 560070 w 3417570"/>
                    <a:gd name="connsiteY142" fmla="*/ 1847850 h 3063240"/>
                    <a:gd name="connsiteX143" fmla="*/ 537210 w 3417570"/>
                    <a:gd name="connsiteY143" fmla="*/ 1786890 h 3063240"/>
                    <a:gd name="connsiteX144" fmla="*/ 537210 w 3417570"/>
                    <a:gd name="connsiteY144" fmla="*/ 1725930 h 3063240"/>
                    <a:gd name="connsiteX145" fmla="*/ 434340 w 3417570"/>
                    <a:gd name="connsiteY145" fmla="*/ 1543050 h 3063240"/>
                    <a:gd name="connsiteX146" fmla="*/ 358140 w 3417570"/>
                    <a:gd name="connsiteY146" fmla="*/ 1360170 h 3063240"/>
                    <a:gd name="connsiteX147" fmla="*/ 285750 w 3417570"/>
                    <a:gd name="connsiteY147" fmla="*/ 1177290 h 3063240"/>
                    <a:gd name="connsiteX148" fmla="*/ 236220 w 3417570"/>
                    <a:gd name="connsiteY148" fmla="*/ 1059180 h 3063240"/>
                    <a:gd name="connsiteX149" fmla="*/ 201930 w 3417570"/>
                    <a:gd name="connsiteY149" fmla="*/ 963930 h 3063240"/>
                    <a:gd name="connsiteX150" fmla="*/ 186690 w 3417570"/>
                    <a:gd name="connsiteY150" fmla="*/ 891540 h 3063240"/>
                    <a:gd name="connsiteX151" fmla="*/ 179070 w 3417570"/>
                    <a:gd name="connsiteY151" fmla="*/ 834390 h 3063240"/>
                    <a:gd name="connsiteX152" fmla="*/ 163830 w 3417570"/>
                    <a:gd name="connsiteY152" fmla="*/ 769620 h 3063240"/>
                    <a:gd name="connsiteX153" fmla="*/ 156210 w 3417570"/>
                    <a:gd name="connsiteY153" fmla="*/ 697230 h 3063240"/>
                    <a:gd name="connsiteX154" fmla="*/ 148590 w 3417570"/>
                    <a:gd name="connsiteY154" fmla="*/ 655320 h 3063240"/>
                    <a:gd name="connsiteX155" fmla="*/ 118110 w 3417570"/>
                    <a:gd name="connsiteY155" fmla="*/ 605790 h 3063240"/>
                    <a:gd name="connsiteX156" fmla="*/ 76200 w 3417570"/>
                    <a:gd name="connsiteY156" fmla="*/ 567690 h 3063240"/>
                    <a:gd name="connsiteX157" fmla="*/ 22860 w 3417570"/>
                    <a:gd name="connsiteY157" fmla="*/ 495300 h 3063240"/>
                    <a:gd name="connsiteX158" fmla="*/ 0 w 3417570"/>
                    <a:gd name="connsiteY158" fmla="*/ 461010 h 3063240"/>
                    <a:gd name="connsiteX159" fmla="*/ 0 w 3417570"/>
                    <a:gd name="connsiteY159" fmla="*/ 461010 h 3063240"/>
                    <a:gd name="connsiteX160" fmla="*/ 22860 w 3417570"/>
                    <a:gd name="connsiteY160" fmla="*/ 419100 h 3063240"/>
                    <a:gd name="connsiteX161" fmla="*/ 64770 w 3417570"/>
                    <a:gd name="connsiteY161" fmla="*/ 392430 h 3063240"/>
                    <a:gd name="connsiteX162" fmla="*/ 125730 w 3417570"/>
                    <a:gd name="connsiteY162" fmla="*/ 304800 h 3063240"/>
                    <a:gd name="connsiteX163" fmla="*/ 167640 w 3417570"/>
                    <a:gd name="connsiteY163" fmla="*/ 243840 h 3063240"/>
                    <a:gd name="connsiteX164" fmla="*/ 217170 w 3417570"/>
                    <a:gd name="connsiteY164" fmla="*/ 182880 h 3063240"/>
                    <a:gd name="connsiteX165" fmla="*/ 293370 w 3417570"/>
                    <a:gd name="connsiteY165" fmla="*/ 99060 h 3063240"/>
                    <a:gd name="connsiteX166" fmla="*/ 320040 w 3417570"/>
                    <a:gd name="connsiteY166" fmla="*/ 38100 h 3063240"/>
                    <a:gd name="connsiteX167" fmla="*/ 350520 w 3417570"/>
                    <a:gd name="connsiteY167" fmla="*/ 22860 h 3063240"/>
                    <a:gd name="connsiteX168" fmla="*/ 407670 w 3417570"/>
                    <a:gd name="connsiteY168" fmla="*/ 22860 h 3063240"/>
                    <a:gd name="connsiteX169" fmla="*/ 445770 w 3417570"/>
                    <a:gd name="connsiteY169" fmla="*/ 0 h 3063240"/>
                    <a:gd name="connsiteX170" fmla="*/ 502920 w 3417570"/>
                    <a:gd name="connsiteY170" fmla="*/ 15240 h 30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3417570" h="3063240">
                      <a:moveTo>
                        <a:pt x="502920" y="15240"/>
                      </a:moveTo>
                      <a:lnTo>
                        <a:pt x="502920" y="15240"/>
                      </a:lnTo>
                      <a:lnTo>
                        <a:pt x="609600" y="49530"/>
                      </a:lnTo>
                      <a:lnTo>
                        <a:pt x="704850" y="64770"/>
                      </a:lnTo>
                      <a:lnTo>
                        <a:pt x="762000" y="83820"/>
                      </a:lnTo>
                      <a:lnTo>
                        <a:pt x="822960" y="99060"/>
                      </a:lnTo>
                      <a:lnTo>
                        <a:pt x="910590" y="137160"/>
                      </a:lnTo>
                      <a:lnTo>
                        <a:pt x="990600" y="179070"/>
                      </a:lnTo>
                      <a:lnTo>
                        <a:pt x="1085850" y="220980"/>
                      </a:lnTo>
                      <a:lnTo>
                        <a:pt x="1169670" y="281940"/>
                      </a:lnTo>
                      <a:lnTo>
                        <a:pt x="1238250" y="300990"/>
                      </a:lnTo>
                      <a:lnTo>
                        <a:pt x="1306830" y="323850"/>
                      </a:lnTo>
                      <a:lnTo>
                        <a:pt x="1341120" y="331470"/>
                      </a:lnTo>
                      <a:lnTo>
                        <a:pt x="1390650" y="377190"/>
                      </a:lnTo>
                      <a:lnTo>
                        <a:pt x="1440180" y="426720"/>
                      </a:lnTo>
                      <a:lnTo>
                        <a:pt x="1508760" y="468630"/>
                      </a:lnTo>
                      <a:lnTo>
                        <a:pt x="1546860" y="495300"/>
                      </a:lnTo>
                      <a:lnTo>
                        <a:pt x="1550670" y="552450"/>
                      </a:lnTo>
                      <a:lnTo>
                        <a:pt x="1539240" y="582930"/>
                      </a:lnTo>
                      <a:lnTo>
                        <a:pt x="1539240" y="659130"/>
                      </a:lnTo>
                      <a:lnTo>
                        <a:pt x="1554480" y="781050"/>
                      </a:lnTo>
                      <a:lnTo>
                        <a:pt x="1554480" y="857250"/>
                      </a:lnTo>
                      <a:lnTo>
                        <a:pt x="1573530" y="941070"/>
                      </a:lnTo>
                      <a:lnTo>
                        <a:pt x="1577340" y="1047750"/>
                      </a:lnTo>
                      <a:lnTo>
                        <a:pt x="1592580" y="1150620"/>
                      </a:lnTo>
                      <a:lnTo>
                        <a:pt x="1592580" y="1219200"/>
                      </a:lnTo>
                      <a:lnTo>
                        <a:pt x="1588770" y="1261110"/>
                      </a:lnTo>
                      <a:lnTo>
                        <a:pt x="1607820" y="1295400"/>
                      </a:lnTo>
                      <a:lnTo>
                        <a:pt x="1642110" y="1303020"/>
                      </a:lnTo>
                      <a:lnTo>
                        <a:pt x="1684020" y="1360170"/>
                      </a:lnTo>
                      <a:lnTo>
                        <a:pt x="1748790" y="1379220"/>
                      </a:lnTo>
                      <a:lnTo>
                        <a:pt x="1832610" y="1379220"/>
                      </a:lnTo>
                      <a:lnTo>
                        <a:pt x="1931670" y="1398270"/>
                      </a:lnTo>
                      <a:lnTo>
                        <a:pt x="2042160" y="1417320"/>
                      </a:lnTo>
                      <a:lnTo>
                        <a:pt x="2179320" y="1466850"/>
                      </a:lnTo>
                      <a:lnTo>
                        <a:pt x="2305050" y="1489710"/>
                      </a:lnTo>
                      <a:lnTo>
                        <a:pt x="2453640" y="1539240"/>
                      </a:lnTo>
                      <a:lnTo>
                        <a:pt x="2537460" y="1569720"/>
                      </a:lnTo>
                      <a:lnTo>
                        <a:pt x="2651760" y="1623060"/>
                      </a:lnTo>
                      <a:lnTo>
                        <a:pt x="2743200" y="1703070"/>
                      </a:lnTo>
                      <a:lnTo>
                        <a:pt x="2796540" y="1714500"/>
                      </a:lnTo>
                      <a:lnTo>
                        <a:pt x="2823210" y="1779270"/>
                      </a:lnTo>
                      <a:lnTo>
                        <a:pt x="2868930" y="1905000"/>
                      </a:lnTo>
                      <a:lnTo>
                        <a:pt x="2918460" y="2034540"/>
                      </a:lnTo>
                      <a:lnTo>
                        <a:pt x="2960370" y="2145030"/>
                      </a:lnTo>
                      <a:lnTo>
                        <a:pt x="2979420" y="2240280"/>
                      </a:lnTo>
                      <a:lnTo>
                        <a:pt x="3013710" y="2327910"/>
                      </a:lnTo>
                      <a:lnTo>
                        <a:pt x="3013710" y="2327910"/>
                      </a:lnTo>
                      <a:lnTo>
                        <a:pt x="3032760" y="2400300"/>
                      </a:lnTo>
                      <a:lnTo>
                        <a:pt x="3097530" y="2446020"/>
                      </a:lnTo>
                      <a:lnTo>
                        <a:pt x="3147060" y="2472690"/>
                      </a:lnTo>
                      <a:lnTo>
                        <a:pt x="3219450" y="2541270"/>
                      </a:lnTo>
                      <a:lnTo>
                        <a:pt x="3276600" y="2598420"/>
                      </a:lnTo>
                      <a:lnTo>
                        <a:pt x="3360420" y="2720340"/>
                      </a:lnTo>
                      <a:lnTo>
                        <a:pt x="3398520" y="2769870"/>
                      </a:lnTo>
                      <a:lnTo>
                        <a:pt x="3417570" y="2807970"/>
                      </a:lnTo>
                      <a:lnTo>
                        <a:pt x="3383280" y="2849880"/>
                      </a:lnTo>
                      <a:lnTo>
                        <a:pt x="3337560" y="2884170"/>
                      </a:lnTo>
                      <a:lnTo>
                        <a:pt x="3326130" y="2922270"/>
                      </a:lnTo>
                      <a:lnTo>
                        <a:pt x="3284220" y="2956560"/>
                      </a:lnTo>
                      <a:lnTo>
                        <a:pt x="3227070" y="2945130"/>
                      </a:lnTo>
                      <a:lnTo>
                        <a:pt x="3128010" y="2929890"/>
                      </a:lnTo>
                      <a:lnTo>
                        <a:pt x="3051810" y="2895600"/>
                      </a:lnTo>
                      <a:lnTo>
                        <a:pt x="3006090" y="2865120"/>
                      </a:lnTo>
                      <a:lnTo>
                        <a:pt x="2964180" y="2849880"/>
                      </a:lnTo>
                      <a:lnTo>
                        <a:pt x="2922270" y="2861310"/>
                      </a:lnTo>
                      <a:lnTo>
                        <a:pt x="2914650" y="2922270"/>
                      </a:lnTo>
                      <a:lnTo>
                        <a:pt x="2865120" y="2967990"/>
                      </a:lnTo>
                      <a:lnTo>
                        <a:pt x="2815590" y="3006090"/>
                      </a:lnTo>
                      <a:lnTo>
                        <a:pt x="2762250" y="3051810"/>
                      </a:lnTo>
                      <a:lnTo>
                        <a:pt x="2724150" y="3063240"/>
                      </a:lnTo>
                      <a:lnTo>
                        <a:pt x="2701290" y="3017520"/>
                      </a:lnTo>
                      <a:lnTo>
                        <a:pt x="2693670" y="2956560"/>
                      </a:lnTo>
                      <a:lnTo>
                        <a:pt x="2678430" y="2899410"/>
                      </a:lnTo>
                      <a:lnTo>
                        <a:pt x="2670810" y="2849880"/>
                      </a:lnTo>
                      <a:lnTo>
                        <a:pt x="2670810" y="2792730"/>
                      </a:lnTo>
                      <a:lnTo>
                        <a:pt x="2632710" y="2777490"/>
                      </a:lnTo>
                      <a:lnTo>
                        <a:pt x="2586990" y="2792730"/>
                      </a:lnTo>
                      <a:lnTo>
                        <a:pt x="2548890" y="2777490"/>
                      </a:lnTo>
                      <a:lnTo>
                        <a:pt x="2533650" y="2735580"/>
                      </a:lnTo>
                      <a:lnTo>
                        <a:pt x="2548890" y="2659380"/>
                      </a:lnTo>
                      <a:lnTo>
                        <a:pt x="2529840" y="2625090"/>
                      </a:lnTo>
                      <a:lnTo>
                        <a:pt x="2457450" y="2590800"/>
                      </a:lnTo>
                      <a:lnTo>
                        <a:pt x="2407920" y="2571750"/>
                      </a:lnTo>
                      <a:lnTo>
                        <a:pt x="2362200" y="2567940"/>
                      </a:lnTo>
                      <a:lnTo>
                        <a:pt x="2339340" y="2533650"/>
                      </a:lnTo>
                      <a:lnTo>
                        <a:pt x="2312670" y="2510790"/>
                      </a:lnTo>
                      <a:lnTo>
                        <a:pt x="2327910" y="2468880"/>
                      </a:lnTo>
                      <a:lnTo>
                        <a:pt x="2362200" y="2385060"/>
                      </a:lnTo>
                      <a:lnTo>
                        <a:pt x="2396490" y="2316480"/>
                      </a:lnTo>
                      <a:lnTo>
                        <a:pt x="2407920" y="2274570"/>
                      </a:lnTo>
                      <a:lnTo>
                        <a:pt x="2404110" y="2240280"/>
                      </a:lnTo>
                      <a:lnTo>
                        <a:pt x="2366010" y="2221230"/>
                      </a:lnTo>
                      <a:lnTo>
                        <a:pt x="2320290" y="2236470"/>
                      </a:lnTo>
                      <a:lnTo>
                        <a:pt x="2297430" y="2259330"/>
                      </a:lnTo>
                      <a:lnTo>
                        <a:pt x="2259330" y="2289810"/>
                      </a:lnTo>
                      <a:lnTo>
                        <a:pt x="2221230" y="2289810"/>
                      </a:lnTo>
                      <a:lnTo>
                        <a:pt x="2190750" y="2274570"/>
                      </a:lnTo>
                      <a:lnTo>
                        <a:pt x="2156460" y="2266950"/>
                      </a:lnTo>
                      <a:lnTo>
                        <a:pt x="2114550" y="2259330"/>
                      </a:lnTo>
                      <a:lnTo>
                        <a:pt x="2068830" y="2259330"/>
                      </a:lnTo>
                      <a:lnTo>
                        <a:pt x="2049780" y="2293620"/>
                      </a:lnTo>
                      <a:lnTo>
                        <a:pt x="1996440" y="2335530"/>
                      </a:lnTo>
                      <a:lnTo>
                        <a:pt x="1969770" y="2381250"/>
                      </a:lnTo>
                      <a:lnTo>
                        <a:pt x="1920240" y="2400300"/>
                      </a:lnTo>
                      <a:lnTo>
                        <a:pt x="1844040" y="2392680"/>
                      </a:lnTo>
                      <a:lnTo>
                        <a:pt x="1733550" y="2400300"/>
                      </a:lnTo>
                      <a:lnTo>
                        <a:pt x="1684020" y="2426970"/>
                      </a:lnTo>
                      <a:lnTo>
                        <a:pt x="1630680" y="2472690"/>
                      </a:lnTo>
                      <a:lnTo>
                        <a:pt x="1531620" y="2526030"/>
                      </a:lnTo>
                      <a:lnTo>
                        <a:pt x="1489710" y="2564130"/>
                      </a:lnTo>
                      <a:lnTo>
                        <a:pt x="1436370" y="2579370"/>
                      </a:lnTo>
                      <a:lnTo>
                        <a:pt x="1363980" y="2632710"/>
                      </a:lnTo>
                      <a:lnTo>
                        <a:pt x="1329690" y="2689860"/>
                      </a:lnTo>
                      <a:lnTo>
                        <a:pt x="1283970" y="2705100"/>
                      </a:lnTo>
                      <a:lnTo>
                        <a:pt x="1215390" y="2708910"/>
                      </a:lnTo>
                      <a:lnTo>
                        <a:pt x="1177290" y="2697480"/>
                      </a:lnTo>
                      <a:lnTo>
                        <a:pt x="1146810" y="2647950"/>
                      </a:lnTo>
                      <a:lnTo>
                        <a:pt x="1150620" y="2628900"/>
                      </a:lnTo>
                      <a:lnTo>
                        <a:pt x="1169670" y="2590800"/>
                      </a:lnTo>
                      <a:lnTo>
                        <a:pt x="1188720" y="2586990"/>
                      </a:lnTo>
                      <a:lnTo>
                        <a:pt x="1211580" y="2567940"/>
                      </a:lnTo>
                      <a:lnTo>
                        <a:pt x="1207770" y="2533650"/>
                      </a:lnTo>
                      <a:lnTo>
                        <a:pt x="1173480" y="2522220"/>
                      </a:lnTo>
                      <a:lnTo>
                        <a:pt x="1127760" y="2484120"/>
                      </a:lnTo>
                      <a:lnTo>
                        <a:pt x="1120140" y="2472690"/>
                      </a:lnTo>
                      <a:lnTo>
                        <a:pt x="1131570" y="2426970"/>
                      </a:lnTo>
                      <a:lnTo>
                        <a:pt x="1093470" y="2385060"/>
                      </a:lnTo>
                      <a:lnTo>
                        <a:pt x="1032510" y="2339340"/>
                      </a:lnTo>
                      <a:lnTo>
                        <a:pt x="982980" y="2278380"/>
                      </a:lnTo>
                      <a:lnTo>
                        <a:pt x="956310" y="2221230"/>
                      </a:lnTo>
                      <a:lnTo>
                        <a:pt x="941070" y="2145030"/>
                      </a:lnTo>
                      <a:lnTo>
                        <a:pt x="922020" y="2091690"/>
                      </a:lnTo>
                      <a:lnTo>
                        <a:pt x="914400" y="2030730"/>
                      </a:lnTo>
                      <a:lnTo>
                        <a:pt x="914400" y="1958340"/>
                      </a:lnTo>
                      <a:lnTo>
                        <a:pt x="899160" y="1905000"/>
                      </a:lnTo>
                      <a:lnTo>
                        <a:pt x="880110" y="1878330"/>
                      </a:lnTo>
                      <a:lnTo>
                        <a:pt x="857250" y="1870710"/>
                      </a:lnTo>
                      <a:lnTo>
                        <a:pt x="807720" y="1874520"/>
                      </a:lnTo>
                      <a:lnTo>
                        <a:pt x="742950" y="1870710"/>
                      </a:lnTo>
                      <a:lnTo>
                        <a:pt x="666750" y="1878330"/>
                      </a:lnTo>
                      <a:lnTo>
                        <a:pt x="617220" y="1874520"/>
                      </a:lnTo>
                      <a:lnTo>
                        <a:pt x="560070" y="1847850"/>
                      </a:lnTo>
                      <a:lnTo>
                        <a:pt x="537210" y="1786890"/>
                      </a:lnTo>
                      <a:lnTo>
                        <a:pt x="537210" y="1725930"/>
                      </a:lnTo>
                      <a:lnTo>
                        <a:pt x="434340" y="1543050"/>
                      </a:lnTo>
                      <a:lnTo>
                        <a:pt x="358140" y="1360170"/>
                      </a:lnTo>
                      <a:lnTo>
                        <a:pt x="285750" y="1177290"/>
                      </a:lnTo>
                      <a:lnTo>
                        <a:pt x="236220" y="1059180"/>
                      </a:lnTo>
                      <a:lnTo>
                        <a:pt x="201930" y="963930"/>
                      </a:lnTo>
                      <a:lnTo>
                        <a:pt x="186690" y="891540"/>
                      </a:lnTo>
                      <a:lnTo>
                        <a:pt x="179070" y="834390"/>
                      </a:lnTo>
                      <a:lnTo>
                        <a:pt x="163830" y="769620"/>
                      </a:lnTo>
                      <a:lnTo>
                        <a:pt x="156210" y="697230"/>
                      </a:lnTo>
                      <a:lnTo>
                        <a:pt x="148590" y="655320"/>
                      </a:lnTo>
                      <a:lnTo>
                        <a:pt x="118110" y="605790"/>
                      </a:lnTo>
                      <a:lnTo>
                        <a:pt x="76200" y="567690"/>
                      </a:lnTo>
                      <a:lnTo>
                        <a:pt x="22860" y="495300"/>
                      </a:lnTo>
                      <a:lnTo>
                        <a:pt x="0" y="461010"/>
                      </a:lnTo>
                      <a:lnTo>
                        <a:pt x="0" y="461010"/>
                      </a:lnTo>
                      <a:lnTo>
                        <a:pt x="22860" y="419100"/>
                      </a:lnTo>
                      <a:lnTo>
                        <a:pt x="64770" y="392430"/>
                      </a:lnTo>
                      <a:lnTo>
                        <a:pt x="125730" y="304800"/>
                      </a:lnTo>
                      <a:lnTo>
                        <a:pt x="167640" y="243840"/>
                      </a:lnTo>
                      <a:lnTo>
                        <a:pt x="217170" y="182880"/>
                      </a:lnTo>
                      <a:lnTo>
                        <a:pt x="293370" y="99060"/>
                      </a:lnTo>
                      <a:lnTo>
                        <a:pt x="320040" y="38100"/>
                      </a:lnTo>
                      <a:lnTo>
                        <a:pt x="350520" y="22860"/>
                      </a:lnTo>
                      <a:lnTo>
                        <a:pt x="407670" y="22860"/>
                      </a:lnTo>
                      <a:lnTo>
                        <a:pt x="445770" y="0"/>
                      </a:lnTo>
                      <a:lnTo>
                        <a:pt x="502920" y="152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7" name="서초구">
                  <a:extLst>
                    <a:ext uri="{FF2B5EF4-FFF2-40B4-BE49-F238E27FC236}">
                      <a16:creationId xmlns:a16="http://schemas.microsoft.com/office/drawing/2014/main" id="{309EE6BF-6902-22CC-1D21-CAF638CD9435}"/>
                    </a:ext>
                  </a:extLst>
                </p:cNvPr>
                <p:cNvSpPr/>
                <p:nvPr/>
              </p:nvSpPr>
              <p:spPr>
                <a:xfrm>
                  <a:off x="3032760" y="8732520"/>
                  <a:ext cx="3728720" cy="3759200"/>
                </a:xfrm>
                <a:custGeom>
                  <a:avLst/>
                  <a:gdLst>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81280 w 3728720"/>
                    <a:gd name="connsiteY26" fmla="*/ 198120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6860 w 3728720"/>
                    <a:gd name="connsiteY174" fmla="*/ 138684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728720" h="3759200">
                      <a:moveTo>
                        <a:pt x="975360" y="45720"/>
                      </a:moveTo>
                      <a:lnTo>
                        <a:pt x="904240" y="116840"/>
                      </a:lnTo>
                      <a:lnTo>
                        <a:pt x="848360" y="172720"/>
                      </a:lnTo>
                      <a:lnTo>
                        <a:pt x="762000" y="213360"/>
                      </a:lnTo>
                      <a:lnTo>
                        <a:pt x="701040" y="294640"/>
                      </a:lnTo>
                      <a:lnTo>
                        <a:pt x="624840" y="350520"/>
                      </a:lnTo>
                      <a:lnTo>
                        <a:pt x="558800" y="391160"/>
                      </a:lnTo>
                      <a:lnTo>
                        <a:pt x="441960" y="447040"/>
                      </a:lnTo>
                      <a:lnTo>
                        <a:pt x="299720" y="513080"/>
                      </a:lnTo>
                      <a:lnTo>
                        <a:pt x="157480" y="563880"/>
                      </a:lnTo>
                      <a:lnTo>
                        <a:pt x="96520" y="584200"/>
                      </a:lnTo>
                      <a:lnTo>
                        <a:pt x="40640" y="584200"/>
                      </a:lnTo>
                      <a:lnTo>
                        <a:pt x="0" y="599440"/>
                      </a:lnTo>
                      <a:lnTo>
                        <a:pt x="0" y="624840"/>
                      </a:lnTo>
                      <a:lnTo>
                        <a:pt x="25400" y="685800"/>
                      </a:lnTo>
                      <a:lnTo>
                        <a:pt x="71120" y="721360"/>
                      </a:lnTo>
                      <a:lnTo>
                        <a:pt x="142240" y="828040"/>
                      </a:lnTo>
                      <a:lnTo>
                        <a:pt x="172720" y="894080"/>
                      </a:lnTo>
                      <a:lnTo>
                        <a:pt x="182880" y="939800"/>
                      </a:lnTo>
                      <a:lnTo>
                        <a:pt x="177800" y="980440"/>
                      </a:lnTo>
                      <a:lnTo>
                        <a:pt x="111760" y="1021080"/>
                      </a:lnTo>
                      <a:lnTo>
                        <a:pt x="91440" y="1066800"/>
                      </a:lnTo>
                      <a:lnTo>
                        <a:pt x="71120" y="1183640"/>
                      </a:lnTo>
                      <a:lnTo>
                        <a:pt x="55880" y="1605280"/>
                      </a:lnTo>
                      <a:lnTo>
                        <a:pt x="35560" y="1676400"/>
                      </a:lnTo>
                      <a:lnTo>
                        <a:pt x="40640" y="1772920"/>
                      </a:lnTo>
                      <a:lnTo>
                        <a:pt x="93980" y="1978660"/>
                      </a:lnTo>
                      <a:lnTo>
                        <a:pt x="170180" y="2077720"/>
                      </a:lnTo>
                      <a:lnTo>
                        <a:pt x="233680" y="2133600"/>
                      </a:lnTo>
                      <a:lnTo>
                        <a:pt x="269240" y="2189480"/>
                      </a:lnTo>
                      <a:lnTo>
                        <a:pt x="269240" y="2280920"/>
                      </a:lnTo>
                      <a:lnTo>
                        <a:pt x="259080" y="2357120"/>
                      </a:lnTo>
                      <a:lnTo>
                        <a:pt x="243840" y="2519680"/>
                      </a:lnTo>
                      <a:lnTo>
                        <a:pt x="243840" y="2519680"/>
                      </a:lnTo>
                      <a:lnTo>
                        <a:pt x="350520" y="2473960"/>
                      </a:lnTo>
                      <a:lnTo>
                        <a:pt x="436880" y="2463800"/>
                      </a:lnTo>
                      <a:lnTo>
                        <a:pt x="497840" y="2448560"/>
                      </a:lnTo>
                      <a:lnTo>
                        <a:pt x="533400" y="2392680"/>
                      </a:lnTo>
                      <a:lnTo>
                        <a:pt x="518160" y="2296160"/>
                      </a:lnTo>
                      <a:lnTo>
                        <a:pt x="523240" y="2204720"/>
                      </a:lnTo>
                      <a:lnTo>
                        <a:pt x="543560" y="2174240"/>
                      </a:lnTo>
                      <a:lnTo>
                        <a:pt x="574040" y="2199640"/>
                      </a:lnTo>
                      <a:lnTo>
                        <a:pt x="665480" y="2189480"/>
                      </a:lnTo>
                      <a:lnTo>
                        <a:pt x="721360" y="2214880"/>
                      </a:lnTo>
                      <a:lnTo>
                        <a:pt x="716280" y="2280920"/>
                      </a:lnTo>
                      <a:lnTo>
                        <a:pt x="716280" y="2326640"/>
                      </a:lnTo>
                      <a:lnTo>
                        <a:pt x="736600" y="2362200"/>
                      </a:lnTo>
                      <a:lnTo>
                        <a:pt x="756920" y="2428240"/>
                      </a:lnTo>
                      <a:lnTo>
                        <a:pt x="772160" y="2494280"/>
                      </a:lnTo>
                      <a:lnTo>
                        <a:pt x="873760" y="2555240"/>
                      </a:lnTo>
                      <a:lnTo>
                        <a:pt x="975360" y="2641600"/>
                      </a:lnTo>
                      <a:lnTo>
                        <a:pt x="1071880" y="2682240"/>
                      </a:lnTo>
                      <a:lnTo>
                        <a:pt x="1173480" y="2717800"/>
                      </a:lnTo>
                      <a:lnTo>
                        <a:pt x="1270000" y="2692400"/>
                      </a:lnTo>
                      <a:lnTo>
                        <a:pt x="1361440" y="2636520"/>
                      </a:lnTo>
                      <a:lnTo>
                        <a:pt x="1463040" y="2606040"/>
                      </a:lnTo>
                      <a:lnTo>
                        <a:pt x="1554480" y="2565400"/>
                      </a:lnTo>
                      <a:lnTo>
                        <a:pt x="1559560" y="2514600"/>
                      </a:lnTo>
                      <a:lnTo>
                        <a:pt x="1549400" y="2438400"/>
                      </a:lnTo>
                      <a:lnTo>
                        <a:pt x="1584960" y="2336800"/>
                      </a:lnTo>
                      <a:lnTo>
                        <a:pt x="1584960" y="2291080"/>
                      </a:lnTo>
                      <a:lnTo>
                        <a:pt x="1590040" y="2250440"/>
                      </a:lnTo>
                      <a:lnTo>
                        <a:pt x="1625600" y="2260600"/>
                      </a:lnTo>
                      <a:lnTo>
                        <a:pt x="1656080" y="2321560"/>
                      </a:lnTo>
                      <a:lnTo>
                        <a:pt x="1722120" y="2387600"/>
                      </a:lnTo>
                      <a:lnTo>
                        <a:pt x="1752600" y="2453640"/>
                      </a:lnTo>
                      <a:lnTo>
                        <a:pt x="1757680" y="2545080"/>
                      </a:lnTo>
                      <a:lnTo>
                        <a:pt x="1752600" y="2636520"/>
                      </a:lnTo>
                      <a:lnTo>
                        <a:pt x="1762760" y="2733040"/>
                      </a:lnTo>
                      <a:lnTo>
                        <a:pt x="1788160" y="2809240"/>
                      </a:lnTo>
                      <a:lnTo>
                        <a:pt x="1859280" y="2910840"/>
                      </a:lnTo>
                      <a:lnTo>
                        <a:pt x="1864360" y="2956560"/>
                      </a:lnTo>
                      <a:lnTo>
                        <a:pt x="1844040" y="3007360"/>
                      </a:lnTo>
                      <a:lnTo>
                        <a:pt x="1823720" y="3088640"/>
                      </a:lnTo>
                      <a:lnTo>
                        <a:pt x="1788160" y="3159760"/>
                      </a:lnTo>
                      <a:lnTo>
                        <a:pt x="1788160" y="3159760"/>
                      </a:lnTo>
                      <a:lnTo>
                        <a:pt x="1767840" y="3241040"/>
                      </a:lnTo>
                      <a:lnTo>
                        <a:pt x="1808480" y="3281680"/>
                      </a:lnTo>
                      <a:lnTo>
                        <a:pt x="1879600" y="3342640"/>
                      </a:lnTo>
                      <a:lnTo>
                        <a:pt x="1920240" y="3373120"/>
                      </a:lnTo>
                      <a:lnTo>
                        <a:pt x="1955800" y="3388360"/>
                      </a:lnTo>
                      <a:lnTo>
                        <a:pt x="2026920" y="3423920"/>
                      </a:lnTo>
                      <a:lnTo>
                        <a:pt x="2082800" y="3545840"/>
                      </a:lnTo>
                      <a:lnTo>
                        <a:pt x="2169160" y="3611880"/>
                      </a:lnTo>
                      <a:lnTo>
                        <a:pt x="2230120" y="3698240"/>
                      </a:lnTo>
                      <a:lnTo>
                        <a:pt x="2311400" y="3754120"/>
                      </a:lnTo>
                      <a:lnTo>
                        <a:pt x="2402840" y="3759200"/>
                      </a:lnTo>
                      <a:lnTo>
                        <a:pt x="2484120" y="3738880"/>
                      </a:lnTo>
                      <a:lnTo>
                        <a:pt x="2580640" y="3728720"/>
                      </a:lnTo>
                      <a:lnTo>
                        <a:pt x="2651760" y="3713480"/>
                      </a:lnTo>
                      <a:lnTo>
                        <a:pt x="2717800" y="3728720"/>
                      </a:lnTo>
                      <a:lnTo>
                        <a:pt x="2773680" y="3708400"/>
                      </a:lnTo>
                      <a:lnTo>
                        <a:pt x="2778760" y="3632200"/>
                      </a:lnTo>
                      <a:lnTo>
                        <a:pt x="2865120" y="3510280"/>
                      </a:lnTo>
                      <a:lnTo>
                        <a:pt x="2936240" y="3444240"/>
                      </a:lnTo>
                      <a:lnTo>
                        <a:pt x="2946400" y="3383280"/>
                      </a:lnTo>
                      <a:lnTo>
                        <a:pt x="2936240" y="3296920"/>
                      </a:lnTo>
                      <a:lnTo>
                        <a:pt x="2946400" y="3246120"/>
                      </a:lnTo>
                      <a:lnTo>
                        <a:pt x="2987040" y="3210560"/>
                      </a:lnTo>
                      <a:lnTo>
                        <a:pt x="3093720" y="3215640"/>
                      </a:lnTo>
                      <a:lnTo>
                        <a:pt x="3154680" y="3235960"/>
                      </a:lnTo>
                      <a:lnTo>
                        <a:pt x="3235960" y="3235960"/>
                      </a:lnTo>
                      <a:lnTo>
                        <a:pt x="3352800" y="3180080"/>
                      </a:lnTo>
                      <a:lnTo>
                        <a:pt x="3459480" y="3103880"/>
                      </a:lnTo>
                      <a:lnTo>
                        <a:pt x="3474720" y="3027680"/>
                      </a:lnTo>
                      <a:lnTo>
                        <a:pt x="3474720" y="2941320"/>
                      </a:lnTo>
                      <a:lnTo>
                        <a:pt x="3444240" y="2890520"/>
                      </a:lnTo>
                      <a:lnTo>
                        <a:pt x="3444240" y="2814320"/>
                      </a:lnTo>
                      <a:lnTo>
                        <a:pt x="3495040" y="2727960"/>
                      </a:lnTo>
                      <a:lnTo>
                        <a:pt x="3525520" y="2641600"/>
                      </a:lnTo>
                      <a:lnTo>
                        <a:pt x="3566160" y="2540000"/>
                      </a:lnTo>
                      <a:lnTo>
                        <a:pt x="3581400" y="2463800"/>
                      </a:lnTo>
                      <a:lnTo>
                        <a:pt x="3581400" y="2463800"/>
                      </a:lnTo>
                      <a:lnTo>
                        <a:pt x="3642360" y="2458720"/>
                      </a:lnTo>
                      <a:lnTo>
                        <a:pt x="3688080" y="2499360"/>
                      </a:lnTo>
                      <a:lnTo>
                        <a:pt x="3728720" y="2504440"/>
                      </a:lnTo>
                      <a:lnTo>
                        <a:pt x="3723640" y="2453640"/>
                      </a:lnTo>
                      <a:lnTo>
                        <a:pt x="3693160" y="2413000"/>
                      </a:lnTo>
                      <a:lnTo>
                        <a:pt x="3672840" y="2346960"/>
                      </a:lnTo>
                      <a:lnTo>
                        <a:pt x="3647440" y="2336800"/>
                      </a:lnTo>
                      <a:lnTo>
                        <a:pt x="3601720" y="2341880"/>
                      </a:lnTo>
                      <a:lnTo>
                        <a:pt x="3561080" y="2321560"/>
                      </a:lnTo>
                      <a:lnTo>
                        <a:pt x="3545840" y="2255520"/>
                      </a:lnTo>
                      <a:lnTo>
                        <a:pt x="3550920" y="2189480"/>
                      </a:lnTo>
                      <a:lnTo>
                        <a:pt x="3515360" y="2164080"/>
                      </a:lnTo>
                      <a:lnTo>
                        <a:pt x="3474720" y="2159000"/>
                      </a:lnTo>
                      <a:lnTo>
                        <a:pt x="3403600" y="2113280"/>
                      </a:lnTo>
                      <a:lnTo>
                        <a:pt x="3362960" y="2098040"/>
                      </a:lnTo>
                      <a:lnTo>
                        <a:pt x="3322320" y="2082800"/>
                      </a:lnTo>
                      <a:lnTo>
                        <a:pt x="3302000" y="2062480"/>
                      </a:lnTo>
                      <a:lnTo>
                        <a:pt x="3302000" y="2026920"/>
                      </a:lnTo>
                      <a:lnTo>
                        <a:pt x="3342640" y="1971040"/>
                      </a:lnTo>
                      <a:lnTo>
                        <a:pt x="3373120" y="1910080"/>
                      </a:lnTo>
                      <a:lnTo>
                        <a:pt x="3378200" y="1869440"/>
                      </a:lnTo>
                      <a:lnTo>
                        <a:pt x="3378200" y="1869440"/>
                      </a:lnTo>
                      <a:lnTo>
                        <a:pt x="3332480" y="1854200"/>
                      </a:lnTo>
                      <a:lnTo>
                        <a:pt x="3322320" y="1869440"/>
                      </a:lnTo>
                      <a:lnTo>
                        <a:pt x="3276600" y="1859280"/>
                      </a:lnTo>
                      <a:lnTo>
                        <a:pt x="3235960" y="1828800"/>
                      </a:lnTo>
                      <a:lnTo>
                        <a:pt x="3185160" y="1849120"/>
                      </a:lnTo>
                      <a:lnTo>
                        <a:pt x="3129280" y="1925320"/>
                      </a:lnTo>
                      <a:lnTo>
                        <a:pt x="3103880" y="1955800"/>
                      </a:lnTo>
                      <a:lnTo>
                        <a:pt x="3058160" y="1986280"/>
                      </a:lnTo>
                      <a:lnTo>
                        <a:pt x="2961640" y="1960880"/>
                      </a:lnTo>
                      <a:lnTo>
                        <a:pt x="2870200" y="1976120"/>
                      </a:lnTo>
                      <a:lnTo>
                        <a:pt x="2799080" y="2032000"/>
                      </a:lnTo>
                      <a:lnTo>
                        <a:pt x="2702560" y="2103120"/>
                      </a:lnTo>
                      <a:lnTo>
                        <a:pt x="2626360" y="2148840"/>
                      </a:lnTo>
                      <a:lnTo>
                        <a:pt x="2534920" y="2179320"/>
                      </a:lnTo>
                      <a:lnTo>
                        <a:pt x="2468880" y="2214880"/>
                      </a:lnTo>
                      <a:lnTo>
                        <a:pt x="2443480" y="2280920"/>
                      </a:lnTo>
                      <a:lnTo>
                        <a:pt x="2397760" y="2291080"/>
                      </a:lnTo>
                      <a:lnTo>
                        <a:pt x="2301240" y="2291080"/>
                      </a:lnTo>
                      <a:lnTo>
                        <a:pt x="2250440" y="2301240"/>
                      </a:lnTo>
                      <a:lnTo>
                        <a:pt x="2204720" y="2265680"/>
                      </a:lnTo>
                      <a:lnTo>
                        <a:pt x="2159000" y="2189480"/>
                      </a:lnTo>
                      <a:lnTo>
                        <a:pt x="2123440" y="2153920"/>
                      </a:lnTo>
                      <a:lnTo>
                        <a:pt x="2128520" y="2113280"/>
                      </a:lnTo>
                      <a:lnTo>
                        <a:pt x="2164080" y="2087880"/>
                      </a:lnTo>
                      <a:lnTo>
                        <a:pt x="2148840" y="2047240"/>
                      </a:lnTo>
                      <a:lnTo>
                        <a:pt x="2103120" y="2026920"/>
                      </a:lnTo>
                      <a:lnTo>
                        <a:pt x="2108200" y="1976120"/>
                      </a:lnTo>
                      <a:lnTo>
                        <a:pt x="2103120" y="1925320"/>
                      </a:lnTo>
                      <a:lnTo>
                        <a:pt x="2037080" y="1854200"/>
                      </a:lnTo>
                      <a:lnTo>
                        <a:pt x="1996440" y="1808480"/>
                      </a:lnTo>
                      <a:lnTo>
                        <a:pt x="1960880" y="1757680"/>
                      </a:lnTo>
                      <a:lnTo>
                        <a:pt x="1930400" y="1651000"/>
                      </a:lnTo>
                      <a:lnTo>
                        <a:pt x="1930400" y="1559560"/>
                      </a:lnTo>
                      <a:lnTo>
                        <a:pt x="1920240" y="1508760"/>
                      </a:lnTo>
                      <a:lnTo>
                        <a:pt x="1899920" y="1468120"/>
                      </a:lnTo>
                      <a:lnTo>
                        <a:pt x="1844040" y="1442720"/>
                      </a:lnTo>
                      <a:lnTo>
                        <a:pt x="1732280" y="1442720"/>
                      </a:lnTo>
                      <a:lnTo>
                        <a:pt x="1615440" y="1437640"/>
                      </a:lnTo>
                      <a:lnTo>
                        <a:pt x="1590040" y="1402080"/>
                      </a:lnTo>
                      <a:lnTo>
                        <a:pt x="1546860" y="1386840"/>
                      </a:lnTo>
                      <a:lnTo>
                        <a:pt x="1534160" y="1295400"/>
                      </a:lnTo>
                      <a:lnTo>
                        <a:pt x="1503680" y="1219200"/>
                      </a:lnTo>
                      <a:lnTo>
                        <a:pt x="1412240" y="1000760"/>
                      </a:lnTo>
                      <a:lnTo>
                        <a:pt x="1341120" y="812800"/>
                      </a:lnTo>
                      <a:lnTo>
                        <a:pt x="1285240" y="695960"/>
                      </a:lnTo>
                      <a:lnTo>
                        <a:pt x="1234440" y="594360"/>
                      </a:lnTo>
                      <a:lnTo>
                        <a:pt x="1198880" y="528320"/>
                      </a:lnTo>
                      <a:lnTo>
                        <a:pt x="1173480" y="426720"/>
                      </a:lnTo>
                      <a:lnTo>
                        <a:pt x="1173480" y="345440"/>
                      </a:lnTo>
                      <a:lnTo>
                        <a:pt x="1148080" y="274320"/>
                      </a:lnTo>
                      <a:lnTo>
                        <a:pt x="1148080" y="208280"/>
                      </a:lnTo>
                      <a:lnTo>
                        <a:pt x="1132840" y="152400"/>
                      </a:lnTo>
                      <a:lnTo>
                        <a:pt x="1102360" y="86360"/>
                      </a:lnTo>
                      <a:lnTo>
                        <a:pt x="1061720" y="35560"/>
                      </a:lnTo>
                      <a:lnTo>
                        <a:pt x="1041400" y="5080"/>
                      </a:lnTo>
                      <a:lnTo>
                        <a:pt x="995680" y="0"/>
                      </a:lnTo>
                      <a:lnTo>
                        <a:pt x="975360" y="457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8" name="동북구">
                <a:extLst>
                  <a:ext uri="{FF2B5EF4-FFF2-40B4-BE49-F238E27FC236}">
                    <a16:creationId xmlns:a16="http://schemas.microsoft.com/office/drawing/2014/main" id="{09973C20-F368-A184-2108-AB967FF1BDA7}"/>
                  </a:ext>
                </a:extLst>
              </p:cNvPr>
              <p:cNvGrpSpPr/>
              <p:nvPr/>
            </p:nvGrpSpPr>
            <p:grpSpPr>
              <a:xfrm>
                <a:off x="4619241" y="1850636"/>
                <a:ext cx="1893167" cy="2921836"/>
                <a:chOff x="2859024" y="1274233"/>
                <a:chExt cx="4641596" cy="7163647"/>
              </a:xfrm>
              <a:grpFill/>
            </p:grpSpPr>
            <p:sp>
              <p:nvSpPr>
                <p:cNvPr id="433" name="광진구">
                  <a:extLst>
                    <a:ext uri="{FF2B5EF4-FFF2-40B4-BE49-F238E27FC236}">
                      <a16:creationId xmlns:a16="http://schemas.microsoft.com/office/drawing/2014/main" id="{40065801-136F-D527-2B73-6BB9BE1B241D}"/>
                    </a:ext>
                  </a:extLst>
                </p:cNvPr>
                <p:cNvSpPr/>
                <p:nvPr/>
              </p:nvSpPr>
              <p:spPr>
                <a:xfrm>
                  <a:off x="5554980" y="6507480"/>
                  <a:ext cx="1800860" cy="1930400"/>
                </a:xfrm>
                <a:custGeom>
                  <a:avLst/>
                  <a:gdLst>
                    <a:gd name="connsiteX0" fmla="*/ 1336040 w 1800860"/>
                    <a:gd name="connsiteY0" fmla="*/ 22860 h 1930400"/>
                    <a:gd name="connsiteX1" fmla="*/ 1280160 w 1800860"/>
                    <a:gd name="connsiteY1" fmla="*/ 22860 h 1930400"/>
                    <a:gd name="connsiteX2" fmla="*/ 1211580 w 1800860"/>
                    <a:gd name="connsiteY2" fmla="*/ 55880 h 1930400"/>
                    <a:gd name="connsiteX3" fmla="*/ 1153160 w 1800860"/>
                    <a:gd name="connsiteY3" fmla="*/ 73660 h 1930400"/>
                    <a:gd name="connsiteX4" fmla="*/ 1089660 w 1800860"/>
                    <a:gd name="connsiteY4" fmla="*/ 114300 h 1930400"/>
                    <a:gd name="connsiteX5" fmla="*/ 1064260 w 1800860"/>
                    <a:gd name="connsiteY5" fmla="*/ 139700 h 1930400"/>
                    <a:gd name="connsiteX6" fmla="*/ 1038860 w 1800860"/>
                    <a:gd name="connsiteY6" fmla="*/ 152400 h 1930400"/>
                    <a:gd name="connsiteX7" fmla="*/ 982980 w 1800860"/>
                    <a:gd name="connsiteY7" fmla="*/ 147320 h 1930400"/>
                    <a:gd name="connsiteX8" fmla="*/ 962660 w 1800860"/>
                    <a:gd name="connsiteY8" fmla="*/ 99060 h 1930400"/>
                    <a:gd name="connsiteX9" fmla="*/ 934720 w 1800860"/>
                    <a:gd name="connsiteY9" fmla="*/ 68580 h 1930400"/>
                    <a:gd name="connsiteX10" fmla="*/ 909320 w 1800860"/>
                    <a:gd name="connsiteY10" fmla="*/ 48260 h 1930400"/>
                    <a:gd name="connsiteX11" fmla="*/ 866140 w 1800860"/>
                    <a:gd name="connsiteY11" fmla="*/ 40640 h 1930400"/>
                    <a:gd name="connsiteX12" fmla="*/ 830580 w 1800860"/>
                    <a:gd name="connsiteY12" fmla="*/ 22860 h 1930400"/>
                    <a:gd name="connsiteX13" fmla="*/ 787400 w 1800860"/>
                    <a:gd name="connsiteY13" fmla="*/ 22860 h 1930400"/>
                    <a:gd name="connsiteX14" fmla="*/ 751840 w 1800860"/>
                    <a:gd name="connsiteY14" fmla="*/ 25400 h 1930400"/>
                    <a:gd name="connsiteX15" fmla="*/ 731520 w 1800860"/>
                    <a:gd name="connsiteY15" fmla="*/ 15240 h 1930400"/>
                    <a:gd name="connsiteX16" fmla="*/ 690880 w 1800860"/>
                    <a:gd name="connsiteY16" fmla="*/ 0 h 1930400"/>
                    <a:gd name="connsiteX17" fmla="*/ 652780 w 1800860"/>
                    <a:gd name="connsiteY17" fmla="*/ 0 h 1930400"/>
                    <a:gd name="connsiteX18" fmla="*/ 637540 w 1800860"/>
                    <a:gd name="connsiteY18" fmla="*/ 27940 h 1930400"/>
                    <a:gd name="connsiteX19" fmla="*/ 647700 w 1800860"/>
                    <a:gd name="connsiteY19" fmla="*/ 71120 h 1930400"/>
                    <a:gd name="connsiteX20" fmla="*/ 650240 w 1800860"/>
                    <a:gd name="connsiteY20" fmla="*/ 111760 h 1930400"/>
                    <a:gd name="connsiteX21" fmla="*/ 617220 w 1800860"/>
                    <a:gd name="connsiteY21" fmla="*/ 142240 h 1930400"/>
                    <a:gd name="connsiteX22" fmla="*/ 601980 w 1800860"/>
                    <a:gd name="connsiteY22" fmla="*/ 180340 h 1930400"/>
                    <a:gd name="connsiteX23" fmla="*/ 599440 w 1800860"/>
                    <a:gd name="connsiteY23" fmla="*/ 215900 h 1930400"/>
                    <a:gd name="connsiteX24" fmla="*/ 576580 w 1800860"/>
                    <a:gd name="connsiteY24" fmla="*/ 259080 h 1930400"/>
                    <a:gd name="connsiteX25" fmla="*/ 568960 w 1800860"/>
                    <a:gd name="connsiteY25" fmla="*/ 302260 h 1930400"/>
                    <a:gd name="connsiteX26" fmla="*/ 558800 w 1800860"/>
                    <a:gd name="connsiteY26" fmla="*/ 335280 h 1930400"/>
                    <a:gd name="connsiteX27" fmla="*/ 525780 w 1800860"/>
                    <a:gd name="connsiteY27" fmla="*/ 358140 h 1930400"/>
                    <a:gd name="connsiteX28" fmla="*/ 518160 w 1800860"/>
                    <a:gd name="connsiteY28" fmla="*/ 408940 h 1930400"/>
                    <a:gd name="connsiteX29" fmla="*/ 502920 w 1800860"/>
                    <a:gd name="connsiteY29" fmla="*/ 449580 h 1930400"/>
                    <a:gd name="connsiteX30" fmla="*/ 482600 w 1800860"/>
                    <a:gd name="connsiteY30" fmla="*/ 487680 h 1930400"/>
                    <a:gd name="connsiteX31" fmla="*/ 480060 w 1800860"/>
                    <a:gd name="connsiteY31" fmla="*/ 518160 h 1930400"/>
                    <a:gd name="connsiteX32" fmla="*/ 518160 w 1800860"/>
                    <a:gd name="connsiteY32" fmla="*/ 515620 h 1930400"/>
                    <a:gd name="connsiteX33" fmla="*/ 543560 w 1800860"/>
                    <a:gd name="connsiteY33" fmla="*/ 538480 h 1930400"/>
                    <a:gd name="connsiteX34" fmla="*/ 541020 w 1800860"/>
                    <a:gd name="connsiteY34" fmla="*/ 589280 h 1930400"/>
                    <a:gd name="connsiteX35" fmla="*/ 553720 w 1800860"/>
                    <a:gd name="connsiteY35" fmla="*/ 655320 h 1930400"/>
                    <a:gd name="connsiteX36" fmla="*/ 535940 w 1800860"/>
                    <a:gd name="connsiteY36" fmla="*/ 706120 h 1930400"/>
                    <a:gd name="connsiteX37" fmla="*/ 490220 w 1800860"/>
                    <a:gd name="connsiteY37" fmla="*/ 726440 h 1930400"/>
                    <a:gd name="connsiteX38" fmla="*/ 441960 w 1800860"/>
                    <a:gd name="connsiteY38" fmla="*/ 769620 h 1930400"/>
                    <a:gd name="connsiteX39" fmla="*/ 411480 w 1800860"/>
                    <a:gd name="connsiteY39" fmla="*/ 815340 h 1930400"/>
                    <a:gd name="connsiteX40" fmla="*/ 393700 w 1800860"/>
                    <a:gd name="connsiteY40" fmla="*/ 873760 h 1930400"/>
                    <a:gd name="connsiteX41" fmla="*/ 360680 w 1800860"/>
                    <a:gd name="connsiteY41" fmla="*/ 1005840 h 1930400"/>
                    <a:gd name="connsiteX42" fmla="*/ 360680 w 1800860"/>
                    <a:gd name="connsiteY42" fmla="*/ 1049020 h 1930400"/>
                    <a:gd name="connsiteX43" fmla="*/ 342900 w 1800860"/>
                    <a:gd name="connsiteY43" fmla="*/ 1089660 h 1930400"/>
                    <a:gd name="connsiteX44" fmla="*/ 337820 w 1800860"/>
                    <a:gd name="connsiteY44" fmla="*/ 1122680 h 1930400"/>
                    <a:gd name="connsiteX45" fmla="*/ 342900 w 1800860"/>
                    <a:gd name="connsiteY45" fmla="*/ 1160780 h 1930400"/>
                    <a:gd name="connsiteX46" fmla="*/ 307340 w 1800860"/>
                    <a:gd name="connsiteY46" fmla="*/ 1201420 h 1930400"/>
                    <a:gd name="connsiteX47" fmla="*/ 254000 w 1800860"/>
                    <a:gd name="connsiteY47" fmla="*/ 1252220 h 1930400"/>
                    <a:gd name="connsiteX48" fmla="*/ 160020 w 1800860"/>
                    <a:gd name="connsiteY48" fmla="*/ 1363980 h 1930400"/>
                    <a:gd name="connsiteX49" fmla="*/ 109220 w 1800860"/>
                    <a:gd name="connsiteY49" fmla="*/ 1397000 h 1930400"/>
                    <a:gd name="connsiteX50" fmla="*/ 78740 w 1800860"/>
                    <a:gd name="connsiteY50" fmla="*/ 1435100 h 1930400"/>
                    <a:gd name="connsiteX51" fmla="*/ 53340 w 1800860"/>
                    <a:gd name="connsiteY51" fmla="*/ 1450340 h 1930400"/>
                    <a:gd name="connsiteX52" fmla="*/ 48260 w 1800860"/>
                    <a:gd name="connsiteY52" fmla="*/ 1496060 h 1930400"/>
                    <a:gd name="connsiteX53" fmla="*/ 50800 w 1800860"/>
                    <a:gd name="connsiteY53" fmla="*/ 1539240 h 1930400"/>
                    <a:gd name="connsiteX54" fmla="*/ 30480 w 1800860"/>
                    <a:gd name="connsiteY54" fmla="*/ 1567180 h 1930400"/>
                    <a:gd name="connsiteX55" fmla="*/ 15240 w 1800860"/>
                    <a:gd name="connsiteY55" fmla="*/ 1617980 h 1930400"/>
                    <a:gd name="connsiteX56" fmla="*/ 15240 w 1800860"/>
                    <a:gd name="connsiteY56" fmla="*/ 1676400 h 1930400"/>
                    <a:gd name="connsiteX57" fmla="*/ 0 w 1800860"/>
                    <a:gd name="connsiteY57" fmla="*/ 1704340 h 1930400"/>
                    <a:gd name="connsiteX58" fmla="*/ 5080 w 1800860"/>
                    <a:gd name="connsiteY58" fmla="*/ 1724660 h 1930400"/>
                    <a:gd name="connsiteX59" fmla="*/ 53340 w 1800860"/>
                    <a:gd name="connsiteY59" fmla="*/ 1747520 h 1930400"/>
                    <a:gd name="connsiteX60" fmla="*/ 121920 w 1800860"/>
                    <a:gd name="connsiteY60" fmla="*/ 1762760 h 1930400"/>
                    <a:gd name="connsiteX61" fmla="*/ 228600 w 1800860"/>
                    <a:gd name="connsiteY61" fmla="*/ 1821180 h 1930400"/>
                    <a:gd name="connsiteX62" fmla="*/ 327660 w 1800860"/>
                    <a:gd name="connsiteY62" fmla="*/ 1828800 h 1930400"/>
                    <a:gd name="connsiteX63" fmla="*/ 416560 w 1800860"/>
                    <a:gd name="connsiteY63" fmla="*/ 1866900 h 1930400"/>
                    <a:gd name="connsiteX64" fmla="*/ 513080 w 1800860"/>
                    <a:gd name="connsiteY64" fmla="*/ 1871980 h 1930400"/>
                    <a:gd name="connsiteX65" fmla="*/ 561340 w 1800860"/>
                    <a:gd name="connsiteY65" fmla="*/ 1887220 h 1930400"/>
                    <a:gd name="connsiteX66" fmla="*/ 632460 w 1800860"/>
                    <a:gd name="connsiteY66" fmla="*/ 1912620 h 1930400"/>
                    <a:gd name="connsiteX67" fmla="*/ 688340 w 1800860"/>
                    <a:gd name="connsiteY67" fmla="*/ 1930400 h 1930400"/>
                    <a:gd name="connsiteX68" fmla="*/ 744220 w 1800860"/>
                    <a:gd name="connsiteY68" fmla="*/ 1922780 h 1930400"/>
                    <a:gd name="connsiteX69" fmla="*/ 769620 w 1800860"/>
                    <a:gd name="connsiteY69" fmla="*/ 1907540 h 1930400"/>
                    <a:gd name="connsiteX70" fmla="*/ 838200 w 1800860"/>
                    <a:gd name="connsiteY70" fmla="*/ 1912620 h 1930400"/>
                    <a:gd name="connsiteX71" fmla="*/ 894080 w 1800860"/>
                    <a:gd name="connsiteY71" fmla="*/ 1902460 h 1930400"/>
                    <a:gd name="connsiteX72" fmla="*/ 957580 w 1800860"/>
                    <a:gd name="connsiteY72" fmla="*/ 1856740 h 1930400"/>
                    <a:gd name="connsiteX73" fmla="*/ 1041400 w 1800860"/>
                    <a:gd name="connsiteY73" fmla="*/ 1775460 h 1930400"/>
                    <a:gd name="connsiteX74" fmla="*/ 1125220 w 1800860"/>
                    <a:gd name="connsiteY74" fmla="*/ 1709420 h 1930400"/>
                    <a:gd name="connsiteX75" fmla="*/ 1188720 w 1800860"/>
                    <a:gd name="connsiteY75" fmla="*/ 1661160 h 1930400"/>
                    <a:gd name="connsiteX76" fmla="*/ 1231900 w 1800860"/>
                    <a:gd name="connsiteY76" fmla="*/ 1620520 h 1930400"/>
                    <a:gd name="connsiteX77" fmla="*/ 1264920 w 1800860"/>
                    <a:gd name="connsiteY77" fmla="*/ 1579880 h 1930400"/>
                    <a:gd name="connsiteX78" fmla="*/ 1277620 w 1800860"/>
                    <a:gd name="connsiteY78" fmla="*/ 1534160 h 1930400"/>
                    <a:gd name="connsiteX79" fmla="*/ 1369060 w 1800860"/>
                    <a:gd name="connsiteY79" fmla="*/ 1419860 h 1930400"/>
                    <a:gd name="connsiteX80" fmla="*/ 1384300 w 1800860"/>
                    <a:gd name="connsiteY80" fmla="*/ 1366520 h 1930400"/>
                    <a:gd name="connsiteX81" fmla="*/ 1490980 w 1800860"/>
                    <a:gd name="connsiteY81" fmla="*/ 1226820 h 1930400"/>
                    <a:gd name="connsiteX82" fmla="*/ 1539240 w 1800860"/>
                    <a:gd name="connsiteY82" fmla="*/ 1160780 h 1930400"/>
                    <a:gd name="connsiteX83" fmla="*/ 1567180 w 1800860"/>
                    <a:gd name="connsiteY83" fmla="*/ 1082040 h 1930400"/>
                    <a:gd name="connsiteX84" fmla="*/ 1630680 w 1800860"/>
                    <a:gd name="connsiteY84" fmla="*/ 1003300 h 1930400"/>
                    <a:gd name="connsiteX85" fmla="*/ 1653540 w 1800860"/>
                    <a:gd name="connsiteY85" fmla="*/ 942340 h 1930400"/>
                    <a:gd name="connsiteX86" fmla="*/ 1701800 w 1800860"/>
                    <a:gd name="connsiteY86" fmla="*/ 891540 h 1930400"/>
                    <a:gd name="connsiteX87" fmla="*/ 1727200 w 1800860"/>
                    <a:gd name="connsiteY87" fmla="*/ 789940 h 1930400"/>
                    <a:gd name="connsiteX88" fmla="*/ 1739900 w 1800860"/>
                    <a:gd name="connsiteY88" fmla="*/ 718820 h 1930400"/>
                    <a:gd name="connsiteX89" fmla="*/ 1772920 w 1800860"/>
                    <a:gd name="connsiteY89" fmla="*/ 647700 h 1930400"/>
                    <a:gd name="connsiteX90" fmla="*/ 1798320 w 1800860"/>
                    <a:gd name="connsiteY90" fmla="*/ 596900 h 1930400"/>
                    <a:gd name="connsiteX91" fmla="*/ 1800860 w 1800860"/>
                    <a:gd name="connsiteY91" fmla="*/ 548640 h 1930400"/>
                    <a:gd name="connsiteX92" fmla="*/ 1767840 w 1800860"/>
                    <a:gd name="connsiteY92" fmla="*/ 533400 h 1930400"/>
                    <a:gd name="connsiteX93" fmla="*/ 1686560 w 1800860"/>
                    <a:gd name="connsiteY93" fmla="*/ 528320 h 1930400"/>
                    <a:gd name="connsiteX94" fmla="*/ 1569720 w 1800860"/>
                    <a:gd name="connsiteY94" fmla="*/ 546100 h 1930400"/>
                    <a:gd name="connsiteX95" fmla="*/ 1452880 w 1800860"/>
                    <a:gd name="connsiteY95" fmla="*/ 563880 h 1930400"/>
                    <a:gd name="connsiteX96" fmla="*/ 1407160 w 1800860"/>
                    <a:gd name="connsiteY96" fmla="*/ 561340 h 1930400"/>
                    <a:gd name="connsiteX97" fmla="*/ 1381760 w 1800860"/>
                    <a:gd name="connsiteY97" fmla="*/ 541020 h 1930400"/>
                    <a:gd name="connsiteX98" fmla="*/ 1386840 w 1800860"/>
                    <a:gd name="connsiteY98" fmla="*/ 500380 h 1930400"/>
                    <a:gd name="connsiteX99" fmla="*/ 1409700 w 1800860"/>
                    <a:gd name="connsiteY99" fmla="*/ 459740 h 1930400"/>
                    <a:gd name="connsiteX100" fmla="*/ 1419860 w 1800860"/>
                    <a:gd name="connsiteY100" fmla="*/ 398780 h 1930400"/>
                    <a:gd name="connsiteX101" fmla="*/ 1419860 w 1800860"/>
                    <a:gd name="connsiteY101" fmla="*/ 353060 h 1930400"/>
                    <a:gd name="connsiteX102" fmla="*/ 1414780 w 1800860"/>
                    <a:gd name="connsiteY102" fmla="*/ 297180 h 1930400"/>
                    <a:gd name="connsiteX103" fmla="*/ 1437640 w 1800860"/>
                    <a:gd name="connsiteY103" fmla="*/ 246380 h 1930400"/>
                    <a:gd name="connsiteX104" fmla="*/ 1440180 w 1800860"/>
                    <a:gd name="connsiteY104" fmla="*/ 185420 h 1930400"/>
                    <a:gd name="connsiteX105" fmla="*/ 1447800 w 1800860"/>
                    <a:gd name="connsiteY105" fmla="*/ 121920 h 1930400"/>
                    <a:gd name="connsiteX106" fmla="*/ 1442720 w 1800860"/>
                    <a:gd name="connsiteY106" fmla="*/ 78740 h 1930400"/>
                    <a:gd name="connsiteX107" fmla="*/ 1409700 w 1800860"/>
                    <a:gd name="connsiteY107" fmla="*/ 48260 h 1930400"/>
                    <a:gd name="connsiteX108" fmla="*/ 1336040 w 1800860"/>
                    <a:gd name="connsiteY108" fmla="*/ 228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800860" h="1930400">
                      <a:moveTo>
                        <a:pt x="1336040" y="22860"/>
                      </a:moveTo>
                      <a:lnTo>
                        <a:pt x="1280160" y="22860"/>
                      </a:lnTo>
                      <a:lnTo>
                        <a:pt x="1211580" y="55880"/>
                      </a:lnTo>
                      <a:lnTo>
                        <a:pt x="1153160" y="73660"/>
                      </a:lnTo>
                      <a:lnTo>
                        <a:pt x="1089660" y="114300"/>
                      </a:lnTo>
                      <a:lnTo>
                        <a:pt x="1064260" y="139700"/>
                      </a:lnTo>
                      <a:lnTo>
                        <a:pt x="1038860" y="152400"/>
                      </a:lnTo>
                      <a:lnTo>
                        <a:pt x="982980" y="147320"/>
                      </a:lnTo>
                      <a:lnTo>
                        <a:pt x="962660" y="99060"/>
                      </a:lnTo>
                      <a:lnTo>
                        <a:pt x="934720" y="68580"/>
                      </a:lnTo>
                      <a:lnTo>
                        <a:pt x="909320" y="48260"/>
                      </a:lnTo>
                      <a:lnTo>
                        <a:pt x="866140" y="40640"/>
                      </a:lnTo>
                      <a:lnTo>
                        <a:pt x="830580" y="22860"/>
                      </a:lnTo>
                      <a:lnTo>
                        <a:pt x="787400" y="22860"/>
                      </a:lnTo>
                      <a:lnTo>
                        <a:pt x="751840" y="25400"/>
                      </a:lnTo>
                      <a:lnTo>
                        <a:pt x="731520" y="15240"/>
                      </a:lnTo>
                      <a:lnTo>
                        <a:pt x="690880" y="0"/>
                      </a:lnTo>
                      <a:lnTo>
                        <a:pt x="652780" y="0"/>
                      </a:lnTo>
                      <a:lnTo>
                        <a:pt x="637540" y="27940"/>
                      </a:lnTo>
                      <a:lnTo>
                        <a:pt x="647700" y="71120"/>
                      </a:lnTo>
                      <a:lnTo>
                        <a:pt x="650240" y="111760"/>
                      </a:lnTo>
                      <a:lnTo>
                        <a:pt x="617220" y="142240"/>
                      </a:lnTo>
                      <a:lnTo>
                        <a:pt x="601980" y="180340"/>
                      </a:lnTo>
                      <a:lnTo>
                        <a:pt x="599440" y="215900"/>
                      </a:lnTo>
                      <a:lnTo>
                        <a:pt x="576580" y="259080"/>
                      </a:lnTo>
                      <a:lnTo>
                        <a:pt x="568960" y="302260"/>
                      </a:lnTo>
                      <a:lnTo>
                        <a:pt x="558800" y="335280"/>
                      </a:lnTo>
                      <a:lnTo>
                        <a:pt x="525780" y="358140"/>
                      </a:lnTo>
                      <a:lnTo>
                        <a:pt x="518160" y="408940"/>
                      </a:lnTo>
                      <a:lnTo>
                        <a:pt x="502920" y="449580"/>
                      </a:lnTo>
                      <a:lnTo>
                        <a:pt x="482600" y="487680"/>
                      </a:lnTo>
                      <a:lnTo>
                        <a:pt x="480060" y="518160"/>
                      </a:lnTo>
                      <a:lnTo>
                        <a:pt x="518160" y="515620"/>
                      </a:lnTo>
                      <a:lnTo>
                        <a:pt x="543560" y="538480"/>
                      </a:lnTo>
                      <a:lnTo>
                        <a:pt x="541020" y="589280"/>
                      </a:lnTo>
                      <a:lnTo>
                        <a:pt x="553720" y="655320"/>
                      </a:lnTo>
                      <a:lnTo>
                        <a:pt x="535940" y="706120"/>
                      </a:lnTo>
                      <a:lnTo>
                        <a:pt x="490220" y="726440"/>
                      </a:lnTo>
                      <a:lnTo>
                        <a:pt x="441960" y="769620"/>
                      </a:lnTo>
                      <a:lnTo>
                        <a:pt x="411480" y="815340"/>
                      </a:lnTo>
                      <a:lnTo>
                        <a:pt x="393700" y="873760"/>
                      </a:lnTo>
                      <a:lnTo>
                        <a:pt x="360680" y="1005840"/>
                      </a:lnTo>
                      <a:lnTo>
                        <a:pt x="360680" y="1049020"/>
                      </a:lnTo>
                      <a:lnTo>
                        <a:pt x="342900" y="1089660"/>
                      </a:lnTo>
                      <a:lnTo>
                        <a:pt x="337820" y="1122680"/>
                      </a:lnTo>
                      <a:lnTo>
                        <a:pt x="342900" y="1160780"/>
                      </a:lnTo>
                      <a:lnTo>
                        <a:pt x="307340" y="1201420"/>
                      </a:lnTo>
                      <a:lnTo>
                        <a:pt x="254000" y="1252220"/>
                      </a:lnTo>
                      <a:lnTo>
                        <a:pt x="160020" y="1363980"/>
                      </a:lnTo>
                      <a:lnTo>
                        <a:pt x="109220" y="1397000"/>
                      </a:lnTo>
                      <a:lnTo>
                        <a:pt x="78740" y="1435100"/>
                      </a:lnTo>
                      <a:lnTo>
                        <a:pt x="53340" y="1450340"/>
                      </a:lnTo>
                      <a:lnTo>
                        <a:pt x="48260" y="1496060"/>
                      </a:lnTo>
                      <a:lnTo>
                        <a:pt x="50800" y="1539240"/>
                      </a:lnTo>
                      <a:lnTo>
                        <a:pt x="30480" y="1567180"/>
                      </a:lnTo>
                      <a:lnTo>
                        <a:pt x="15240" y="1617980"/>
                      </a:lnTo>
                      <a:lnTo>
                        <a:pt x="15240" y="1676400"/>
                      </a:lnTo>
                      <a:lnTo>
                        <a:pt x="0" y="1704340"/>
                      </a:lnTo>
                      <a:lnTo>
                        <a:pt x="5080" y="1724660"/>
                      </a:lnTo>
                      <a:lnTo>
                        <a:pt x="53340" y="1747520"/>
                      </a:lnTo>
                      <a:lnTo>
                        <a:pt x="121920" y="1762760"/>
                      </a:lnTo>
                      <a:lnTo>
                        <a:pt x="228600" y="1821180"/>
                      </a:lnTo>
                      <a:lnTo>
                        <a:pt x="327660" y="1828800"/>
                      </a:lnTo>
                      <a:lnTo>
                        <a:pt x="416560" y="1866900"/>
                      </a:lnTo>
                      <a:lnTo>
                        <a:pt x="513080" y="1871980"/>
                      </a:lnTo>
                      <a:lnTo>
                        <a:pt x="561340" y="1887220"/>
                      </a:lnTo>
                      <a:lnTo>
                        <a:pt x="632460" y="1912620"/>
                      </a:lnTo>
                      <a:lnTo>
                        <a:pt x="688340" y="1930400"/>
                      </a:lnTo>
                      <a:lnTo>
                        <a:pt x="744220" y="1922780"/>
                      </a:lnTo>
                      <a:lnTo>
                        <a:pt x="769620" y="1907540"/>
                      </a:lnTo>
                      <a:lnTo>
                        <a:pt x="838200" y="1912620"/>
                      </a:lnTo>
                      <a:lnTo>
                        <a:pt x="894080" y="1902460"/>
                      </a:lnTo>
                      <a:lnTo>
                        <a:pt x="957580" y="1856740"/>
                      </a:lnTo>
                      <a:lnTo>
                        <a:pt x="1041400" y="1775460"/>
                      </a:lnTo>
                      <a:lnTo>
                        <a:pt x="1125220" y="1709420"/>
                      </a:lnTo>
                      <a:lnTo>
                        <a:pt x="1188720" y="1661160"/>
                      </a:lnTo>
                      <a:lnTo>
                        <a:pt x="1231900" y="1620520"/>
                      </a:lnTo>
                      <a:lnTo>
                        <a:pt x="1264920" y="1579880"/>
                      </a:lnTo>
                      <a:lnTo>
                        <a:pt x="1277620" y="1534160"/>
                      </a:lnTo>
                      <a:lnTo>
                        <a:pt x="1369060" y="1419860"/>
                      </a:lnTo>
                      <a:lnTo>
                        <a:pt x="1384300" y="1366520"/>
                      </a:lnTo>
                      <a:lnTo>
                        <a:pt x="1490980" y="1226820"/>
                      </a:lnTo>
                      <a:lnTo>
                        <a:pt x="1539240" y="1160780"/>
                      </a:lnTo>
                      <a:lnTo>
                        <a:pt x="1567180" y="1082040"/>
                      </a:lnTo>
                      <a:lnTo>
                        <a:pt x="1630680" y="1003300"/>
                      </a:lnTo>
                      <a:lnTo>
                        <a:pt x="1653540" y="942340"/>
                      </a:lnTo>
                      <a:lnTo>
                        <a:pt x="1701800" y="891540"/>
                      </a:lnTo>
                      <a:lnTo>
                        <a:pt x="1727200" y="789940"/>
                      </a:lnTo>
                      <a:lnTo>
                        <a:pt x="1739900" y="718820"/>
                      </a:lnTo>
                      <a:lnTo>
                        <a:pt x="1772920" y="647700"/>
                      </a:lnTo>
                      <a:lnTo>
                        <a:pt x="1798320" y="596900"/>
                      </a:lnTo>
                      <a:lnTo>
                        <a:pt x="1800860" y="548640"/>
                      </a:lnTo>
                      <a:lnTo>
                        <a:pt x="1767840" y="533400"/>
                      </a:lnTo>
                      <a:lnTo>
                        <a:pt x="1686560" y="528320"/>
                      </a:lnTo>
                      <a:lnTo>
                        <a:pt x="1569720" y="546100"/>
                      </a:lnTo>
                      <a:lnTo>
                        <a:pt x="1452880" y="563880"/>
                      </a:lnTo>
                      <a:lnTo>
                        <a:pt x="1407160" y="561340"/>
                      </a:lnTo>
                      <a:lnTo>
                        <a:pt x="1381760" y="541020"/>
                      </a:lnTo>
                      <a:lnTo>
                        <a:pt x="1386840" y="500380"/>
                      </a:lnTo>
                      <a:lnTo>
                        <a:pt x="1409700" y="459740"/>
                      </a:lnTo>
                      <a:lnTo>
                        <a:pt x="1419860" y="398780"/>
                      </a:lnTo>
                      <a:lnTo>
                        <a:pt x="1419860" y="353060"/>
                      </a:lnTo>
                      <a:lnTo>
                        <a:pt x="1414780" y="297180"/>
                      </a:lnTo>
                      <a:lnTo>
                        <a:pt x="1437640" y="246380"/>
                      </a:lnTo>
                      <a:lnTo>
                        <a:pt x="1440180" y="185420"/>
                      </a:lnTo>
                      <a:lnTo>
                        <a:pt x="1447800" y="121920"/>
                      </a:lnTo>
                      <a:lnTo>
                        <a:pt x="1442720" y="78740"/>
                      </a:lnTo>
                      <a:lnTo>
                        <a:pt x="1409700" y="48260"/>
                      </a:lnTo>
                      <a:lnTo>
                        <a:pt x="1336040" y="228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4" name="성동구">
                  <a:extLst>
                    <a:ext uri="{FF2B5EF4-FFF2-40B4-BE49-F238E27FC236}">
                      <a16:creationId xmlns:a16="http://schemas.microsoft.com/office/drawing/2014/main" id="{4BBF7AD0-B449-7201-D1AD-30CBEAEF5449}"/>
                    </a:ext>
                  </a:extLst>
                </p:cNvPr>
                <p:cNvSpPr/>
                <p:nvPr/>
              </p:nvSpPr>
              <p:spPr>
                <a:xfrm>
                  <a:off x="3934460" y="6604000"/>
                  <a:ext cx="2090420" cy="1592580"/>
                </a:xfrm>
                <a:custGeom>
                  <a:avLst/>
                  <a:gdLst>
                    <a:gd name="connsiteX0" fmla="*/ 1122680 w 2090420"/>
                    <a:gd name="connsiteY0" fmla="*/ 0 h 1592580"/>
                    <a:gd name="connsiteX1" fmla="*/ 947420 w 2090420"/>
                    <a:gd name="connsiteY1" fmla="*/ 10160 h 1592580"/>
                    <a:gd name="connsiteX2" fmla="*/ 886460 w 2090420"/>
                    <a:gd name="connsiteY2" fmla="*/ 43180 h 1592580"/>
                    <a:gd name="connsiteX3" fmla="*/ 853440 w 2090420"/>
                    <a:gd name="connsiteY3" fmla="*/ 81280 h 1592580"/>
                    <a:gd name="connsiteX4" fmla="*/ 817880 w 2090420"/>
                    <a:gd name="connsiteY4" fmla="*/ 88900 h 1592580"/>
                    <a:gd name="connsiteX5" fmla="*/ 769620 w 2090420"/>
                    <a:gd name="connsiteY5" fmla="*/ 76200 h 1592580"/>
                    <a:gd name="connsiteX6" fmla="*/ 660400 w 2090420"/>
                    <a:gd name="connsiteY6" fmla="*/ 71120 h 1592580"/>
                    <a:gd name="connsiteX7" fmla="*/ 584200 w 2090420"/>
                    <a:gd name="connsiteY7" fmla="*/ 60960 h 1592580"/>
                    <a:gd name="connsiteX8" fmla="*/ 523240 w 2090420"/>
                    <a:gd name="connsiteY8" fmla="*/ 55880 h 1592580"/>
                    <a:gd name="connsiteX9" fmla="*/ 500380 w 2090420"/>
                    <a:gd name="connsiteY9" fmla="*/ 71120 h 1592580"/>
                    <a:gd name="connsiteX10" fmla="*/ 518160 w 2090420"/>
                    <a:gd name="connsiteY10" fmla="*/ 109220 h 1592580"/>
                    <a:gd name="connsiteX11" fmla="*/ 525780 w 2090420"/>
                    <a:gd name="connsiteY11" fmla="*/ 160020 h 1592580"/>
                    <a:gd name="connsiteX12" fmla="*/ 556260 w 2090420"/>
                    <a:gd name="connsiteY12" fmla="*/ 195580 h 1592580"/>
                    <a:gd name="connsiteX13" fmla="*/ 584200 w 2090420"/>
                    <a:gd name="connsiteY13" fmla="*/ 218440 h 1592580"/>
                    <a:gd name="connsiteX14" fmla="*/ 601980 w 2090420"/>
                    <a:gd name="connsiteY14" fmla="*/ 259080 h 1592580"/>
                    <a:gd name="connsiteX15" fmla="*/ 568960 w 2090420"/>
                    <a:gd name="connsiteY15" fmla="*/ 297180 h 1592580"/>
                    <a:gd name="connsiteX16" fmla="*/ 530860 w 2090420"/>
                    <a:gd name="connsiteY16" fmla="*/ 353060 h 1592580"/>
                    <a:gd name="connsiteX17" fmla="*/ 457200 w 2090420"/>
                    <a:gd name="connsiteY17" fmla="*/ 469900 h 1592580"/>
                    <a:gd name="connsiteX18" fmla="*/ 441960 w 2090420"/>
                    <a:gd name="connsiteY18" fmla="*/ 497840 h 1592580"/>
                    <a:gd name="connsiteX19" fmla="*/ 444500 w 2090420"/>
                    <a:gd name="connsiteY19" fmla="*/ 551180 h 1592580"/>
                    <a:gd name="connsiteX20" fmla="*/ 434340 w 2090420"/>
                    <a:gd name="connsiteY20" fmla="*/ 574040 h 1592580"/>
                    <a:gd name="connsiteX21" fmla="*/ 381000 w 2090420"/>
                    <a:gd name="connsiteY21" fmla="*/ 574040 h 1592580"/>
                    <a:gd name="connsiteX22" fmla="*/ 345440 w 2090420"/>
                    <a:gd name="connsiteY22" fmla="*/ 584200 h 1592580"/>
                    <a:gd name="connsiteX23" fmla="*/ 342900 w 2090420"/>
                    <a:gd name="connsiteY23" fmla="*/ 612140 h 1592580"/>
                    <a:gd name="connsiteX24" fmla="*/ 342900 w 2090420"/>
                    <a:gd name="connsiteY24" fmla="*/ 635000 h 1592580"/>
                    <a:gd name="connsiteX25" fmla="*/ 312420 w 2090420"/>
                    <a:gd name="connsiteY25" fmla="*/ 657860 h 1592580"/>
                    <a:gd name="connsiteX26" fmla="*/ 246380 w 2090420"/>
                    <a:gd name="connsiteY26" fmla="*/ 685800 h 1592580"/>
                    <a:gd name="connsiteX27" fmla="*/ 215900 w 2090420"/>
                    <a:gd name="connsiteY27" fmla="*/ 723900 h 1592580"/>
                    <a:gd name="connsiteX28" fmla="*/ 203200 w 2090420"/>
                    <a:gd name="connsiteY28" fmla="*/ 795020 h 1592580"/>
                    <a:gd name="connsiteX29" fmla="*/ 205740 w 2090420"/>
                    <a:gd name="connsiteY29" fmla="*/ 840740 h 1592580"/>
                    <a:gd name="connsiteX30" fmla="*/ 213360 w 2090420"/>
                    <a:gd name="connsiteY30" fmla="*/ 871220 h 1592580"/>
                    <a:gd name="connsiteX31" fmla="*/ 185420 w 2090420"/>
                    <a:gd name="connsiteY31" fmla="*/ 904240 h 1592580"/>
                    <a:gd name="connsiteX32" fmla="*/ 111760 w 2090420"/>
                    <a:gd name="connsiteY32" fmla="*/ 952500 h 1592580"/>
                    <a:gd name="connsiteX33" fmla="*/ 66040 w 2090420"/>
                    <a:gd name="connsiteY33" fmla="*/ 1013460 h 1592580"/>
                    <a:gd name="connsiteX34" fmla="*/ 53340 w 2090420"/>
                    <a:gd name="connsiteY34" fmla="*/ 1059180 h 1592580"/>
                    <a:gd name="connsiteX35" fmla="*/ 25400 w 2090420"/>
                    <a:gd name="connsiteY35" fmla="*/ 1109980 h 1592580"/>
                    <a:gd name="connsiteX36" fmla="*/ 0 w 2090420"/>
                    <a:gd name="connsiteY36" fmla="*/ 1163320 h 1592580"/>
                    <a:gd name="connsiteX37" fmla="*/ 2540 w 2090420"/>
                    <a:gd name="connsiteY37" fmla="*/ 1236980 h 1592580"/>
                    <a:gd name="connsiteX38" fmla="*/ 22860 w 2090420"/>
                    <a:gd name="connsiteY38" fmla="*/ 1285240 h 1592580"/>
                    <a:gd name="connsiteX39" fmla="*/ 81280 w 2090420"/>
                    <a:gd name="connsiteY39" fmla="*/ 1292860 h 1592580"/>
                    <a:gd name="connsiteX40" fmla="*/ 111760 w 2090420"/>
                    <a:gd name="connsiteY40" fmla="*/ 1287780 h 1592580"/>
                    <a:gd name="connsiteX41" fmla="*/ 124460 w 2090420"/>
                    <a:gd name="connsiteY41" fmla="*/ 1308100 h 1592580"/>
                    <a:gd name="connsiteX42" fmla="*/ 160020 w 2090420"/>
                    <a:gd name="connsiteY42" fmla="*/ 1336040 h 1592580"/>
                    <a:gd name="connsiteX43" fmla="*/ 203200 w 2090420"/>
                    <a:gd name="connsiteY43" fmla="*/ 1402080 h 1592580"/>
                    <a:gd name="connsiteX44" fmla="*/ 243840 w 2090420"/>
                    <a:gd name="connsiteY44" fmla="*/ 1442720 h 1592580"/>
                    <a:gd name="connsiteX45" fmla="*/ 281940 w 2090420"/>
                    <a:gd name="connsiteY45" fmla="*/ 1427480 h 1592580"/>
                    <a:gd name="connsiteX46" fmla="*/ 304800 w 2090420"/>
                    <a:gd name="connsiteY46" fmla="*/ 1407160 h 1592580"/>
                    <a:gd name="connsiteX47" fmla="*/ 444500 w 2090420"/>
                    <a:gd name="connsiteY47" fmla="*/ 1333500 h 1592580"/>
                    <a:gd name="connsiteX48" fmla="*/ 492760 w 2090420"/>
                    <a:gd name="connsiteY48" fmla="*/ 1310640 h 1592580"/>
                    <a:gd name="connsiteX49" fmla="*/ 530860 w 2090420"/>
                    <a:gd name="connsiteY49" fmla="*/ 1252220 h 1592580"/>
                    <a:gd name="connsiteX50" fmla="*/ 591820 w 2090420"/>
                    <a:gd name="connsiteY50" fmla="*/ 1181100 h 1592580"/>
                    <a:gd name="connsiteX51" fmla="*/ 637540 w 2090420"/>
                    <a:gd name="connsiteY51" fmla="*/ 1132840 h 1592580"/>
                    <a:gd name="connsiteX52" fmla="*/ 660400 w 2090420"/>
                    <a:gd name="connsiteY52" fmla="*/ 1102360 h 1592580"/>
                    <a:gd name="connsiteX53" fmla="*/ 685800 w 2090420"/>
                    <a:gd name="connsiteY53" fmla="*/ 1097280 h 1592580"/>
                    <a:gd name="connsiteX54" fmla="*/ 708660 w 2090420"/>
                    <a:gd name="connsiteY54" fmla="*/ 1097280 h 1592580"/>
                    <a:gd name="connsiteX55" fmla="*/ 726440 w 2090420"/>
                    <a:gd name="connsiteY55" fmla="*/ 1117600 h 1592580"/>
                    <a:gd name="connsiteX56" fmla="*/ 728980 w 2090420"/>
                    <a:gd name="connsiteY56" fmla="*/ 1153160 h 1592580"/>
                    <a:gd name="connsiteX57" fmla="*/ 723900 w 2090420"/>
                    <a:gd name="connsiteY57" fmla="*/ 1193800 h 1592580"/>
                    <a:gd name="connsiteX58" fmla="*/ 698500 w 2090420"/>
                    <a:gd name="connsiteY58" fmla="*/ 1229360 h 1592580"/>
                    <a:gd name="connsiteX59" fmla="*/ 695960 w 2090420"/>
                    <a:gd name="connsiteY59" fmla="*/ 1259840 h 1592580"/>
                    <a:gd name="connsiteX60" fmla="*/ 708660 w 2090420"/>
                    <a:gd name="connsiteY60" fmla="*/ 1292860 h 1592580"/>
                    <a:gd name="connsiteX61" fmla="*/ 746760 w 2090420"/>
                    <a:gd name="connsiteY61" fmla="*/ 1290320 h 1592580"/>
                    <a:gd name="connsiteX62" fmla="*/ 789940 w 2090420"/>
                    <a:gd name="connsiteY62" fmla="*/ 1300480 h 1592580"/>
                    <a:gd name="connsiteX63" fmla="*/ 830580 w 2090420"/>
                    <a:gd name="connsiteY63" fmla="*/ 1328420 h 1592580"/>
                    <a:gd name="connsiteX64" fmla="*/ 896620 w 2090420"/>
                    <a:gd name="connsiteY64" fmla="*/ 1351280 h 1592580"/>
                    <a:gd name="connsiteX65" fmla="*/ 944880 w 2090420"/>
                    <a:gd name="connsiteY65" fmla="*/ 1363980 h 1592580"/>
                    <a:gd name="connsiteX66" fmla="*/ 1054100 w 2090420"/>
                    <a:gd name="connsiteY66" fmla="*/ 1409700 h 1592580"/>
                    <a:gd name="connsiteX67" fmla="*/ 1193800 w 2090420"/>
                    <a:gd name="connsiteY67" fmla="*/ 1460500 h 1592580"/>
                    <a:gd name="connsiteX68" fmla="*/ 1351280 w 2090420"/>
                    <a:gd name="connsiteY68" fmla="*/ 1531620 h 1592580"/>
                    <a:gd name="connsiteX69" fmla="*/ 1452880 w 2090420"/>
                    <a:gd name="connsiteY69" fmla="*/ 1562100 h 1592580"/>
                    <a:gd name="connsiteX70" fmla="*/ 1498600 w 2090420"/>
                    <a:gd name="connsiteY70" fmla="*/ 1592580 h 1592580"/>
                    <a:gd name="connsiteX71" fmla="*/ 1536700 w 2090420"/>
                    <a:gd name="connsiteY71" fmla="*/ 1590040 h 1592580"/>
                    <a:gd name="connsiteX72" fmla="*/ 1549400 w 2090420"/>
                    <a:gd name="connsiteY72" fmla="*/ 1554480 h 1592580"/>
                    <a:gd name="connsiteX73" fmla="*/ 1546860 w 2090420"/>
                    <a:gd name="connsiteY73" fmla="*/ 1508760 h 1592580"/>
                    <a:gd name="connsiteX74" fmla="*/ 1569720 w 2090420"/>
                    <a:gd name="connsiteY74" fmla="*/ 1452880 h 1592580"/>
                    <a:gd name="connsiteX75" fmla="*/ 1597660 w 2090420"/>
                    <a:gd name="connsiteY75" fmla="*/ 1399540 h 1592580"/>
                    <a:gd name="connsiteX76" fmla="*/ 1595120 w 2090420"/>
                    <a:gd name="connsiteY76" fmla="*/ 1346200 h 1592580"/>
                    <a:gd name="connsiteX77" fmla="*/ 1610360 w 2090420"/>
                    <a:gd name="connsiteY77" fmla="*/ 1305560 h 1592580"/>
                    <a:gd name="connsiteX78" fmla="*/ 1732280 w 2090420"/>
                    <a:gd name="connsiteY78" fmla="*/ 1196340 h 1592580"/>
                    <a:gd name="connsiteX79" fmla="*/ 1836420 w 2090420"/>
                    <a:gd name="connsiteY79" fmla="*/ 1097280 h 1592580"/>
                    <a:gd name="connsiteX80" fmla="*/ 1871980 w 2090420"/>
                    <a:gd name="connsiteY80" fmla="*/ 1056640 h 1592580"/>
                    <a:gd name="connsiteX81" fmla="*/ 1877060 w 2090420"/>
                    <a:gd name="connsiteY81" fmla="*/ 1018540 h 1592580"/>
                    <a:gd name="connsiteX82" fmla="*/ 1877060 w 2090420"/>
                    <a:gd name="connsiteY82" fmla="*/ 975360 h 1592580"/>
                    <a:gd name="connsiteX83" fmla="*/ 1894840 w 2090420"/>
                    <a:gd name="connsiteY83" fmla="*/ 929640 h 1592580"/>
                    <a:gd name="connsiteX84" fmla="*/ 1902460 w 2090420"/>
                    <a:gd name="connsiteY84" fmla="*/ 909320 h 1592580"/>
                    <a:gd name="connsiteX85" fmla="*/ 1907540 w 2090420"/>
                    <a:gd name="connsiteY85" fmla="*/ 855980 h 1592580"/>
                    <a:gd name="connsiteX86" fmla="*/ 1925320 w 2090420"/>
                    <a:gd name="connsiteY86" fmla="*/ 810260 h 1592580"/>
                    <a:gd name="connsiteX87" fmla="*/ 1945640 w 2090420"/>
                    <a:gd name="connsiteY87" fmla="*/ 746760 h 1592580"/>
                    <a:gd name="connsiteX88" fmla="*/ 1953260 w 2090420"/>
                    <a:gd name="connsiteY88" fmla="*/ 703580 h 1592580"/>
                    <a:gd name="connsiteX89" fmla="*/ 1953260 w 2090420"/>
                    <a:gd name="connsiteY89" fmla="*/ 665480 h 1592580"/>
                    <a:gd name="connsiteX90" fmla="*/ 1988820 w 2090420"/>
                    <a:gd name="connsiteY90" fmla="*/ 622300 h 1592580"/>
                    <a:gd name="connsiteX91" fmla="*/ 2037080 w 2090420"/>
                    <a:gd name="connsiteY91" fmla="*/ 589280 h 1592580"/>
                    <a:gd name="connsiteX92" fmla="*/ 2075180 w 2090420"/>
                    <a:gd name="connsiteY92" fmla="*/ 571500 h 1592580"/>
                    <a:gd name="connsiteX93" fmla="*/ 2090420 w 2090420"/>
                    <a:gd name="connsiteY93" fmla="*/ 535940 h 1592580"/>
                    <a:gd name="connsiteX94" fmla="*/ 2085340 w 2090420"/>
                    <a:gd name="connsiteY94" fmla="*/ 495300 h 1592580"/>
                    <a:gd name="connsiteX95" fmla="*/ 2057400 w 2090420"/>
                    <a:gd name="connsiteY95" fmla="*/ 482600 h 1592580"/>
                    <a:gd name="connsiteX96" fmla="*/ 1998980 w 2090420"/>
                    <a:gd name="connsiteY96" fmla="*/ 487680 h 1592580"/>
                    <a:gd name="connsiteX97" fmla="*/ 1938020 w 2090420"/>
                    <a:gd name="connsiteY97" fmla="*/ 464820 h 1592580"/>
                    <a:gd name="connsiteX98" fmla="*/ 1864360 w 2090420"/>
                    <a:gd name="connsiteY98" fmla="*/ 467360 h 1592580"/>
                    <a:gd name="connsiteX99" fmla="*/ 1757680 w 2090420"/>
                    <a:gd name="connsiteY99" fmla="*/ 457200 h 1592580"/>
                    <a:gd name="connsiteX100" fmla="*/ 1691640 w 2090420"/>
                    <a:gd name="connsiteY100" fmla="*/ 436880 h 1592580"/>
                    <a:gd name="connsiteX101" fmla="*/ 1666240 w 2090420"/>
                    <a:gd name="connsiteY101" fmla="*/ 411480 h 1592580"/>
                    <a:gd name="connsiteX102" fmla="*/ 1602740 w 2090420"/>
                    <a:gd name="connsiteY102" fmla="*/ 398780 h 1592580"/>
                    <a:gd name="connsiteX103" fmla="*/ 1557020 w 2090420"/>
                    <a:gd name="connsiteY103" fmla="*/ 365760 h 1592580"/>
                    <a:gd name="connsiteX104" fmla="*/ 1488440 w 2090420"/>
                    <a:gd name="connsiteY104" fmla="*/ 281940 h 1592580"/>
                    <a:gd name="connsiteX105" fmla="*/ 1412240 w 2090420"/>
                    <a:gd name="connsiteY105" fmla="*/ 193040 h 1592580"/>
                    <a:gd name="connsiteX106" fmla="*/ 1328420 w 2090420"/>
                    <a:gd name="connsiteY106" fmla="*/ 111760 h 1592580"/>
                    <a:gd name="connsiteX107" fmla="*/ 1287780 w 2090420"/>
                    <a:gd name="connsiteY107" fmla="*/ 60960 h 1592580"/>
                    <a:gd name="connsiteX108" fmla="*/ 1226820 w 2090420"/>
                    <a:gd name="connsiteY108" fmla="*/ 33020 h 1592580"/>
                    <a:gd name="connsiteX109" fmla="*/ 1191260 w 2090420"/>
                    <a:gd name="connsiteY109" fmla="*/ 30480 h 1592580"/>
                    <a:gd name="connsiteX110" fmla="*/ 1122680 w 2090420"/>
                    <a:gd name="connsiteY110" fmla="*/ 0 h 159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2090420" h="1592580">
                      <a:moveTo>
                        <a:pt x="1122680" y="0"/>
                      </a:moveTo>
                      <a:lnTo>
                        <a:pt x="947420" y="10160"/>
                      </a:lnTo>
                      <a:lnTo>
                        <a:pt x="886460" y="43180"/>
                      </a:lnTo>
                      <a:lnTo>
                        <a:pt x="853440" y="81280"/>
                      </a:lnTo>
                      <a:lnTo>
                        <a:pt x="817880" y="88900"/>
                      </a:lnTo>
                      <a:lnTo>
                        <a:pt x="769620" y="76200"/>
                      </a:lnTo>
                      <a:lnTo>
                        <a:pt x="660400" y="71120"/>
                      </a:lnTo>
                      <a:lnTo>
                        <a:pt x="584200" y="60960"/>
                      </a:lnTo>
                      <a:lnTo>
                        <a:pt x="523240" y="55880"/>
                      </a:lnTo>
                      <a:lnTo>
                        <a:pt x="500380" y="71120"/>
                      </a:lnTo>
                      <a:lnTo>
                        <a:pt x="518160" y="109220"/>
                      </a:lnTo>
                      <a:lnTo>
                        <a:pt x="525780" y="160020"/>
                      </a:lnTo>
                      <a:lnTo>
                        <a:pt x="556260" y="195580"/>
                      </a:lnTo>
                      <a:lnTo>
                        <a:pt x="584200" y="218440"/>
                      </a:lnTo>
                      <a:lnTo>
                        <a:pt x="601980" y="259080"/>
                      </a:lnTo>
                      <a:lnTo>
                        <a:pt x="568960" y="297180"/>
                      </a:lnTo>
                      <a:lnTo>
                        <a:pt x="530860" y="353060"/>
                      </a:lnTo>
                      <a:lnTo>
                        <a:pt x="457200" y="469900"/>
                      </a:lnTo>
                      <a:lnTo>
                        <a:pt x="441960" y="497840"/>
                      </a:lnTo>
                      <a:lnTo>
                        <a:pt x="444500" y="551180"/>
                      </a:lnTo>
                      <a:lnTo>
                        <a:pt x="434340" y="574040"/>
                      </a:lnTo>
                      <a:lnTo>
                        <a:pt x="381000" y="574040"/>
                      </a:lnTo>
                      <a:lnTo>
                        <a:pt x="345440" y="584200"/>
                      </a:lnTo>
                      <a:lnTo>
                        <a:pt x="342900" y="612140"/>
                      </a:lnTo>
                      <a:lnTo>
                        <a:pt x="342900" y="635000"/>
                      </a:lnTo>
                      <a:lnTo>
                        <a:pt x="312420" y="657860"/>
                      </a:lnTo>
                      <a:lnTo>
                        <a:pt x="246380" y="685800"/>
                      </a:lnTo>
                      <a:lnTo>
                        <a:pt x="215900" y="723900"/>
                      </a:lnTo>
                      <a:lnTo>
                        <a:pt x="203200" y="795020"/>
                      </a:lnTo>
                      <a:lnTo>
                        <a:pt x="205740" y="840740"/>
                      </a:lnTo>
                      <a:lnTo>
                        <a:pt x="213360" y="871220"/>
                      </a:lnTo>
                      <a:lnTo>
                        <a:pt x="185420" y="904240"/>
                      </a:lnTo>
                      <a:lnTo>
                        <a:pt x="111760" y="952500"/>
                      </a:lnTo>
                      <a:lnTo>
                        <a:pt x="66040" y="1013460"/>
                      </a:lnTo>
                      <a:lnTo>
                        <a:pt x="53340" y="1059180"/>
                      </a:lnTo>
                      <a:lnTo>
                        <a:pt x="25400" y="1109980"/>
                      </a:lnTo>
                      <a:lnTo>
                        <a:pt x="0" y="1163320"/>
                      </a:lnTo>
                      <a:cubicBezTo>
                        <a:pt x="847" y="1187873"/>
                        <a:pt x="1693" y="1212427"/>
                        <a:pt x="2540" y="1236980"/>
                      </a:cubicBezTo>
                      <a:lnTo>
                        <a:pt x="22860" y="1285240"/>
                      </a:lnTo>
                      <a:lnTo>
                        <a:pt x="81280" y="1292860"/>
                      </a:lnTo>
                      <a:lnTo>
                        <a:pt x="111760" y="1287780"/>
                      </a:lnTo>
                      <a:lnTo>
                        <a:pt x="124460" y="1308100"/>
                      </a:lnTo>
                      <a:lnTo>
                        <a:pt x="160020" y="1336040"/>
                      </a:lnTo>
                      <a:lnTo>
                        <a:pt x="203200" y="1402080"/>
                      </a:lnTo>
                      <a:lnTo>
                        <a:pt x="243840" y="1442720"/>
                      </a:lnTo>
                      <a:lnTo>
                        <a:pt x="281940" y="1427480"/>
                      </a:lnTo>
                      <a:lnTo>
                        <a:pt x="304800" y="1407160"/>
                      </a:lnTo>
                      <a:lnTo>
                        <a:pt x="444500" y="1333500"/>
                      </a:lnTo>
                      <a:lnTo>
                        <a:pt x="492760" y="1310640"/>
                      </a:lnTo>
                      <a:lnTo>
                        <a:pt x="530860" y="1252220"/>
                      </a:lnTo>
                      <a:lnTo>
                        <a:pt x="591820" y="1181100"/>
                      </a:lnTo>
                      <a:lnTo>
                        <a:pt x="637540" y="1132840"/>
                      </a:lnTo>
                      <a:lnTo>
                        <a:pt x="660400" y="1102360"/>
                      </a:lnTo>
                      <a:lnTo>
                        <a:pt x="685800" y="1097280"/>
                      </a:lnTo>
                      <a:lnTo>
                        <a:pt x="708660" y="1097280"/>
                      </a:lnTo>
                      <a:lnTo>
                        <a:pt x="726440" y="1117600"/>
                      </a:lnTo>
                      <a:lnTo>
                        <a:pt x="728980" y="1153160"/>
                      </a:lnTo>
                      <a:lnTo>
                        <a:pt x="723900" y="1193800"/>
                      </a:lnTo>
                      <a:lnTo>
                        <a:pt x="698500" y="1229360"/>
                      </a:lnTo>
                      <a:lnTo>
                        <a:pt x="695960" y="1259840"/>
                      </a:lnTo>
                      <a:lnTo>
                        <a:pt x="708660" y="1292860"/>
                      </a:lnTo>
                      <a:lnTo>
                        <a:pt x="746760" y="1290320"/>
                      </a:lnTo>
                      <a:lnTo>
                        <a:pt x="789940" y="1300480"/>
                      </a:lnTo>
                      <a:lnTo>
                        <a:pt x="830580" y="1328420"/>
                      </a:lnTo>
                      <a:lnTo>
                        <a:pt x="896620" y="1351280"/>
                      </a:lnTo>
                      <a:lnTo>
                        <a:pt x="944880" y="1363980"/>
                      </a:lnTo>
                      <a:lnTo>
                        <a:pt x="1054100" y="1409700"/>
                      </a:lnTo>
                      <a:lnTo>
                        <a:pt x="1193800" y="1460500"/>
                      </a:lnTo>
                      <a:lnTo>
                        <a:pt x="1351280" y="1531620"/>
                      </a:lnTo>
                      <a:lnTo>
                        <a:pt x="1452880" y="1562100"/>
                      </a:lnTo>
                      <a:lnTo>
                        <a:pt x="1498600" y="1592580"/>
                      </a:lnTo>
                      <a:lnTo>
                        <a:pt x="1536700" y="1590040"/>
                      </a:lnTo>
                      <a:lnTo>
                        <a:pt x="1549400" y="1554480"/>
                      </a:lnTo>
                      <a:lnTo>
                        <a:pt x="1546860" y="1508760"/>
                      </a:lnTo>
                      <a:lnTo>
                        <a:pt x="1569720" y="1452880"/>
                      </a:lnTo>
                      <a:lnTo>
                        <a:pt x="1597660" y="1399540"/>
                      </a:lnTo>
                      <a:lnTo>
                        <a:pt x="1595120" y="1346200"/>
                      </a:lnTo>
                      <a:lnTo>
                        <a:pt x="1610360" y="1305560"/>
                      </a:lnTo>
                      <a:lnTo>
                        <a:pt x="1732280" y="1196340"/>
                      </a:lnTo>
                      <a:lnTo>
                        <a:pt x="1836420" y="1097280"/>
                      </a:lnTo>
                      <a:lnTo>
                        <a:pt x="1871980" y="1056640"/>
                      </a:lnTo>
                      <a:lnTo>
                        <a:pt x="1877060" y="1018540"/>
                      </a:lnTo>
                      <a:lnTo>
                        <a:pt x="1877060" y="975360"/>
                      </a:lnTo>
                      <a:lnTo>
                        <a:pt x="1894840" y="929640"/>
                      </a:lnTo>
                      <a:lnTo>
                        <a:pt x="1902460" y="909320"/>
                      </a:lnTo>
                      <a:lnTo>
                        <a:pt x="1907540" y="855980"/>
                      </a:lnTo>
                      <a:lnTo>
                        <a:pt x="1925320" y="810260"/>
                      </a:lnTo>
                      <a:lnTo>
                        <a:pt x="1945640" y="746760"/>
                      </a:lnTo>
                      <a:lnTo>
                        <a:pt x="1953260" y="703580"/>
                      </a:lnTo>
                      <a:lnTo>
                        <a:pt x="1953260" y="665480"/>
                      </a:lnTo>
                      <a:lnTo>
                        <a:pt x="1988820" y="622300"/>
                      </a:lnTo>
                      <a:lnTo>
                        <a:pt x="2037080" y="589280"/>
                      </a:lnTo>
                      <a:lnTo>
                        <a:pt x="2075180" y="571500"/>
                      </a:lnTo>
                      <a:lnTo>
                        <a:pt x="2090420" y="535940"/>
                      </a:lnTo>
                      <a:lnTo>
                        <a:pt x="2085340" y="495300"/>
                      </a:lnTo>
                      <a:lnTo>
                        <a:pt x="2057400" y="482600"/>
                      </a:lnTo>
                      <a:lnTo>
                        <a:pt x="1998980" y="487680"/>
                      </a:lnTo>
                      <a:lnTo>
                        <a:pt x="1938020" y="464820"/>
                      </a:lnTo>
                      <a:lnTo>
                        <a:pt x="1864360" y="467360"/>
                      </a:lnTo>
                      <a:lnTo>
                        <a:pt x="1757680" y="457200"/>
                      </a:lnTo>
                      <a:lnTo>
                        <a:pt x="1691640" y="436880"/>
                      </a:lnTo>
                      <a:lnTo>
                        <a:pt x="1666240" y="411480"/>
                      </a:lnTo>
                      <a:lnTo>
                        <a:pt x="1602740" y="398780"/>
                      </a:lnTo>
                      <a:lnTo>
                        <a:pt x="1557020" y="365760"/>
                      </a:lnTo>
                      <a:lnTo>
                        <a:pt x="1488440" y="281940"/>
                      </a:lnTo>
                      <a:lnTo>
                        <a:pt x="1412240" y="193040"/>
                      </a:lnTo>
                      <a:lnTo>
                        <a:pt x="1328420" y="111760"/>
                      </a:lnTo>
                      <a:lnTo>
                        <a:pt x="1287780" y="60960"/>
                      </a:lnTo>
                      <a:lnTo>
                        <a:pt x="1226820" y="33020"/>
                      </a:lnTo>
                      <a:lnTo>
                        <a:pt x="1191260" y="30480"/>
                      </a:lnTo>
                      <a:lnTo>
                        <a:pt x="11226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5" name="동대문구">
                  <a:extLst>
                    <a:ext uri="{FF2B5EF4-FFF2-40B4-BE49-F238E27FC236}">
                      <a16:creationId xmlns:a16="http://schemas.microsoft.com/office/drawing/2014/main" id="{D87D1360-BE00-611A-B7AA-8DE053B52BDC}"/>
                    </a:ext>
                  </a:extLst>
                </p:cNvPr>
                <p:cNvSpPr/>
                <p:nvPr/>
              </p:nvSpPr>
              <p:spPr>
                <a:xfrm>
                  <a:off x="4414520" y="5125720"/>
                  <a:ext cx="1717040" cy="1877060"/>
                </a:xfrm>
                <a:custGeom>
                  <a:avLst/>
                  <a:gdLst>
                    <a:gd name="connsiteX0" fmla="*/ 1498600 w 1717040"/>
                    <a:gd name="connsiteY0" fmla="*/ 1877060 h 1877060"/>
                    <a:gd name="connsiteX1" fmla="*/ 1498600 w 1717040"/>
                    <a:gd name="connsiteY1" fmla="*/ 1877060 h 1877060"/>
                    <a:gd name="connsiteX2" fmla="*/ 1262380 w 1717040"/>
                    <a:gd name="connsiteY2" fmla="*/ 1841500 h 1877060"/>
                    <a:gd name="connsiteX3" fmla="*/ 1209040 w 1717040"/>
                    <a:gd name="connsiteY3" fmla="*/ 1818640 h 1877060"/>
                    <a:gd name="connsiteX4" fmla="*/ 1153160 w 1717040"/>
                    <a:gd name="connsiteY4" fmla="*/ 1803400 h 1877060"/>
                    <a:gd name="connsiteX5" fmla="*/ 980440 w 1717040"/>
                    <a:gd name="connsiteY5" fmla="*/ 1612900 h 1877060"/>
                    <a:gd name="connsiteX6" fmla="*/ 932180 w 1717040"/>
                    <a:gd name="connsiteY6" fmla="*/ 1549400 h 1877060"/>
                    <a:gd name="connsiteX7" fmla="*/ 868680 w 1717040"/>
                    <a:gd name="connsiteY7" fmla="*/ 1496060 h 1877060"/>
                    <a:gd name="connsiteX8" fmla="*/ 797560 w 1717040"/>
                    <a:gd name="connsiteY8" fmla="*/ 1450340 h 1877060"/>
                    <a:gd name="connsiteX9" fmla="*/ 713740 w 1717040"/>
                    <a:gd name="connsiteY9" fmla="*/ 1409700 h 1877060"/>
                    <a:gd name="connsiteX10" fmla="*/ 680720 w 1717040"/>
                    <a:gd name="connsiteY10" fmla="*/ 1397000 h 1877060"/>
                    <a:gd name="connsiteX11" fmla="*/ 599440 w 1717040"/>
                    <a:gd name="connsiteY11" fmla="*/ 1397000 h 1877060"/>
                    <a:gd name="connsiteX12" fmla="*/ 535940 w 1717040"/>
                    <a:gd name="connsiteY12" fmla="*/ 1407160 h 1877060"/>
                    <a:gd name="connsiteX13" fmla="*/ 467360 w 1717040"/>
                    <a:gd name="connsiteY13" fmla="*/ 1414780 h 1877060"/>
                    <a:gd name="connsiteX14" fmla="*/ 414020 w 1717040"/>
                    <a:gd name="connsiteY14" fmla="*/ 1430020 h 1877060"/>
                    <a:gd name="connsiteX15" fmla="*/ 355600 w 1717040"/>
                    <a:gd name="connsiteY15" fmla="*/ 1475740 h 1877060"/>
                    <a:gd name="connsiteX16" fmla="*/ 304800 w 1717040"/>
                    <a:gd name="connsiteY16" fmla="*/ 1483360 h 1877060"/>
                    <a:gd name="connsiteX17" fmla="*/ 182880 w 1717040"/>
                    <a:gd name="connsiteY17" fmla="*/ 1470660 h 1877060"/>
                    <a:gd name="connsiteX18" fmla="*/ 134620 w 1717040"/>
                    <a:gd name="connsiteY18" fmla="*/ 1447800 h 1877060"/>
                    <a:gd name="connsiteX19" fmla="*/ 55880 w 1717040"/>
                    <a:gd name="connsiteY19" fmla="*/ 1450340 h 1877060"/>
                    <a:gd name="connsiteX20" fmla="*/ 12700 w 1717040"/>
                    <a:gd name="connsiteY20" fmla="*/ 1432560 h 1877060"/>
                    <a:gd name="connsiteX21" fmla="*/ 0 w 1717040"/>
                    <a:gd name="connsiteY21" fmla="*/ 1328420 h 1877060"/>
                    <a:gd name="connsiteX22" fmla="*/ 33020 w 1717040"/>
                    <a:gd name="connsiteY22" fmla="*/ 1287780 h 1877060"/>
                    <a:gd name="connsiteX23" fmla="*/ 58420 w 1717040"/>
                    <a:gd name="connsiteY23" fmla="*/ 1224280 h 1877060"/>
                    <a:gd name="connsiteX24" fmla="*/ 81280 w 1717040"/>
                    <a:gd name="connsiteY24" fmla="*/ 1178560 h 1877060"/>
                    <a:gd name="connsiteX25" fmla="*/ 116840 w 1717040"/>
                    <a:gd name="connsiteY25" fmla="*/ 1115060 h 1877060"/>
                    <a:gd name="connsiteX26" fmla="*/ 154940 w 1717040"/>
                    <a:gd name="connsiteY26" fmla="*/ 1079500 h 1877060"/>
                    <a:gd name="connsiteX27" fmla="*/ 289560 w 1717040"/>
                    <a:gd name="connsiteY27" fmla="*/ 970280 h 1877060"/>
                    <a:gd name="connsiteX28" fmla="*/ 342900 w 1717040"/>
                    <a:gd name="connsiteY28" fmla="*/ 919480 h 1877060"/>
                    <a:gd name="connsiteX29" fmla="*/ 368300 w 1717040"/>
                    <a:gd name="connsiteY29" fmla="*/ 866140 h 1877060"/>
                    <a:gd name="connsiteX30" fmla="*/ 381000 w 1717040"/>
                    <a:gd name="connsiteY30" fmla="*/ 807720 h 1877060"/>
                    <a:gd name="connsiteX31" fmla="*/ 396240 w 1717040"/>
                    <a:gd name="connsiteY31" fmla="*/ 772160 h 1877060"/>
                    <a:gd name="connsiteX32" fmla="*/ 414020 w 1717040"/>
                    <a:gd name="connsiteY32" fmla="*/ 759460 h 1877060"/>
                    <a:gd name="connsiteX33" fmla="*/ 452120 w 1717040"/>
                    <a:gd name="connsiteY33" fmla="*/ 754380 h 1877060"/>
                    <a:gd name="connsiteX34" fmla="*/ 492760 w 1717040"/>
                    <a:gd name="connsiteY34" fmla="*/ 723900 h 1877060"/>
                    <a:gd name="connsiteX35" fmla="*/ 505460 w 1717040"/>
                    <a:gd name="connsiteY35" fmla="*/ 693420 h 1877060"/>
                    <a:gd name="connsiteX36" fmla="*/ 520700 w 1717040"/>
                    <a:gd name="connsiteY36" fmla="*/ 662940 h 1877060"/>
                    <a:gd name="connsiteX37" fmla="*/ 548640 w 1717040"/>
                    <a:gd name="connsiteY37" fmla="*/ 619760 h 1877060"/>
                    <a:gd name="connsiteX38" fmla="*/ 601980 w 1717040"/>
                    <a:gd name="connsiteY38" fmla="*/ 571500 h 1877060"/>
                    <a:gd name="connsiteX39" fmla="*/ 635000 w 1717040"/>
                    <a:gd name="connsiteY39" fmla="*/ 541020 h 1877060"/>
                    <a:gd name="connsiteX40" fmla="*/ 650240 w 1717040"/>
                    <a:gd name="connsiteY40" fmla="*/ 502920 h 1877060"/>
                    <a:gd name="connsiteX41" fmla="*/ 647700 w 1717040"/>
                    <a:gd name="connsiteY41" fmla="*/ 482600 h 1877060"/>
                    <a:gd name="connsiteX42" fmla="*/ 657860 w 1717040"/>
                    <a:gd name="connsiteY42" fmla="*/ 464820 h 1877060"/>
                    <a:gd name="connsiteX43" fmla="*/ 678180 w 1717040"/>
                    <a:gd name="connsiteY43" fmla="*/ 469900 h 1877060"/>
                    <a:gd name="connsiteX44" fmla="*/ 706120 w 1717040"/>
                    <a:gd name="connsiteY44" fmla="*/ 492760 h 1877060"/>
                    <a:gd name="connsiteX45" fmla="*/ 789940 w 1717040"/>
                    <a:gd name="connsiteY45" fmla="*/ 482600 h 1877060"/>
                    <a:gd name="connsiteX46" fmla="*/ 815340 w 1717040"/>
                    <a:gd name="connsiteY46" fmla="*/ 462280 h 1877060"/>
                    <a:gd name="connsiteX47" fmla="*/ 843280 w 1717040"/>
                    <a:gd name="connsiteY47" fmla="*/ 429260 h 1877060"/>
                    <a:gd name="connsiteX48" fmla="*/ 845820 w 1717040"/>
                    <a:gd name="connsiteY48" fmla="*/ 396240 h 1877060"/>
                    <a:gd name="connsiteX49" fmla="*/ 838200 w 1717040"/>
                    <a:gd name="connsiteY49" fmla="*/ 368300 h 1877060"/>
                    <a:gd name="connsiteX50" fmla="*/ 850900 w 1717040"/>
                    <a:gd name="connsiteY50" fmla="*/ 337820 h 1877060"/>
                    <a:gd name="connsiteX51" fmla="*/ 883920 w 1717040"/>
                    <a:gd name="connsiteY51" fmla="*/ 330200 h 1877060"/>
                    <a:gd name="connsiteX52" fmla="*/ 906780 w 1717040"/>
                    <a:gd name="connsiteY52" fmla="*/ 317500 h 1877060"/>
                    <a:gd name="connsiteX53" fmla="*/ 927100 w 1717040"/>
                    <a:gd name="connsiteY53" fmla="*/ 302260 h 1877060"/>
                    <a:gd name="connsiteX54" fmla="*/ 952500 w 1717040"/>
                    <a:gd name="connsiteY54" fmla="*/ 304800 h 1877060"/>
                    <a:gd name="connsiteX55" fmla="*/ 949960 w 1717040"/>
                    <a:gd name="connsiteY55" fmla="*/ 335280 h 1877060"/>
                    <a:gd name="connsiteX56" fmla="*/ 982980 w 1717040"/>
                    <a:gd name="connsiteY56" fmla="*/ 337820 h 1877060"/>
                    <a:gd name="connsiteX57" fmla="*/ 1043940 w 1717040"/>
                    <a:gd name="connsiteY57" fmla="*/ 322580 h 1877060"/>
                    <a:gd name="connsiteX58" fmla="*/ 1094740 w 1717040"/>
                    <a:gd name="connsiteY58" fmla="*/ 320040 h 1877060"/>
                    <a:gd name="connsiteX59" fmla="*/ 1145540 w 1717040"/>
                    <a:gd name="connsiteY59" fmla="*/ 322580 h 1877060"/>
                    <a:gd name="connsiteX60" fmla="*/ 1186180 w 1717040"/>
                    <a:gd name="connsiteY60" fmla="*/ 337820 h 1877060"/>
                    <a:gd name="connsiteX61" fmla="*/ 1221740 w 1717040"/>
                    <a:gd name="connsiteY61" fmla="*/ 337820 h 1877060"/>
                    <a:gd name="connsiteX62" fmla="*/ 1229360 w 1717040"/>
                    <a:gd name="connsiteY62" fmla="*/ 312420 h 1877060"/>
                    <a:gd name="connsiteX63" fmla="*/ 1229360 w 1717040"/>
                    <a:gd name="connsiteY63" fmla="*/ 287020 h 1877060"/>
                    <a:gd name="connsiteX64" fmla="*/ 1219200 w 1717040"/>
                    <a:gd name="connsiteY64" fmla="*/ 271780 h 1877060"/>
                    <a:gd name="connsiteX65" fmla="*/ 1216660 w 1717040"/>
                    <a:gd name="connsiteY65" fmla="*/ 213360 h 1877060"/>
                    <a:gd name="connsiteX66" fmla="*/ 1229360 w 1717040"/>
                    <a:gd name="connsiteY66" fmla="*/ 195580 h 1877060"/>
                    <a:gd name="connsiteX67" fmla="*/ 1295400 w 1717040"/>
                    <a:gd name="connsiteY67" fmla="*/ 165100 h 1877060"/>
                    <a:gd name="connsiteX68" fmla="*/ 1315720 w 1717040"/>
                    <a:gd name="connsiteY68" fmla="*/ 137160 h 1877060"/>
                    <a:gd name="connsiteX69" fmla="*/ 1310640 w 1717040"/>
                    <a:gd name="connsiteY69" fmla="*/ 114300 h 1877060"/>
                    <a:gd name="connsiteX70" fmla="*/ 1295400 w 1717040"/>
                    <a:gd name="connsiteY70" fmla="*/ 93980 h 1877060"/>
                    <a:gd name="connsiteX71" fmla="*/ 1292860 w 1717040"/>
                    <a:gd name="connsiteY71" fmla="*/ 53340 h 1877060"/>
                    <a:gd name="connsiteX72" fmla="*/ 1315720 w 1717040"/>
                    <a:gd name="connsiteY72" fmla="*/ 40640 h 1877060"/>
                    <a:gd name="connsiteX73" fmla="*/ 1363980 w 1717040"/>
                    <a:gd name="connsiteY73" fmla="*/ 53340 h 1877060"/>
                    <a:gd name="connsiteX74" fmla="*/ 1402080 w 1717040"/>
                    <a:gd name="connsiteY74" fmla="*/ 53340 h 1877060"/>
                    <a:gd name="connsiteX75" fmla="*/ 1440180 w 1717040"/>
                    <a:gd name="connsiteY75" fmla="*/ 33020 h 1877060"/>
                    <a:gd name="connsiteX76" fmla="*/ 1463040 w 1717040"/>
                    <a:gd name="connsiteY76" fmla="*/ 20320 h 1877060"/>
                    <a:gd name="connsiteX77" fmla="*/ 1490980 w 1717040"/>
                    <a:gd name="connsiteY77" fmla="*/ 17780 h 1877060"/>
                    <a:gd name="connsiteX78" fmla="*/ 1526540 w 1717040"/>
                    <a:gd name="connsiteY78" fmla="*/ 0 h 1877060"/>
                    <a:gd name="connsiteX79" fmla="*/ 1557020 w 1717040"/>
                    <a:gd name="connsiteY79" fmla="*/ 0 h 1877060"/>
                    <a:gd name="connsiteX80" fmla="*/ 1577340 w 1717040"/>
                    <a:gd name="connsiteY80" fmla="*/ 17780 h 1877060"/>
                    <a:gd name="connsiteX81" fmla="*/ 1559560 w 1717040"/>
                    <a:gd name="connsiteY81" fmla="*/ 58420 h 1877060"/>
                    <a:gd name="connsiteX82" fmla="*/ 1577340 w 1717040"/>
                    <a:gd name="connsiteY82" fmla="*/ 78740 h 1877060"/>
                    <a:gd name="connsiteX83" fmla="*/ 1577340 w 1717040"/>
                    <a:gd name="connsiteY83" fmla="*/ 134620 h 1877060"/>
                    <a:gd name="connsiteX84" fmla="*/ 1600200 w 1717040"/>
                    <a:gd name="connsiteY84" fmla="*/ 165100 h 1877060"/>
                    <a:gd name="connsiteX85" fmla="*/ 1595120 w 1717040"/>
                    <a:gd name="connsiteY85" fmla="*/ 198120 h 1877060"/>
                    <a:gd name="connsiteX86" fmla="*/ 1567180 w 1717040"/>
                    <a:gd name="connsiteY86" fmla="*/ 236220 h 1877060"/>
                    <a:gd name="connsiteX87" fmla="*/ 1536700 w 1717040"/>
                    <a:gd name="connsiteY87" fmla="*/ 281940 h 1877060"/>
                    <a:gd name="connsiteX88" fmla="*/ 1513840 w 1717040"/>
                    <a:gd name="connsiteY88" fmla="*/ 322580 h 1877060"/>
                    <a:gd name="connsiteX89" fmla="*/ 1480820 w 1717040"/>
                    <a:gd name="connsiteY89" fmla="*/ 386080 h 1877060"/>
                    <a:gd name="connsiteX90" fmla="*/ 1480820 w 1717040"/>
                    <a:gd name="connsiteY90" fmla="*/ 414020 h 1877060"/>
                    <a:gd name="connsiteX91" fmla="*/ 1485900 w 1717040"/>
                    <a:gd name="connsiteY91" fmla="*/ 464820 h 1877060"/>
                    <a:gd name="connsiteX92" fmla="*/ 1480820 w 1717040"/>
                    <a:gd name="connsiteY92" fmla="*/ 518160 h 1877060"/>
                    <a:gd name="connsiteX93" fmla="*/ 1475740 w 1717040"/>
                    <a:gd name="connsiteY93" fmla="*/ 594360 h 1877060"/>
                    <a:gd name="connsiteX94" fmla="*/ 1470660 w 1717040"/>
                    <a:gd name="connsiteY94" fmla="*/ 637540 h 1877060"/>
                    <a:gd name="connsiteX95" fmla="*/ 1501140 w 1717040"/>
                    <a:gd name="connsiteY95" fmla="*/ 718820 h 1877060"/>
                    <a:gd name="connsiteX96" fmla="*/ 1506220 w 1717040"/>
                    <a:gd name="connsiteY96" fmla="*/ 762000 h 1877060"/>
                    <a:gd name="connsiteX97" fmla="*/ 1516380 w 1717040"/>
                    <a:gd name="connsiteY97" fmla="*/ 815340 h 1877060"/>
                    <a:gd name="connsiteX98" fmla="*/ 1546860 w 1717040"/>
                    <a:gd name="connsiteY98" fmla="*/ 873760 h 1877060"/>
                    <a:gd name="connsiteX99" fmla="*/ 1661160 w 1717040"/>
                    <a:gd name="connsiteY99" fmla="*/ 980440 h 1877060"/>
                    <a:gd name="connsiteX100" fmla="*/ 1694180 w 1717040"/>
                    <a:gd name="connsiteY100" fmla="*/ 1013460 h 1877060"/>
                    <a:gd name="connsiteX101" fmla="*/ 1706880 w 1717040"/>
                    <a:gd name="connsiteY101" fmla="*/ 1061720 h 1877060"/>
                    <a:gd name="connsiteX102" fmla="*/ 1704340 w 1717040"/>
                    <a:gd name="connsiteY102" fmla="*/ 1130300 h 1877060"/>
                    <a:gd name="connsiteX103" fmla="*/ 1694180 w 1717040"/>
                    <a:gd name="connsiteY103" fmla="*/ 1176020 h 1877060"/>
                    <a:gd name="connsiteX104" fmla="*/ 1706880 w 1717040"/>
                    <a:gd name="connsiteY104" fmla="*/ 1264920 h 1877060"/>
                    <a:gd name="connsiteX105" fmla="*/ 1717040 w 1717040"/>
                    <a:gd name="connsiteY105" fmla="*/ 1450340 h 1877060"/>
                    <a:gd name="connsiteX106" fmla="*/ 1691640 w 1717040"/>
                    <a:gd name="connsiteY106" fmla="*/ 1490980 h 1877060"/>
                    <a:gd name="connsiteX107" fmla="*/ 1666240 w 1717040"/>
                    <a:gd name="connsiteY107" fmla="*/ 1524000 h 1877060"/>
                    <a:gd name="connsiteX108" fmla="*/ 1602740 w 1717040"/>
                    <a:gd name="connsiteY108" fmla="*/ 1742440 h 1877060"/>
                    <a:gd name="connsiteX109" fmla="*/ 1562100 w 1717040"/>
                    <a:gd name="connsiteY109" fmla="*/ 1800860 h 1877060"/>
                    <a:gd name="connsiteX110" fmla="*/ 1551940 w 1717040"/>
                    <a:gd name="connsiteY110" fmla="*/ 1851660 h 1877060"/>
                    <a:gd name="connsiteX111" fmla="*/ 1498600 w 1717040"/>
                    <a:gd name="connsiteY111" fmla="*/ 1877060 h 187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717040" h="1877060">
                      <a:moveTo>
                        <a:pt x="1498600" y="1877060"/>
                      </a:moveTo>
                      <a:lnTo>
                        <a:pt x="1498600" y="1877060"/>
                      </a:lnTo>
                      <a:lnTo>
                        <a:pt x="1262380" y="1841500"/>
                      </a:lnTo>
                      <a:lnTo>
                        <a:pt x="1209040" y="1818640"/>
                      </a:lnTo>
                      <a:lnTo>
                        <a:pt x="1153160" y="1803400"/>
                      </a:lnTo>
                      <a:lnTo>
                        <a:pt x="980440" y="1612900"/>
                      </a:lnTo>
                      <a:lnTo>
                        <a:pt x="932180" y="1549400"/>
                      </a:lnTo>
                      <a:lnTo>
                        <a:pt x="868680" y="1496060"/>
                      </a:lnTo>
                      <a:lnTo>
                        <a:pt x="797560" y="1450340"/>
                      </a:lnTo>
                      <a:lnTo>
                        <a:pt x="713740" y="1409700"/>
                      </a:lnTo>
                      <a:lnTo>
                        <a:pt x="680720" y="1397000"/>
                      </a:lnTo>
                      <a:lnTo>
                        <a:pt x="599440" y="1397000"/>
                      </a:lnTo>
                      <a:lnTo>
                        <a:pt x="535940" y="1407160"/>
                      </a:lnTo>
                      <a:lnTo>
                        <a:pt x="467360" y="1414780"/>
                      </a:lnTo>
                      <a:lnTo>
                        <a:pt x="414020" y="1430020"/>
                      </a:lnTo>
                      <a:lnTo>
                        <a:pt x="355600" y="1475740"/>
                      </a:lnTo>
                      <a:lnTo>
                        <a:pt x="304800" y="1483360"/>
                      </a:lnTo>
                      <a:lnTo>
                        <a:pt x="182880" y="1470660"/>
                      </a:lnTo>
                      <a:lnTo>
                        <a:pt x="134620" y="1447800"/>
                      </a:lnTo>
                      <a:lnTo>
                        <a:pt x="55880" y="1450340"/>
                      </a:lnTo>
                      <a:lnTo>
                        <a:pt x="12700" y="1432560"/>
                      </a:lnTo>
                      <a:lnTo>
                        <a:pt x="0" y="1328420"/>
                      </a:lnTo>
                      <a:lnTo>
                        <a:pt x="33020" y="1287780"/>
                      </a:lnTo>
                      <a:lnTo>
                        <a:pt x="58420" y="1224280"/>
                      </a:lnTo>
                      <a:lnTo>
                        <a:pt x="81280" y="1178560"/>
                      </a:lnTo>
                      <a:lnTo>
                        <a:pt x="116840" y="1115060"/>
                      </a:lnTo>
                      <a:lnTo>
                        <a:pt x="154940" y="1079500"/>
                      </a:lnTo>
                      <a:lnTo>
                        <a:pt x="289560" y="970280"/>
                      </a:lnTo>
                      <a:lnTo>
                        <a:pt x="342900" y="919480"/>
                      </a:lnTo>
                      <a:lnTo>
                        <a:pt x="368300" y="866140"/>
                      </a:lnTo>
                      <a:lnTo>
                        <a:pt x="381000" y="807720"/>
                      </a:lnTo>
                      <a:lnTo>
                        <a:pt x="396240" y="772160"/>
                      </a:lnTo>
                      <a:lnTo>
                        <a:pt x="414020" y="759460"/>
                      </a:lnTo>
                      <a:lnTo>
                        <a:pt x="452120" y="754380"/>
                      </a:lnTo>
                      <a:lnTo>
                        <a:pt x="492760" y="723900"/>
                      </a:lnTo>
                      <a:lnTo>
                        <a:pt x="505460" y="693420"/>
                      </a:lnTo>
                      <a:lnTo>
                        <a:pt x="520700" y="662940"/>
                      </a:lnTo>
                      <a:lnTo>
                        <a:pt x="548640" y="619760"/>
                      </a:lnTo>
                      <a:lnTo>
                        <a:pt x="601980" y="571500"/>
                      </a:lnTo>
                      <a:lnTo>
                        <a:pt x="635000" y="541020"/>
                      </a:lnTo>
                      <a:lnTo>
                        <a:pt x="650240" y="502920"/>
                      </a:lnTo>
                      <a:lnTo>
                        <a:pt x="647700" y="482600"/>
                      </a:lnTo>
                      <a:lnTo>
                        <a:pt x="657860" y="464820"/>
                      </a:lnTo>
                      <a:lnTo>
                        <a:pt x="678180" y="469900"/>
                      </a:lnTo>
                      <a:lnTo>
                        <a:pt x="706120" y="492760"/>
                      </a:lnTo>
                      <a:lnTo>
                        <a:pt x="789940" y="482600"/>
                      </a:lnTo>
                      <a:lnTo>
                        <a:pt x="815340" y="462280"/>
                      </a:lnTo>
                      <a:lnTo>
                        <a:pt x="843280" y="429260"/>
                      </a:lnTo>
                      <a:lnTo>
                        <a:pt x="845820" y="396240"/>
                      </a:lnTo>
                      <a:lnTo>
                        <a:pt x="838200" y="368300"/>
                      </a:lnTo>
                      <a:lnTo>
                        <a:pt x="850900" y="337820"/>
                      </a:lnTo>
                      <a:lnTo>
                        <a:pt x="883920" y="330200"/>
                      </a:lnTo>
                      <a:lnTo>
                        <a:pt x="906780" y="317500"/>
                      </a:lnTo>
                      <a:lnTo>
                        <a:pt x="927100" y="302260"/>
                      </a:lnTo>
                      <a:lnTo>
                        <a:pt x="952500" y="304800"/>
                      </a:lnTo>
                      <a:lnTo>
                        <a:pt x="949960" y="335280"/>
                      </a:lnTo>
                      <a:lnTo>
                        <a:pt x="982980" y="337820"/>
                      </a:lnTo>
                      <a:lnTo>
                        <a:pt x="1043940" y="322580"/>
                      </a:lnTo>
                      <a:lnTo>
                        <a:pt x="1094740" y="320040"/>
                      </a:lnTo>
                      <a:lnTo>
                        <a:pt x="1145540" y="322580"/>
                      </a:lnTo>
                      <a:lnTo>
                        <a:pt x="1186180" y="337820"/>
                      </a:lnTo>
                      <a:lnTo>
                        <a:pt x="1221740" y="337820"/>
                      </a:lnTo>
                      <a:lnTo>
                        <a:pt x="1229360" y="312420"/>
                      </a:lnTo>
                      <a:lnTo>
                        <a:pt x="1229360" y="287020"/>
                      </a:lnTo>
                      <a:lnTo>
                        <a:pt x="1219200" y="271780"/>
                      </a:lnTo>
                      <a:lnTo>
                        <a:pt x="1216660" y="213360"/>
                      </a:lnTo>
                      <a:lnTo>
                        <a:pt x="1229360" y="195580"/>
                      </a:lnTo>
                      <a:lnTo>
                        <a:pt x="1295400" y="165100"/>
                      </a:lnTo>
                      <a:lnTo>
                        <a:pt x="1315720" y="137160"/>
                      </a:lnTo>
                      <a:lnTo>
                        <a:pt x="1310640" y="114300"/>
                      </a:lnTo>
                      <a:lnTo>
                        <a:pt x="1295400" y="93980"/>
                      </a:lnTo>
                      <a:lnTo>
                        <a:pt x="1292860" y="53340"/>
                      </a:lnTo>
                      <a:lnTo>
                        <a:pt x="1315720" y="40640"/>
                      </a:lnTo>
                      <a:lnTo>
                        <a:pt x="1363980" y="53340"/>
                      </a:lnTo>
                      <a:lnTo>
                        <a:pt x="1402080" y="53340"/>
                      </a:lnTo>
                      <a:lnTo>
                        <a:pt x="1440180" y="33020"/>
                      </a:lnTo>
                      <a:lnTo>
                        <a:pt x="1463040" y="20320"/>
                      </a:lnTo>
                      <a:lnTo>
                        <a:pt x="1490980" y="17780"/>
                      </a:lnTo>
                      <a:lnTo>
                        <a:pt x="1526540" y="0"/>
                      </a:lnTo>
                      <a:lnTo>
                        <a:pt x="1557020" y="0"/>
                      </a:lnTo>
                      <a:lnTo>
                        <a:pt x="1577340" y="17780"/>
                      </a:lnTo>
                      <a:lnTo>
                        <a:pt x="1559560" y="58420"/>
                      </a:lnTo>
                      <a:lnTo>
                        <a:pt x="1577340" y="78740"/>
                      </a:lnTo>
                      <a:lnTo>
                        <a:pt x="1577340" y="134620"/>
                      </a:lnTo>
                      <a:lnTo>
                        <a:pt x="1600200" y="165100"/>
                      </a:lnTo>
                      <a:lnTo>
                        <a:pt x="1595120" y="198120"/>
                      </a:lnTo>
                      <a:lnTo>
                        <a:pt x="1567180" y="236220"/>
                      </a:lnTo>
                      <a:lnTo>
                        <a:pt x="1536700" y="281940"/>
                      </a:lnTo>
                      <a:lnTo>
                        <a:pt x="1513840" y="322580"/>
                      </a:lnTo>
                      <a:lnTo>
                        <a:pt x="1480820" y="386080"/>
                      </a:lnTo>
                      <a:lnTo>
                        <a:pt x="1480820" y="414020"/>
                      </a:lnTo>
                      <a:lnTo>
                        <a:pt x="1485900" y="464820"/>
                      </a:lnTo>
                      <a:lnTo>
                        <a:pt x="1480820" y="518160"/>
                      </a:lnTo>
                      <a:lnTo>
                        <a:pt x="1475740" y="594360"/>
                      </a:lnTo>
                      <a:lnTo>
                        <a:pt x="1470660" y="637540"/>
                      </a:lnTo>
                      <a:lnTo>
                        <a:pt x="1501140" y="718820"/>
                      </a:lnTo>
                      <a:lnTo>
                        <a:pt x="1506220" y="762000"/>
                      </a:lnTo>
                      <a:lnTo>
                        <a:pt x="1516380" y="815340"/>
                      </a:lnTo>
                      <a:lnTo>
                        <a:pt x="1546860" y="873760"/>
                      </a:lnTo>
                      <a:lnTo>
                        <a:pt x="1661160" y="980440"/>
                      </a:lnTo>
                      <a:lnTo>
                        <a:pt x="1694180" y="1013460"/>
                      </a:lnTo>
                      <a:lnTo>
                        <a:pt x="1706880" y="1061720"/>
                      </a:lnTo>
                      <a:cubicBezTo>
                        <a:pt x="1706033" y="1084580"/>
                        <a:pt x="1705187" y="1107440"/>
                        <a:pt x="1704340" y="1130300"/>
                      </a:cubicBezTo>
                      <a:lnTo>
                        <a:pt x="1694180" y="1176020"/>
                      </a:lnTo>
                      <a:lnTo>
                        <a:pt x="1706880" y="1264920"/>
                      </a:lnTo>
                      <a:lnTo>
                        <a:pt x="1717040" y="1450340"/>
                      </a:lnTo>
                      <a:lnTo>
                        <a:pt x="1691640" y="1490980"/>
                      </a:lnTo>
                      <a:lnTo>
                        <a:pt x="1666240" y="1524000"/>
                      </a:lnTo>
                      <a:lnTo>
                        <a:pt x="1602740" y="1742440"/>
                      </a:lnTo>
                      <a:lnTo>
                        <a:pt x="1562100" y="1800860"/>
                      </a:lnTo>
                      <a:lnTo>
                        <a:pt x="1551940" y="1851660"/>
                      </a:lnTo>
                      <a:lnTo>
                        <a:pt x="1498600" y="18770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6" name="중랑구">
                  <a:extLst>
                    <a:ext uri="{FF2B5EF4-FFF2-40B4-BE49-F238E27FC236}">
                      <a16:creationId xmlns:a16="http://schemas.microsoft.com/office/drawing/2014/main" id="{363EA00D-1704-08A2-E093-D18CD4312406}"/>
                    </a:ext>
                  </a:extLst>
                </p:cNvPr>
                <p:cNvSpPr/>
                <p:nvPr/>
              </p:nvSpPr>
              <p:spPr>
                <a:xfrm>
                  <a:off x="5969000" y="4538980"/>
                  <a:ext cx="1531620" cy="2024380"/>
                </a:xfrm>
                <a:custGeom>
                  <a:avLst/>
                  <a:gdLst>
                    <a:gd name="connsiteX0" fmla="*/ 1513840 w 1531620"/>
                    <a:gd name="connsiteY0" fmla="*/ 152400 h 2024380"/>
                    <a:gd name="connsiteX1" fmla="*/ 1513840 w 1531620"/>
                    <a:gd name="connsiteY1" fmla="*/ 152400 h 2024380"/>
                    <a:gd name="connsiteX2" fmla="*/ 1348740 w 1531620"/>
                    <a:gd name="connsiteY2" fmla="*/ 0 h 2024380"/>
                    <a:gd name="connsiteX3" fmla="*/ 998220 w 1531620"/>
                    <a:gd name="connsiteY3" fmla="*/ 144780 h 2024380"/>
                    <a:gd name="connsiteX4" fmla="*/ 967740 w 1531620"/>
                    <a:gd name="connsiteY4" fmla="*/ 182880 h 2024380"/>
                    <a:gd name="connsiteX5" fmla="*/ 939800 w 1531620"/>
                    <a:gd name="connsiteY5" fmla="*/ 223520 h 2024380"/>
                    <a:gd name="connsiteX6" fmla="*/ 906780 w 1531620"/>
                    <a:gd name="connsiteY6" fmla="*/ 243840 h 2024380"/>
                    <a:gd name="connsiteX7" fmla="*/ 840740 w 1531620"/>
                    <a:gd name="connsiteY7" fmla="*/ 248920 h 2024380"/>
                    <a:gd name="connsiteX8" fmla="*/ 716280 w 1531620"/>
                    <a:gd name="connsiteY8" fmla="*/ 203200 h 2024380"/>
                    <a:gd name="connsiteX9" fmla="*/ 678180 w 1531620"/>
                    <a:gd name="connsiteY9" fmla="*/ 213360 h 2024380"/>
                    <a:gd name="connsiteX10" fmla="*/ 607060 w 1531620"/>
                    <a:gd name="connsiteY10" fmla="*/ 269240 h 2024380"/>
                    <a:gd name="connsiteX11" fmla="*/ 574040 w 1531620"/>
                    <a:gd name="connsiteY11" fmla="*/ 274320 h 2024380"/>
                    <a:gd name="connsiteX12" fmla="*/ 462280 w 1531620"/>
                    <a:gd name="connsiteY12" fmla="*/ 187960 h 2024380"/>
                    <a:gd name="connsiteX13" fmla="*/ 449580 w 1531620"/>
                    <a:gd name="connsiteY13" fmla="*/ 165100 h 2024380"/>
                    <a:gd name="connsiteX14" fmla="*/ 429260 w 1531620"/>
                    <a:gd name="connsiteY14" fmla="*/ 119380 h 2024380"/>
                    <a:gd name="connsiteX15" fmla="*/ 398780 w 1531620"/>
                    <a:gd name="connsiteY15" fmla="*/ 104140 h 2024380"/>
                    <a:gd name="connsiteX16" fmla="*/ 297180 w 1531620"/>
                    <a:gd name="connsiteY16" fmla="*/ 127000 h 2024380"/>
                    <a:gd name="connsiteX17" fmla="*/ 193040 w 1531620"/>
                    <a:gd name="connsiteY17" fmla="*/ 162560 h 2024380"/>
                    <a:gd name="connsiteX18" fmla="*/ 101600 w 1531620"/>
                    <a:gd name="connsiteY18" fmla="*/ 210820 h 2024380"/>
                    <a:gd name="connsiteX19" fmla="*/ 60960 w 1531620"/>
                    <a:gd name="connsiteY19" fmla="*/ 233680 h 2024380"/>
                    <a:gd name="connsiteX20" fmla="*/ 60960 w 1531620"/>
                    <a:gd name="connsiteY20" fmla="*/ 269240 h 2024380"/>
                    <a:gd name="connsiteX21" fmla="*/ 76200 w 1531620"/>
                    <a:gd name="connsiteY21" fmla="*/ 292100 h 2024380"/>
                    <a:gd name="connsiteX22" fmla="*/ 81280 w 1531620"/>
                    <a:gd name="connsiteY22" fmla="*/ 492760 h 2024380"/>
                    <a:gd name="connsiteX23" fmla="*/ 96520 w 1531620"/>
                    <a:gd name="connsiteY23" fmla="*/ 703580 h 2024380"/>
                    <a:gd name="connsiteX24" fmla="*/ 106680 w 1531620"/>
                    <a:gd name="connsiteY24" fmla="*/ 739140 h 2024380"/>
                    <a:gd name="connsiteX25" fmla="*/ 142240 w 1531620"/>
                    <a:gd name="connsiteY25" fmla="*/ 764540 h 2024380"/>
                    <a:gd name="connsiteX26" fmla="*/ 132080 w 1531620"/>
                    <a:gd name="connsiteY26" fmla="*/ 792480 h 2024380"/>
                    <a:gd name="connsiteX27" fmla="*/ 88900 w 1531620"/>
                    <a:gd name="connsiteY27" fmla="*/ 840740 h 2024380"/>
                    <a:gd name="connsiteX28" fmla="*/ 55880 w 1531620"/>
                    <a:gd name="connsiteY28" fmla="*/ 896620 h 2024380"/>
                    <a:gd name="connsiteX29" fmla="*/ 20320 w 1531620"/>
                    <a:gd name="connsiteY29" fmla="*/ 970280 h 2024380"/>
                    <a:gd name="connsiteX30" fmla="*/ 7620 w 1531620"/>
                    <a:gd name="connsiteY30" fmla="*/ 1003300 h 2024380"/>
                    <a:gd name="connsiteX31" fmla="*/ 0 w 1531620"/>
                    <a:gd name="connsiteY31" fmla="*/ 1249680 h 2024380"/>
                    <a:gd name="connsiteX32" fmla="*/ 17780 w 1531620"/>
                    <a:gd name="connsiteY32" fmla="*/ 1303020 h 2024380"/>
                    <a:gd name="connsiteX33" fmla="*/ 38100 w 1531620"/>
                    <a:gd name="connsiteY33" fmla="*/ 1343660 h 2024380"/>
                    <a:gd name="connsiteX34" fmla="*/ 48260 w 1531620"/>
                    <a:gd name="connsiteY34" fmla="*/ 1386840 h 2024380"/>
                    <a:gd name="connsiteX35" fmla="*/ 228600 w 1531620"/>
                    <a:gd name="connsiteY35" fmla="*/ 1564640 h 2024380"/>
                    <a:gd name="connsiteX36" fmla="*/ 241300 w 1531620"/>
                    <a:gd name="connsiteY36" fmla="*/ 1602740 h 2024380"/>
                    <a:gd name="connsiteX37" fmla="*/ 226060 w 1531620"/>
                    <a:gd name="connsiteY37" fmla="*/ 1803400 h 2024380"/>
                    <a:gd name="connsiteX38" fmla="*/ 238760 w 1531620"/>
                    <a:gd name="connsiteY38" fmla="*/ 1874520 h 2024380"/>
                    <a:gd name="connsiteX39" fmla="*/ 261620 w 1531620"/>
                    <a:gd name="connsiteY39" fmla="*/ 1894840 h 2024380"/>
                    <a:gd name="connsiteX40" fmla="*/ 317500 w 1531620"/>
                    <a:gd name="connsiteY40" fmla="*/ 1892300 h 2024380"/>
                    <a:gd name="connsiteX41" fmla="*/ 396240 w 1531620"/>
                    <a:gd name="connsiteY41" fmla="*/ 1917700 h 2024380"/>
                    <a:gd name="connsiteX42" fmla="*/ 541020 w 1531620"/>
                    <a:gd name="connsiteY42" fmla="*/ 1940560 h 2024380"/>
                    <a:gd name="connsiteX43" fmla="*/ 581660 w 1531620"/>
                    <a:gd name="connsiteY43" fmla="*/ 1960880 h 2024380"/>
                    <a:gd name="connsiteX44" fmla="*/ 601980 w 1531620"/>
                    <a:gd name="connsiteY44" fmla="*/ 2004060 h 2024380"/>
                    <a:gd name="connsiteX45" fmla="*/ 632460 w 1531620"/>
                    <a:gd name="connsiteY45" fmla="*/ 2024380 h 2024380"/>
                    <a:gd name="connsiteX46" fmla="*/ 675640 w 1531620"/>
                    <a:gd name="connsiteY46" fmla="*/ 1981200 h 2024380"/>
                    <a:gd name="connsiteX47" fmla="*/ 937260 w 1531620"/>
                    <a:gd name="connsiteY47" fmla="*/ 1892300 h 2024380"/>
                    <a:gd name="connsiteX48" fmla="*/ 957580 w 1531620"/>
                    <a:gd name="connsiteY48" fmla="*/ 1871980 h 2024380"/>
                    <a:gd name="connsiteX49" fmla="*/ 980440 w 1531620"/>
                    <a:gd name="connsiteY49" fmla="*/ 1686560 h 2024380"/>
                    <a:gd name="connsiteX50" fmla="*/ 975360 w 1531620"/>
                    <a:gd name="connsiteY50" fmla="*/ 1658620 h 2024380"/>
                    <a:gd name="connsiteX51" fmla="*/ 896620 w 1531620"/>
                    <a:gd name="connsiteY51" fmla="*/ 1569720 h 2024380"/>
                    <a:gd name="connsiteX52" fmla="*/ 883920 w 1531620"/>
                    <a:gd name="connsiteY52" fmla="*/ 1546860 h 2024380"/>
                    <a:gd name="connsiteX53" fmla="*/ 906780 w 1531620"/>
                    <a:gd name="connsiteY53" fmla="*/ 1536700 h 2024380"/>
                    <a:gd name="connsiteX54" fmla="*/ 1168400 w 1531620"/>
                    <a:gd name="connsiteY54" fmla="*/ 1551940 h 2024380"/>
                    <a:gd name="connsiteX55" fmla="*/ 1216660 w 1531620"/>
                    <a:gd name="connsiteY55" fmla="*/ 1539240 h 2024380"/>
                    <a:gd name="connsiteX56" fmla="*/ 1236980 w 1531620"/>
                    <a:gd name="connsiteY56" fmla="*/ 1518920 h 2024380"/>
                    <a:gd name="connsiteX57" fmla="*/ 1229360 w 1531620"/>
                    <a:gd name="connsiteY57" fmla="*/ 1480820 h 2024380"/>
                    <a:gd name="connsiteX58" fmla="*/ 1249680 w 1531620"/>
                    <a:gd name="connsiteY58" fmla="*/ 1445260 h 2024380"/>
                    <a:gd name="connsiteX59" fmla="*/ 1249680 w 1531620"/>
                    <a:gd name="connsiteY59" fmla="*/ 1379220 h 2024380"/>
                    <a:gd name="connsiteX60" fmla="*/ 1270000 w 1531620"/>
                    <a:gd name="connsiteY60" fmla="*/ 1338580 h 2024380"/>
                    <a:gd name="connsiteX61" fmla="*/ 1290320 w 1531620"/>
                    <a:gd name="connsiteY61" fmla="*/ 1264920 h 2024380"/>
                    <a:gd name="connsiteX62" fmla="*/ 1297940 w 1531620"/>
                    <a:gd name="connsiteY62" fmla="*/ 1221740 h 2024380"/>
                    <a:gd name="connsiteX63" fmla="*/ 1295400 w 1531620"/>
                    <a:gd name="connsiteY63" fmla="*/ 1186180 h 2024380"/>
                    <a:gd name="connsiteX64" fmla="*/ 1463040 w 1531620"/>
                    <a:gd name="connsiteY64" fmla="*/ 1097280 h 2024380"/>
                    <a:gd name="connsiteX65" fmla="*/ 1490980 w 1531620"/>
                    <a:gd name="connsiteY65" fmla="*/ 1061720 h 2024380"/>
                    <a:gd name="connsiteX66" fmla="*/ 1475740 w 1531620"/>
                    <a:gd name="connsiteY66" fmla="*/ 1010920 h 2024380"/>
                    <a:gd name="connsiteX67" fmla="*/ 1424940 w 1531620"/>
                    <a:gd name="connsiteY67" fmla="*/ 901700 h 2024380"/>
                    <a:gd name="connsiteX68" fmla="*/ 1417320 w 1531620"/>
                    <a:gd name="connsiteY68" fmla="*/ 866140 h 2024380"/>
                    <a:gd name="connsiteX69" fmla="*/ 1430020 w 1531620"/>
                    <a:gd name="connsiteY69" fmla="*/ 784860 h 2024380"/>
                    <a:gd name="connsiteX70" fmla="*/ 1526540 w 1531620"/>
                    <a:gd name="connsiteY70" fmla="*/ 477520 h 2024380"/>
                    <a:gd name="connsiteX71" fmla="*/ 1531620 w 1531620"/>
                    <a:gd name="connsiteY71" fmla="*/ 434340 h 2024380"/>
                    <a:gd name="connsiteX72" fmla="*/ 1518920 w 1531620"/>
                    <a:gd name="connsiteY72" fmla="*/ 398780 h 2024380"/>
                    <a:gd name="connsiteX73" fmla="*/ 1516380 w 1531620"/>
                    <a:gd name="connsiteY73" fmla="*/ 223520 h 2024380"/>
                    <a:gd name="connsiteX74" fmla="*/ 1513840 w 1531620"/>
                    <a:gd name="connsiteY74" fmla="*/ 152400 h 202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531620" h="2024380">
                      <a:moveTo>
                        <a:pt x="1513840" y="152400"/>
                      </a:moveTo>
                      <a:lnTo>
                        <a:pt x="1513840" y="152400"/>
                      </a:lnTo>
                      <a:lnTo>
                        <a:pt x="1348740" y="0"/>
                      </a:lnTo>
                      <a:lnTo>
                        <a:pt x="998220" y="144780"/>
                      </a:lnTo>
                      <a:lnTo>
                        <a:pt x="967740" y="182880"/>
                      </a:lnTo>
                      <a:lnTo>
                        <a:pt x="939800" y="223520"/>
                      </a:lnTo>
                      <a:lnTo>
                        <a:pt x="906780" y="243840"/>
                      </a:lnTo>
                      <a:lnTo>
                        <a:pt x="840740" y="248920"/>
                      </a:lnTo>
                      <a:lnTo>
                        <a:pt x="716280" y="203200"/>
                      </a:lnTo>
                      <a:lnTo>
                        <a:pt x="678180" y="213360"/>
                      </a:lnTo>
                      <a:lnTo>
                        <a:pt x="607060" y="269240"/>
                      </a:lnTo>
                      <a:lnTo>
                        <a:pt x="574040" y="274320"/>
                      </a:lnTo>
                      <a:lnTo>
                        <a:pt x="462280" y="187960"/>
                      </a:lnTo>
                      <a:cubicBezTo>
                        <a:pt x="451585" y="166569"/>
                        <a:pt x="457475" y="172995"/>
                        <a:pt x="449580" y="165100"/>
                      </a:cubicBezTo>
                      <a:lnTo>
                        <a:pt x="429260" y="119380"/>
                      </a:lnTo>
                      <a:lnTo>
                        <a:pt x="398780" y="104140"/>
                      </a:lnTo>
                      <a:lnTo>
                        <a:pt x="297180" y="127000"/>
                      </a:lnTo>
                      <a:lnTo>
                        <a:pt x="193040" y="162560"/>
                      </a:lnTo>
                      <a:lnTo>
                        <a:pt x="101600" y="210820"/>
                      </a:lnTo>
                      <a:lnTo>
                        <a:pt x="60960" y="233680"/>
                      </a:lnTo>
                      <a:lnTo>
                        <a:pt x="60960" y="269240"/>
                      </a:lnTo>
                      <a:lnTo>
                        <a:pt x="76200" y="292100"/>
                      </a:lnTo>
                      <a:lnTo>
                        <a:pt x="81280" y="492760"/>
                      </a:lnTo>
                      <a:lnTo>
                        <a:pt x="96520" y="703580"/>
                      </a:lnTo>
                      <a:lnTo>
                        <a:pt x="106680" y="739140"/>
                      </a:lnTo>
                      <a:lnTo>
                        <a:pt x="142240" y="764540"/>
                      </a:lnTo>
                      <a:lnTo>
                        <a:pt x="132080" y="792480"/>
                      </a:lnTo>
                      <a:lnTo>
                        <a:pt x="88900" y="840740"/>
                      </a:lnTo>
                      <a:lnTo>
                        <a:pt x="55880" y="896620"/>
                      </a:lnTo>
                      <a:lnTo>
                        <a:pt x="20320" y="970280"/>
                      </a:lnTo>
                      <a:lnTo>
                        <a:pt x="7620" y="1003300"/>
                      </a:lnTo>
                      <a:lnTo>
                        <a:pt x="0" y="1249680"/>
                      </a:lnTo>
                      <a:lnTo>
                        <a:pt x="17780" y="1303020"/>
                      </a:lnTo>
                      <a:lnTo>
                        <a:pt x="38100" y="1343660"/>
                      </a:lnTo>
                      <a:lnTo>
                        <a:pt x="48260" y="1386840"/>
                      </a:lnTo>
                      <a:lnTo>
                        <a:pt x="228600" y="1564640"/>
                      </a:lnTo>
                      <a:lnTo>
                        <a:pt x="241300" y="1602740"/>
                      </a:lnTo>
                      <a:lnTo>
                        <a:pt x="226060" y="1803400"/>
                      </a:lnTo>
                      <a:lnTo>
                        <a:pt x="238760" y="1874520"/>
                      </a:lnTo>
                      <a:lnTo>
                        <a:pt x="261620" y="1894840"/>
                      </a:lnTo>
                      <a:lnTo>
                        <a:pt x="317500" y="1892300"/>
                      </a:lnTo>
                      <a:lnTo>
                        <a:pt x="396240" y="1917700"/>
                      </a:lnTo>
                      <a:lnTo>
                        <a:pt x="541020" y="1940560"/>
                      </a:lnTo>
                      <a:lnTo>
                        <a:pt x="581660" y="1960880"/>
                      </a:lnTo>
                      <a:lnTo>
                        <a:pt x="601980" y="2004060"/>
                      </a:lnTo>
                      <a:lnTo>
                        <a:pt x="632460" y="2024380"/>
                      </a:lnTo>
                      <a:lnTo>
                        <a:pt x="675640" y="1981200"/>
                      </a:lnTo>
                      <a:lnTo>
                        <a:pt x="937260" y="1892300"/>
                      </a:lnTo>
                      <a:lnTo>
                        <a:pt x="957580" y="1871980"/>
                      </a:lnTo>
                      <a:lnTo>
                        <a:pt x="980440" y="1686560"/>
                      </a:lnTo>
                      <a:lnTo>
                        <a:pt x="975360" y="1658620"/>
                      </a:lnTo>
                      <a:lnTo>
                        <a:pt x="896620" y="1569720"/>
                      </a:lnTo>
                      <a:lnTo>
                        <a:pt x="883920" y="1546860"/>
                      </a:lnTo>
                      <a:lnTo>
                        <a:pt x="906780" y="1536700"/>
                      </a:lnTo>
                      <a:lnTo>
                        <a:pt x="1168400" y="1551940"/>
                      </a:lnTo>
                      <a:lnTo>
                        <a:pt x="1216660" y="1539240"/>
                      </a:lnTo>
                      <a:lnTo>
                        <a:pt x="1236980" y="1518920"/>
                      </a:lnTo>
                      <a:lnTo>
                        <a:pt x="1229360" y="1480820"/>
                      </a:lnTo>
                      <a:lnTo>
                        <a:pt x="1249680" y="1445260"/>
                      </a:lnTo>
                      <a:lnTo>
                        <a:pt x="1249680" y="1379220"/>
                      </a:lnTo>
                      <a:lnTo>
                        <a:pt x="1270000" y="1338580"/>
                      </a:lnTo>
                      <a:lnTo>
                        <a:pt x="1290320" y="1264920"/>
                      </a:lnTo>
                      <a:lnTo>
                        <a:pt x="1297940" y="1221740"/>
                      </a:lnTo>
                      <a:lnTo>
                        <a:pt x="1295400" y="1186180"/>
                      </a:lnTo>
                      <a:lnTo>
                        <a:pt x="1463040" y="1097280"/>
                      </a:lnTo>
                      <a:lnTo>
                        <a:pt x="1490980" y="1061720"/>
                      </a:lnTo>
                      <a:lnTo>
                        <a:pt x="1475740" y="1010920"/>
                      </a:lnTo>
                      <a:lnTo>
                        <a:pt x="1424940" y="901700"/>
                      </a:lnTo>
                      <a:lnTo>
                        <a:pt x="1417320" y="866140"/>
                      </a:lnTo>
                      <a:lnTo>
                        <a:pt x="1430020" y="784860"/>
                      </a:lnTo>
                      <a:lnTo>
                        <a:pt x="1526540" y="477520"/>
                      </a:lnTo>
                      <a:lnTo>
                        <a:pt x="1531620" y="434340"/>
                      </a:lnTo>
                      <a:lnTo>
                        <a:pt x="1518920" y="398780"/>
                      </a:lnTo>
                      <a:cubicBezTo>
                        <a:pt x="1518073" y="340360"/>
                        <a:pt x="1517227" y="281940"/>
                        <a:pt x="1516380" y="223520"/>
                      </a:cubicBezTo>
                      <a:cubicBezTo>
                        <a:pt x="1515533" y="199813"/>
                        <a:pt x="1514687" y="176107"/>
                        <a:pt x="1513840" y="152400"/>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7" name="성북구">
                  <a:extLst>
                    <a:ext uri="{FF2B5EF4-FFF2-40B4-BE49-F238E27FC236}">
                      <a16:creationId xmlns:a16="http://schemas.microsoft.com/office/drawing/2014/main" id="{35669445-3A76-4465-A791-4B9EE0525FB5}"/>
                    </a:ext>
                  </a:extLst>
                </p:cNvPr>
                <p:cNvSpPr/>
                <p:nvPr/>
              </p:nvSpPr>
              <p:spPr>
                <a:xfrm>
                  <a:off x="2859024" y="3950208"/>
                  <a:ext cx="3108960" cy="2377440"/>
                </a:xfrm>
                <a:custGeom>
                  <a:avLst/>
                  <a:gdLst>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65176 w 3108960"/>
                    <a:gd name="connsiteY33" fmla="*/ 1511808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77368 w 3108960"/>
                    <a:gd name="connsiteY33" fmla="*/ 1517904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3108960" h="2377440">
                      <a:moveTo>
                        <a:pt x="240792" y="0"/>
                      </a:moveTo>
                      <a:lnTo>
                        <a:pt x="240792" y="0"/>
                      </a:lnTo>
                      <a:lnTo>
                        <a:pt x="79248" y="18288"/>
                      </a:lnTo>
                      <a:lnTo>
                        <a:pt x="9144" y="106680"/>
                      </a:lnTo>
                      <a:lnTo>
                        <a:pt x="0" y="143256"/>
                      </a:lnTo>
                      <a:lnTo>
                        <a:pt x="24384" y="201168"/>
                      </a:lnTo>
                      <a:lnTo>
                        <a:pt x="24384" y="265176"/>
                      </a:lnTo>
                      <a:lnTo>
                        <a:pt x="42672" y="295656"/>
                      </a:lnTo>
                      <a:lnTo>
                        <a:pt x="106680" y="280416"/>
                      </a:lnTo>
                      <a:lnTo>
                        <a:pt x="140208" y="295656"/>
                      </a:lnTo>
                      <a:lnTo>
                        <a:pt x="167640" y="362712"/>
                      </a:lnTo>
                      <a:lnTo>
                        <a:pt x="170688" y="402336"/>
                      </a:lnTo>
                      <a:lnTo>
                        <a:pt x="185928" y="432816"/>
                      </a:lnTo>
                      <a:lnTo>
                        <a:pt x="170688" y="469392"/>
                      </a:lnTo>
                      <a:lnTo>
                        <a:pt x="179832" y="502920"/>
                      </a:lnTo>
                      <a:lnTo>
                        <a:pt x="222504" y="539496"/>
                      </a:lnTo>
                      <a:lnTo>
                        <a:pt x="237744" y="576072"/>
                      </a:lnTo>
                      <a:lnTo>
                        <a:pt x="228600" y="661416"/>
                      </a:lnTo>
                      <a:lnTo>
                        <a:pt x="237744" y="725424"/>
                      </a:lnTo>
                      <a:lnTo>
                        <a:pt x="326136" y="822960"/>
                      </a:lnTo>
                      <a:lnTo>
                        <a:pt x="374904" y="847344"/>
                      </a:lnTo>
                      <a:lnTo>
                        <a:pt x="402336" y="862584"/>
                      </a:lnTo>
                      <a:lnTo>
                        <a:pt x="420624" y="905256"/>
                      </a:lnTo>
                      <a:lnTo>
                        <a:pt x="429768" y="935736"/>
                      </a:lnTo>
                      <a:lnTo>
                        <a:pt x="423672" y="1011936"/>
                      </a:lnTo>
                      <a:lnTo>
                        <a:pt x="423672" y="1176528"/>
                      </a:lnTo>
                      <a:lnTo>
                        <a:pt x="384048" y="1246632"/>
                      </a:lnTo>
                      <a:lnTo>
                        <a:pt x="362712" y="1310640"/>
                      </a:lnTo>
                      <a:lnTo>
                        <a:pt x="365760" y="1356360"/>
                      </a:lnTo>
                      <a:lnTo>
                        <a:pt x="420624" y="1447800"/>
                      </a:lnTo>
                      <a:lnTo>
                        <a:pt x="420624" y="1496568"/>
                      </a:lnTo>
                      <a:lnTo>
                        <a:pt x="393192" y="1508760"/>
                      </a:lnTo>
                      <a:lnTo>
                        <a:pt x="304800" y="1499616"/>
                      </a:lnTo>
                      <a:lnTo>
                        <a:pt x="277368" y="1517904"/>
                      </a:lnTo>
                      <a:lnTo>
                        <a:pt x="207264" y="1609344"/>
                      </a:lnTo>
                      <a:lnTo>
                        <a:pt x="213360" y="1658112"/>
                      </a:lnTo>
                      <a:lnTo>
                        <a:pt x="274320" y="1670304"/>
                      </a:lnTo>
                      <a:lnTo>
                        <a:pt x="316992" y="1676400"/>
                      </a:lnTo>
                      <a:lnTo>
                        <a:pt x="371856" y="1670304"/>
                      </a:lnTo>
                      <a:lnTo>
                        <a:pt x="448056" y="1780032"/>
                      </a:lnTo>
                      <a:lnTo>
                        <a:pt x="487680" y="1807464"/>
                      </a:lnTo>
                      <a:lnTo>
                        <a:pt x="569976" y="1792224"/>
                      </a:lnTo>
                      <a:lnTo>
                        <a:pt x="649224" y="1780032"/>
                      </a:lnTo>
                      <a:lnTo>
                        <a:pt x="676656" y="1761744"/>
                      </a:lnTo>
                      <a:lnTo>
                        <a:pt x="758952" y="1758696"/>
                      </a:lnTo>
                      <a:lnTo>
                        <a:pt x="847344" y="1780032"/>
                      </a:lnTo>
                      <a:lnTo>
                        <a:pt x="874776" y="1780032"/>
                      </a:lnTo>
                      <a:lnTo>
                        <a:pt x="932688" y="1816608"/>
                      </a:lnTo>
                      <a:lnTo>
                        <a:pt x="926592" y="1874520"/>
                      </a:lnTo>
                      <a:lnTo>
                        <a:pt x="935736" y="1908048"/>
                      </a:lnTo>
                      <a:lnTo>
                        <a:pt x="999744" y="1990344"/>
                      </a:lnTo>
                      <a:lnTo>
                        <a:pt x="1030224" y="2005584"/>
                      </a:lnTo>
                      <a:lnTo>
                        <a:pt x="1042416" y="2017776"/>
                      </a:lnTo>
                      <a:lnTo>
                        <a:pt x="1063752" y="2057400"/>
                      </a:lnTo>
                      <a:lnTo>
                        <a:pt x="1045464" y="2100072"/>
                      </a:lnTo>
                      <a:lnTo>
                        <a:pt x="1048512" y="2124456"/>
                      </a:lnTo>
                      <a:lnTo>
                        <a:pt x="1072896" y="2148840"/>
                      </a:lnTo>
                      <a:lnTo>
                        <a:pt x="1082040" y="2197608"/>
                      </a:lnTo>
                      <a:lnTo>
                        <a:pt x="1057656" y="2240280"/>
                      </a:lnTo>
                      <a:lnTo>
                        <a:pt x="1069848" y="2276856"/>
                      </a:lnTo>
                      <a:lnTo>
                        <a:pt x="1118616" y="2279904"/>
                      </a:lnTo>
                      <a:lnTo>
                        <a:pt x="1164336" y="2218944"/>
                      </a:lnTo>
                      <a:lnTo>
                        <a:pt x="1194816" y="2200656"/>
                      </a:lnTo>
                      <a:lnTo>
                        <a:pt x="1264920" y="2197608"/>
                      </a:lnTo>
                      <a:lnTo>
                        <a:pt x="1301496" y="2176272"/>
                      </a:lnTo>
                      <a:lnTo>
                        <a:pt x="1350264" y="2164080"/>
                      </a:lnTo>
                      <a:lnTo>
                        <a:pt x="1441704" y="2246376"/>
                      </a:lnTo>
                      <a:lnTo>
                        <a:pt x="1429512" y="2286000"/>
                      </a:lnTo>
                      <a:lnTo>
                        <a:pt x="1414272" y="2319528"/>
                      </a:lnTo>
                      <a:lnTo>
                        <a:pt x="1389888" y="2365248"/>
                      </a:lnTo>
                      <a:lnTo>
                        <a:pt x="1420368" y="2377440"/>
                      </a:lnTo>
                      <a:lnTo>
                        <a:pt x="1478280" y="2340864"/>
                      </a:lnTo>
                      <a:lnTo>
                        <a:pt x="1533144" y="2350008"/>
                      </a:lnTo>
                      <a:lnTo>
                        <a:pt x="1569720" y="2337816"/>
                      </a:lnTo>
                      <a:lnTo>
                        <a:pt x="1615440" y="2246376"/>
                      </a:lnTo>
                      <a:lnTo>
                        <a:pt x="1825752" y="2036064"/>
                      </a:lnTo>
                      <a:lnTo>
                        <a:pt x="1856232" y="1987296"/>
                      </a:lnTo>
                      <a:lnTo>
                        <a:pt x="1850136" y="1959864"/>
                      </a:lnTo>
                      <a:lnTo>
                        <a:pt x="1871472" y="1935480"/>
                      </a:lnTo>
                      <a:lnTo>
                        <a:pt x="1874520" y="1889760"/>
                      </a:lnTo>
                      <a:lnTo>
                        <a:pt x="1905000" y="1859280"/>
                      </a:lnTo>
                      <a:lnTo>
                        <a:pt x="1972056" y="1856232"/>
                      </a:lnTo>
                      <a:lnTo>
                        <a:pt x="2005584" y="1804416"/>
                      </a:lnTo>
                      <a:lnTo>
                        <a:pt x="2136648" y="1652016"/>
                      </a:lnTo>
                      <a:lnTo>
                        <a:pt x="2142744" y="1621536"/>
                      </a:lnTo>
                      <a:lnTo>
                        <a:pt x="2133600" y="1578864"/>
                      </a:lnTo>
                      <a:lnTo>
                        <a:pt x="2161032" y="1536192"/>
                      </a:lnTo>
                      <a:lnTo>
                        <a:pt x="2206752" y="1542288"/>
                      </a:lnTo>
                      <a:lnTo>
                        <a:pt x="2206752" y="1542288"/>
                      </a:lnTo>
                      <a:lnTo>
                        <a:pt x="2255520" y="1548384"/>
                      </a:lnTo>
                      <a:lnTo>
                        <a:pt x="2286000" y="1581912"/>
                      </a:lnTo>
                      <a:lnTo>
                        <a:pt x="2319528" y="1557528"/>
                      </a:lnTo>
                      <a:lnTo>
                        <a:pt x="2313432" y="1496568"/>
                      </a:lnTo>
                      <a:lnTo>
                        <a:pt x="2319528" y="1450848"/>
                      </a:lnTo>
                      <a:lnTo>
                        <a:pt x="2346960" y="1432560"/>
                      </a:lnTo>
                      <a:lnTo>
                        <a:pt x="2386584" y="1438656"/>
                      </a:lnTo>
                      <a:lnTo>
                        <a:pt x="2414016" y="1402080"/>
                      </a:lnTo>
                      <a:lnTo>
                        <a:pt x="2414016" y="1356360"/>
                      </a:lnTo>
                      <a:lnTo>
                        <a:pt x="2426208" y="1328928"/>
                      </a:lnTo>
                      <a:lnTo>
                        <a:pt x="2459736" y="1322832"/>
                      </a:lnTo>
                      <a:lnTo>
                        <a:pt x="2505456" y="1362456"/>
                      </a:lnTo>
                      <a:lnTo>
                        <a:pt x="2508504" y="1405128"/>
                      </a:lnTo>
                      <a:lnTo>
                        <a:pt x="2569464" y="1426464"/>
                      </a:lnTo>
                      <a:lnTo>
                        <a:pt x="2691384" y="1429512"/>
                      </a:lnTo>
                      <a:lnTo>
                        <a:pt x="2697480" y="1411224"/>
                      </a:lnTo>
                      <a:lnTo>
                        <a:pt x="2685288" y="1353312"/>
                      </a:lnTo>
                      <a:lnTo>
                        <a:pt x="2703576" y="1335024"/>
                      </a:lnTo>
                      <a:lnTo>
                        <a:pt x="2755392" y="1304544"/>
                      </a:lnTo>
                      <a:lnTo>
                        <a:pt x="2779776" y="1271016"/>
                      </a:lnTo>
                      <a:lnTo>
                        <a:pt x="2764536" y="1231392"/>
                      </a:lnTo>
                      <a:lnTo>
                        <a:pt x="2776728" y="1158240"/>
                      </a:lnTo>
                      <a:lnTo>
                        <a:pt x="2804160" y="1146048"/>
                      </a:lnTo>
                      <a:lnTo>
                        <a:pt x="2877312" y="1155192"/>
                      </a:lnTo>
                      <a:lnTo>
                        <a:pt x="2959608" y="1139952"/>
                      </a:lnTo>
                      <a:lnTo>
                        <a:pt x="3081528" y="1097280"/>
                      </a:lnTo>
                      <a:lnTo>
                        <a:pt x="3108960" y="1069848"/>
                      </a:lnTo>
                      <a:lnTo>
                        <a:pt x="3093720" y="868680"/>
                      </a:lnTo>
                      <a:lnTo>
                        <a:pt x="3078480" y="853440"/>
                      </a:lnTo>
                      <a:lnTo>
                        <a:pt x="2935224" y="911352"/>
                      </a:lnTo>
                      <a:lnTo>
                        <a:pt x="2880360" y="914400"/>
                      </a:lnTo>
                      <a:lnTo>
                        <a:pt x="2849880" y="908304"/>
                      </a:lnTo>
                      <a:lnTo>
                        <a:pt x="2667000" y="826008"/>
                      </a:lnTo>
                      <a:lnTo>
                        <a:pt x="2569464" y="728472"/>
                      </a:lnTo>
                      <a:lnTo>
                        <a:pt x="2493264" y="667512"/>
                      </a:lnTo>
                      <a:lnTo>
                        <a:pt x="2395728" y="597408"/>
                      </a:lnTo>
                      <a:lnTo>
                        <a:pt x="2368296" y="563880"/>
                      </a:lnTo>
                      <a:lnTo>
                        <a:pt x="2368296" y="563880"/>
                      </a:lnTo>
                      <a:lnTo>
                        <a:pt x="2295144" y="563880"/>
                      </a:lnTo>
                      <a:lnTo>
                        <a:pt x="2264664" y="624840"/>
                      </a:lnTo>
                      <a:lnTo>
                        <a:pt x="2264664" y="743712"/>
                      </a:lnTo>
                      <a:lnTo>
                        <a:pt x="2258568" y="789432"/>
                      </a:lnTo>
                      <a:lnTo>
                        <a:pt x="2173224" y="807720"/>
                      </a:lnTo>
                      <a:lnTo>
                        <a:pt x="2124456" y="829056"/>
                      </a:lnTo>
                      <a:lnTo>
                        <a:pt x="1975104" y="1036320"/>
                      </a:lnTo>
                      <a:lnTo>
                        <a:pt x="1831848" y="1121664"/>
                      </a:lnTo>
                      <a:lnTo>
                        <a:pt x="1795272" y="1143000"/>
                      </a:lnTo>
                      <a:lnTo>
                        <a:pt x="1764792" y="1121664"/>
                      </a:lnTo>
                      <a:lnTo>
                        <a:pt x="1697736" y="1030224"/>
                      </a:lnTo>
                      <a:lnTo>
                        <a:pt x="1679448" y="1008888"/>
                      </a:lnTo>
                      <a:lnTo>
                        <a:pt x="1466088" y="1021080"/>
                      </a:lnTo>
                      <a:lnTo>
                        <a:pt x="1444752" y="1042416"/>
                      </a:lnTo>
                      <a:lnTo>
                        <a:pt x="1374648" y="966216"/>
                      </a:lnTo>
                      <a:lnTo>
                        <a:pt x="1310640" y="966216"/>
                      </a:lnTo>
                      <a:lnTo>
                        <a:pt x="1267968" y="966216"/>
                      </a:lnTo>
                      <a:lnTo>
                        <a:pt x="1237488" y="935736"/>
                      </a:lnTo>
                      <a:lnTo>
                        <a:pt x="1231392" y="877824"/>
                      </a:lnTo>
                      <a:lnTo>
                        <a:pt x="1197864" y="871728"/>
                      </a:lnTo>
                      <a:lnTo>
                        <a:pt x="1161288" y="886968"/>
                      </a:lnTo>
                      <a:lnTo>
                        <a:pt x="978408" y="710184"/>
                      </a:lnTo>
                      <a:lnTo>
                        <a:pt x="969264" y="682752"/>
                      </a:lnTo>
                      <a:lnTo>
                        <a:pt x="978408" y="588264"/>
                      </a:lnTo>
                      <a:lnTo>
                        <a:pt x="990600" y="548640"/>
                      </a:lnTo>
                      <a:lnTo>
                        <a:pt x="993648" y="512064"/>
                      </a:lnTo>
                      <a:lnTo>
                        <a:pt x="966216" y="490728"/>
                      </a:lnTo>
                      <a:lnTo>
                        <a:pt x="902208" y="499872"/>
                      </a:lnTo>
                      <a:lnTo>
                        <a:pt x="795528" y="502920"/>
                      </a:lnTo>
                      <a:lnTo>
                        <a:pt x="774192" y="493776"/>
                      </a:lnTo>
                      <a:lnTo>
                        <a:pt x="728472" y="426720"/>
                      </a:lnTo>
                      <a:lnTo>
                        <a:pt x="697992" y="411480"/>
                      </a:lnTo>
                      <a:lnTo>
                        <a:pt x="667512" y="374904"/>
                      </a:lnTo>
                      <a:lnTo>
                        <a:pt x="627888" y="371856"/>
                      </a:lnTo>
                      <a:lnTo>
                        <a:pt x="579120" y="359664"/>
                      </a:lnTo>
                      <a:lnTo>
                        <a:pt x="566928" y="347472"/>
                      </a:lnTo>
                      <a:lnTo>
                        <a:pt x="563880" y="304800"/>
                      </a:lnTo>
                      <a:lnTo>
                        <a:pt x="536448" y="271272"/>
                      </a:lnTo>
                      <a:lnTo>
                        <a:pt x="542544" y="155448"/>
                      </a:lnTo>
                      <a:lnTo>
                        <a:pt x="518160" y="115824"/>
                      </a:lnTo>
                      <a:lnTo>
                        <a:pt x="487680" y="124968"/>
                      </a:lnTo>
                      <a:lnTo>
                        <a:pt x="448056" y="164592"/>
                      </a:lnTo>
                      <a:lnTo>
                        <a:pt x="420624" y="167640"/>
                      </a:lnTo>
                      <a:lnTo>
                        <a:pt x="396240" y="158496"/>
                      </a:lnTo>
                      <a:lnTo>
                        <a:pt x="387096" y="140208"/>
                      </a:lnTo>
                      <a:lnTo>
                        <a:pt x="286512" y="27432"/>
                      </a:lnTo>
                      <a:lnTo>
                        <a:pt x="240792"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8" name="강북구">
                  <a:extLst>
                    <a:ext uri="{FF2B5EF4-FFF2-40B4-BE49-F238E27FC236}">
                      <a16:creationId xmlns:a16="http://schemas.microsoft.com/office/drawing/2014/main" id="{451289FA-3C42-2E9D-6C37-E07DE6CED8D1}"/>
                    </a:ext>
                  </a:extLst>
                </p:cNvPr>
                <p:cNvSpPr/>
                <p:nvPr/>
              </p:nvSpPr>
              <p:spPr>
                <a:xfrm>
                  <a:off x="2971800" y="1945640"/>
                  <a:ext cx="2214880" cy="3032760"/>
                </a:xfrm>
                <a:custGeom>
                  <a:avLst/>
                  <a:gdLst>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60120 w 2214880"/>
                    <a:gd name="connsiteY37" fmla="*/ 264668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50595 w 2214880"/>
                    <a:gd name="connsiteY37" fmla="*/ 266192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2214880" h="3032760">
                      <a:moveTo>
                        <a:pt x="889000" y="60960"/>
                      </a:moveTo>
                      <a:lnTo>
                        <a:pt x="650240" y="0"/>
                      </a:lnTo>
                      <a:lnTo>
                        <a:pt x="426720" y="238760"/>
                      </a:lnTo>
                      <a:lnTo>
                        <a:pt x="406400" y="274320"/>
                      </a:lnTo>
                      <a:lnTo>
                        <a:pt x="406400" y="330200"/>
                      </a:lnTo>
                      <a:lnTo>
                        <a:pt x="431800" y="365760"/>
                      </a:lnTo>
                      <a:lnTo>
                        <a:pt x="431800" y="436880"/>
                      </a:lnTo>
                      <a:lnTo>
                        <a:pt x="452120" y="487680"/>
                      </a:lnTo>
                      <a:lnTo>
                        <a:pt x="467360" y="802640"/>
                      </a:lnTo>
                      <a:lnTo>
                        <a:pt x="436880" y="838200"/>
                      </a:lnTo>
                      <a:lnTo>
                        <a:pt x="299720" y="919480"/>
                      </a:lnTo>
                      <a:lnTo>
                        <a:pt x="254000" y="975360"/>
                      </a:lnTo>
                      <a:lnTo>
                        <a:pt x="213360" y="1036320"/>
                      </a:lnTo>
                      <a:lnTo>
                        <a:pt x="167640" y="1102360"/>
                      </a:lnTo>
                      <a:lnTo>
                        <a:pt x="0" y="1193800"/>
                      </a:lnTo>
                      <a:lnTo>
                        <a:pt x="0" y="1234440"/>
                      </a:lnTo>
                      <a:lnTo>
                        <a:pt x="66040" y="1366520"/>
                      </a:lnTo>
                      <a:lnTo>
                        <a:pt x="127000" y="1595120"/>
                      </a:lnTo>
                      <a:lnTo>
                        <a:pt x="187960" y="1762760"/>
                      </a:lnTo>
                      <a:lnTo>
                        <a:pt x="187960" y="1920240"/>
                      </a:lnTo>
                      <a:lnTo>
                        <a:pt x="198120" y="1950720"/>
                      </a:lnTo>
                      <a:lnTo>
                        <a:pt x="314960" y="2072640"/>
                      </a:lnTo>
                      <a:lnTo>
                        <a:pt x="350520" y="2072640"/>
                      </a:lnTo>
                      <a:lnTo>
                        <a:pt x="391160" y="2037080"/>
                      </a:lnTo>
                      <a:lnTo>
                        <a:pt x="502920" y="2103120"/>
                      </a:lnTo>
                      <a:lnTo>
                        <a:pt x="518160" y="2164080"/>
                      </a:lnTo>
                      <a:lnTo>
                        <a:pt x="508000" y="2235200"/>
                      </a:lnTo>
                      <a:lnTo>
                        <a:pt x="518160" y="2275840"/>
                      </a:lnTo>
                      <a:lnTo>
                        <a:pt x="574040" y="2306320"/>
                      </a:lnTo>
                      <a:lnTo>
                        <a:pt x="619760" y="2316480"/>
                      </a:lnTo>
                      <a:lnTo>
                        <a:pt x="711200" y="2407920"/>
                      </a:lnTo>
                      <a:lnTo>
                        <a:pt x="772160" y="2438400"/>
                      </a:lnTo>
                      <a:lnTo>
                        <a:pt x="853440" y="2418080"/>
                      </a:lnTo>
                      <a:lnTo>
                        <a:pt x="899160" y="2418080"/>
                      </a:lnTo>
                      <a:lnTo>
                        <a:pt x="960120" y="2484120"/>
                      </a:lnTo>
                      <a:lnTo>
                        <a:pt x="965200" y="2534920"/>
                      </a:lnTo>
                      <a:lnTo>
                        <a:pt x="949960" y="2575560"/>
                      </a:lnTo>
                      <a:cubicBezTo>
                        <a:pt x="950172" y="2604347"/>
                        <a:pt x="950383" y="2633133"/>
                        <a:pt x="950595" y="2661920"/>
                      </a:cubicBezTo>
                      <a:lnTo>
                        <a:pt x="990600" y="2702560"/>
                      </a:lnTo>
                      <a:lnTo>
                        <a:pt x="1066800" y="2794000"/>
                      </a:lnTo>
                      <a:lnTo>
                        <a:pt x="1117600" y="2799080"/>
                      </a:lnTo>
                      <a:lnTo>
                        <a:pt x="1153160" y="2799080"/>
                      </a:lnTo>
                      <a:lnTo>
                        <a:pt x="1193800" y="2839720"/>
                      </a:lnTo>
                      <a:lnTo>
                        <a:pt x="1198880" y="2875280"/>
                      </a:lnTo>
                      <a:lnTo>
                        <a:pt x="1259840" y="2890520"/>
                      </a:lnTo>
                      <a:lnTo>
                        <a:pt x="1290320" y="2885440"/>
                      </a:lnTo>
                      <a:lnTo>
                        <a:pt x="1341120" y="2936240"/>
                      </a:lnTo>
                      <a:lnTo>
                        <a:pt x="1402080" y="2936240"/>
                      </a:lnTo>
                      <a:lnTo>
                        <a:pt x="1569720" y="2931160"/>
                      </a:lnTo>
                      <a:lnTo>
                        <a:pt x="1595120" y="2921000"/>
                      </a:lnTo>
                      <a:lnTo>
                        <a:pt x="1651000" y="2946400"/>
                      </a:lnTo>
                      <a:lnTo>
                        <a:pt x="1671320" y="3002280"/>
                      </a:lnTo>
                      <a:lnTo>
                        <a:pt x="1686560" y="3032760"/>
                      </a:lnTo>
                      <a:lnTo>
                        <a:pt x="1778000" y="2981960"/>
                      </a:lnTo>
                      <a:lnTo>
                        <a:pt x="1823720" y="2921000"/>
                      </a:lnTo>
                      <a:lnTo>
                        <a:pt x="1960880" y="2763520"/>
                      </a:lnTo>
                      <a:lnTo>
                        <a:pt x="2001520" y="2733040"/>
                      </a:lnTo>
                      <a:lnTo>
                        <a:pt x="2057400" y="2727960"/>
                      </a:lnTo>
                      <a:lnTo>
                        <a:pt x="2062480" y="2672080"/>
                      </a:lnTo>
                      <a:lnTo>
                        <a:pt x="2047240" y="2651760"/>
                      </a:lnTo>
                      <a:lnTo>
                        <a:pt x="2108200" y="2519680"/>
                      </a:lnTo>
                      <a:lnTo>
                        <a:pt x="2214880" y="2468880"/>
                      </a:lnTo>
                      <a:lnTo>
                        <a:pt x="2199640" y="2433320"/>
                      </a:lnTo>
                      <a:lnTo>
                        <a:pt x="2148840" y="2382520"/>
                      </a:lnTo>
                      <a:lnTo>
                        <a:pt x="2072640" y="2382520"/>
                      </a:lnTo>
                      <a:lnTo>
                        <a:pt x="2011680" y="2341880"/>
                      </a:lnTo>
                      <a:lnTo>
                        <a:pt x="1971040" y="2250440"/>
                      </a:lnTo>
                      <a:lnTo>
                        <a:pt x="1950720" y="2204720"/>
                      </a:lnTo>
                      <a:lnTo>
                        <a:pt x="1894840" y="2194560"/>
                      </a:lnTo>
                      <a:lnTo>
                        <a:pt x="1869440" y="2159000"/>
                      </a:lnTo>
                      <a:lnTo>
                        <a:pt x="1869440" y="2006600"/>
                      </a:lnTo>
                      <a:lnTo>
                        <a:pt x="1864360" y="1960880"/>
                      </a:lnTo>
                      <a:lnTo>
                        <a:pt x="1808480" y="1960880"/>
                      </a:lnTo>
                      <a:lnTo>
                        <a:pt x="1732280" y="1930400"/>
                      </a:lnTo>
                      <a:lnTo>
                        <a:pt x="1686560" y="1864360"/>
                      </a:lnTo>
                      <a:lnTo>
                        <a:pt x="1676400" y="1818640"/>
                      </a:lnTo>
                      <a:lnTo>
                        <a:pt x="1676400" y="1767840"/>
                      </a:lnTo>
                      <a:lnTo>
                        <a:pt x="1645920" y="1752600"/>
                      </a:lnTo>
                      <a:lnTo>
                        <a:pt x="1595120" y="1752600"/>
                      </a:lnTo>
                      <a:lnTo>
                        <a:pt x="1539240" y="1757680"/>
                      </a:lnTo>
                      <a:lnTo>
                        <a:pt x="1452880" y="1686560"/>
                      </a:lnTo>
                      <a:lnTo>
                        <a:pt x="1452880" y="1610360"/>
                      </a:lnTo>
                      <a:lnTo>
                        <a:pt x="1452880" y="1559560"/>
                      </a:lnTo>
                      <a:lnTo>
                        <a:pt x="1397000" y="1503680"/>
                      </a:lnTo>
                      <a:lnTo>
                        <a:pt x="1320800" y="1488440"/>
                      </a:lnTo>
                      <a:lnTo>
                        <a:pt x="1275080" y="1518920"/>
                      </a:lnTo>
                      <a:lnTo>
                        <a:pt x="1259840" y="1539240"/>
                      </a:lnTo>
                      <a:lnTo>
                        <a:pt x="1224280" y="1539240"/>
                      </a:lnTo>
                      <a:lnTo>
                        <a:pt x="1193800" y="1483360"/>
                      </a:lnTo>
                      <a:lnTo>
                        <a:pt x="1163320" y="1478280"/>
                      </a:lnTo>
                      <a:lnTo>
                        <a:pt x="1122680" y="1478280"/>
                      </a:lnTo>
                      <a:lnTo>
                        <a:pt x="1046480" y="1427480"/>
                      </a:lnTo>
                      <a:lnTo>
                        <a:pt x="1036320" y="1214120"/>
                      </a:lnTo>
                      <a:lnTo>
                        <a:pt x="1066800" y="1158240"/>
                      </a:lnTo>
                      <a:lnTo>
                        <a:pt x="1061720" y="1036320"/>
                      </a:lnTo>
                      <a:lnTo>
                        <a:pt x="1122680" y="960120"/>
                      </a:lnTo>
                      <a:lnTo>
                        <a:pt x="1122680" y="843280"/>
                      </a:lnTo>
                      <a:lnTo>
                        <a:pt x="1148080" y="762000"/>
                      </a:lnTo>
                      <a:lnTo>
                        <a:pt x="1153160" y="711200"/>
                      </a:lnTo>
                      <a:lnTo>
                        <a:pt x="1203960" y="635000"/>
                      </a:lnTo>
                      <a:lnTo>
                        <a:pt x="1183640" y="513080"/>
                      </a:lnTo>
                      <a:lnTo>
                        <a:pt x="1158240" y="472440"/>
                      </a:lnTo>
                      <a:lnTo>
                        <a:pt x="1087120" y="431800"/>
                      </a:lnTo>
                      <a:lnTo>
                        <a:pt x="1097280" y="345440"/>
                      </a:lnTo>
                      <a:lnTo>
                        <a:pt x="1071880" y="294640"/>
                      </a:lnTo>
                      <a:lnTo>
                        <a:pt x="1046480" y="264160"/>
                      </a:lnTo>
                      <a:lnTo>
                        <a:pt x="990600" y="259080"/>
                      </a:lnTo>
                      <a:lnTo>
                        <a:pt x="939800" y="259080"/>
                      </a:lnTo>
                      <a:lnTo>
                        <a:pt x="889000" y="233680"/>
                      </a:lnTo>
                      <a:lnTo>
                        <a:pt x="889000" y="60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9" name="노원구">
                  <a:extLst>
                    <a:ext uri="{FF2B5EF4-FFF2-40B4-BE49-F238E27FC236}">
                      <a16:creationId xmlns:a16="http://schemas.microsoft.com/office/drawing/2014/main" id="{B93F61F9-81A7-AA78-9F15-F76F614734D7}"/>
                    </a:ext>
                  </a:extLst>
                </p:cNvPr>
                <p:cNvSpPr/>
                <p:nvPr/>
              </p:nvSpPr>
              <p:spPr>
                <a:xfrm>
                  <a:off x="4999567" y="1468967"/>
                  <a:ext cx="2247900" cy="3327400"/>
                </a:xfrm>
                <a:custGeom>
                  <a:avLst/>
                  <a:gdLst>
                    <a:gd name="connsiteX0" fmla="*/ 1214966 w 2247900"/>
                    <a:gd name="connsiteY0" fmla="*/ 0 h 3327400"/>
                    <a:gd name="connsiteX1" fmla="*/ 1113366 w 2247900"/>
                    <a:gd name="connsiteY1" fmla="*/ 25400 h 3327400"/>
                    <a:gd name="connsiteX2" fmla="*/ 1058333 w 2247900"/>
                    <a:gd name="connsiteY2" fmla="*/ 29633 h 3327400"/>
                    <a:gd name="connsiteX3" fmla="*/ 1016000 w 2247900"/>
                    <a:gd name="connsiteY3" fmla="*/ 42333 h 3327400"/>
                    <a:gd name="connsiteX4" fmla="*/ 944033 w 2247900"/>
                    <a:gd name="connsiteY4" fmla="*/ 42333 h 3327400"/>
                    <a:gd name="connsiteX5" fmla="*/ 880533 w 2247900"/>
                    <a:gd name="connsiteY5" fmla="*/ 46566 h 3327400"/>
                    <a:gd name="connsiteX6" fmla="*/ 850900 w 2247900"/>
                    <a:gd name="connsiteY6" fmla="*/ 71966 h 3327400"/>
                    <a:gd name="connsiteX7" fmla="*/ 850900 w 2247900"/>
                    <a:gd name="connsiteY7" fmla="*/ 127000 h 3327400"/>
                    <a:gd name="connsiteX8" fmla="*/ 829733 w 2247900"/>
                    <a:gd name="connsiteY8" fmla="*/ 190500 h 3327400"/>
                    <a:gd name="connsiteX9" fmla="*/ 808566 w 2247900"/>
                    <a:gd name="connsiteY9" fmla="*/ 249766 h 3327400"/>
                    <a:gd name="connsiteX10" fmla="*/ 808566 w 2247900"/>
                    <a:gd name="connsiteY10" fmla="*/ 283633 h 3327400"/>
                    <a:gd name="connsiteX11" fmla="*/ 787400 w 2247900"/>
                    <a:gd name="connsiteY11" fmla="*/ 313266 h 3327400"/>
                    <a:gd name="connsiteX12" fmla="*/ 732366 w 2247900"/>
                    <a:gd name="connsiteY12" fmla="*/ 321733 h 3327400"/>
                    <a:gd name="connsiteX13" fmla="*/ 622300 w 2247900"/>
                    <a:gd name="connsiteY13" fmla="*/ 325966 h 3327400"/>
                    <a:gd name="connsiteX14" fmla="*/ 550333 w 2247900"/>
                    <a:gd name="connsiteY14" fmla="*/ 334433 h 3327400"/>
                    <a:gd name="connsiteX15" fmla="*/ 503766 w 2247900"/>
                    <a:gd name="connsiteY15" fmla="*/ 330200 h 3327400"/>
                    <a:gd name="connsiteX16" fmla="*/ 465666 w 2247900"/>
                    <a:gd name="connsiteY16" fmla="*/ 351366 h 3327400"/>
                    <a:gd name="connsiteX17" fmla="*/ 385233 w 2247900"/>
                    <a:gd name="connsiteY17" fmla="*/ 423333 h 3327400"/>
                    <a:gd name="connsiteX18" fmla="*/ 347133 w 2247900"/>
                    <a:gd name="connsiteY18" fmla="*/ 448733 h 3327400"/>
                    <a:gd name="connsiteX19" fmla="*/ 372533 w 2247900"/>
                    <a:gd name="connsiteY19" fmla="*/ 503766 h 3327400"/>
                    <a:gd name="connsiteX20" fmla="*/ 389466 w 2247900"/>
                    <a:gd name="connsiteY20" fmla="*/ 605366 h 3327400"/>
                    <a:gd name="connsiteX21" fmla="*/ 397933 w 2247900"/>
                    <a:gd name="connsiteY21" fmla="*/ 643466 h 3327400"/>
                    <a:gd name="connsiteX22" fmla="*/ 406400 w 2247900"/>
                    <a:gd name="connsiteY22" fmla="*/ 677333 h 3327400"/>
                    <a:gd name="connsiteX23" fmla="*/ 389466 w 2247900"/>
                    <a:gd name="connsiteY23" fmla="*/ 723900 h 3327400"/>
                    <a:gd name="connsiteX24" fmla="*/ 347133 w 2247900"/>
                    <a:gd name="connsiteY24" fmla="*/ 791633 h 3327400"/>
                    <a:gd name="connsiteX25" fmla="*/ 330200 w 2247900"/>
                    <a:gd name="connsiteY25" fmla="*/ 889000 h 3327400"/>
                    <a:gd name="connsiteX26" fmla="*/ 355600 w 2247900"/>
                    <a:gd name="connsiteY26" fmla="*/ 1126066 h 3327400"/>
                    <a:gd name="connsiteX27" fmla="*/ 355600 w 2247900"/>
                    <a:gd name="connsiteY27" fmla="*/ 1202266 h 3327400"/>
                    <a:gd name="connsiteX28" fmla="*/ 406400 w 2247900"/>
                    <a:gd name="connsiteY28" fmla="*/ 1274233 h 3327400"/>
                    <a:gd name="connsiteX29" fmla="*/ 431800 w 2247900"/>
                    <a:gd name="connsiteY29" fmla="*/ 1354666 h 3327400"/>
                    <a:gd name="connsiteX30" fmla="*/ 436033 w 2247900"/>
                    <a:gd name="connsiteY30" fmla="*/ 1426633 h 3327400"/>
                    <a:gd name="connsiteX31" fmla="*/ 427566 w 2247900"/>
                    <a:gd name="connsiteY31" fmla="*/ 1562100 h 3327400"/>
                    <a:gd name="connsiteX32" fmla="*/ 444500 w 2247900"/>
                    <a:gd name="connsiteY32" fmla="*/ 1600200 h 3327400"/>
                    <a:gd name="connsiteX33" fmla="*/ 465666 w 2247900"/>
                    <a:gd name="connsiteY33" fmla="*/ 1684866 h 3327400"/>
                    <a:gd name="connsiteX34" fmla="*/ 508000 w 2247900"/>
                    <a:gd name="connsiteY34" fmla="*/ 1888066 h 3327400"/>
                    <a:gd name="connsiteX35" fmla="*/ 541866 w 2247900"/>
                    <a:gd name="connsiteY35" fmla="*/ 1976966 h 3327400"/>
                    <a:gd name="connsiteX36" fmla="*/ 567266 w 2247900"/>
                    <a:gd name="connsiteY36" fmla="*/ 2048933 h 3327400"/>
                    <a:gd name="connsiteX37" fmla="*/ 567266 w 2247900"/>
                    <a:gd name="connsiteY37" fmla="*/ 2137833 h 3327400"/>
                    <a:gd name="connsiteX38" fmla="*/ 567266 w 2247900"/>
                    <a:gd name="connsiteY38" fmla="*/ 2286000 h 3327400"/>
                    <a:gd name="connsiteX39" fmla="*/ 571500 w 2247900"/>
                    <a:gd name="connsiteY39" fmla="*/ 2362200 h 3327400"/>
                    <a:gd name="connsiteX40" fmla="*/ 541866 w 2247900"/>
                    <a:gd name="connsiteY40" fmla="*/ 2383366 h 3327400"/>
                    <a:gd name="connsiteX41" fmla="*/ 478366 w 2247900"/>
                    <a:gd name="connsiteY41" fmla="*/ 2374900 h 3327400"/>
                    <a:gd name="connsiteX42" fmla="*/ 419100 w 2247900"/>
                    <a:gd name="connsiteY42" fmla="*/ 2353733 h 3327400"/>
                    <a:gd name="connsiteX43" fmla="*/ 347133 w 2247900"/>
                    <a:gd name="connsiteY43" fmla="*/ 2302933 h 3327400"/>
                    <a:gd name="connsiteX44" fmla="*/ 317500 w 2247900"/>
                    <a:gd name="connsiteY44" fmla="*/ 2260600 h 3327400"/>
                    <a:gd name="connsiteX45" fmla="*/ 321733 w 2247900"/>
                    <a:gd name="connsiteY45" fmla="*/ 2222500 h 3327400"/>
                    <a:gd name="connsiteX46" fmla="*/ 304800 w 2247900"/>
                    <a:gd name="connsiteY46" fmla="*/ 2180166 h 3327400"/>
                    <a:gd name="connsiteX47" fmla="*/ 270933 w 2247900"/>
                    <a:gd name="connsiteY47" fmla="*/ 2192866 h 3327400"/>
                    <a:gd name="connsiteX48" fmla="*/ 258233 w 2247900"/>
                    <a:gd name="connsiteY48" fmla="*/ 2252133 h 3327400"/>
                    <a:gd name="connsiteX49" fmla="*/ 232833 w 2247900"/>
                    <a:gd name="connsiteY49" fmla="*/ 2294466 h 3327400"/>
                    <a:gd name="connsiteX50" fmla="*/ 207433 w 2247900"/>
                    <a:gd name="connsiteY50" fmla="*/ 2357966 h 3327400"/>
                    <a:gd name="connsiteX51" fmla="*/ 135466 w 2247900"/>
                    <a:gd name="connsiteY51" fmla="*/ 2434166 h 3327400"/>
                    <a:gd name="connsiteX52" fmla="*/ 110066 w 2247900"/>
                    <a:gd name="connsiteY52" fmla="*/ 2463800 h 3327400"/>
                    <a:gd name="connsiteX53" fmla="*/ 131233 w 2247900"/>
                    <a:gd name="connsiteY53" fmla="*/ 2565400 h 3327400"/>
                    <a:gd name="connsiteX54" fmla="*/ 110066 w 2247900"/>
                    <a:gd name="connsiteY54" fmla="*/ 2611966 h 3327400"/>
                    <a:gd name="connsiteX55" fmla="*/ 67733 w 2247900"/>
                    <a:gd name="connsiteY55" fmla="*/ 2628900 h 3327400"/>
                    <a:gd name="connsiteX56" fmla="*/ 25400 w 2247900"/>
                    <a:gd name="connsiteY56" fmla="*/ 2620433 h 3327400"/>
                    <a:gd name="connsiteX57" fmla="*/ 0 w 2247900"/>
                    <a:gd name="connsiteY57" fmla="*/ 2650066 h 3327400"/>
                    <a:gd name="connsiteX58" fmla="*/ 21166 w 2247900"/>
                    <a:gd name="connsiteY58" fmla="*/ 2722033 h 3327400"/>
                    <a:gd name="connsiteX59" fmla="*/ 80433 w 2247900"/>
                    <a:gd name="connsiteY59" fmla="*/ 2777066 h 3327400"/>
                    <a:gd name="connsiteX60" fmla="*/ 101600 w 2247900"/>
                    <a:gd name="connsiteY60" fmla="*/ 2794000 h 3327400"/>
                    <a:gd name="connsiteX61" fmla="*/ 139700 w 2247900"/>
                    <a:gd name="connsiteY61" fmla="*/ 2781300 h 3327400"/>
                    <a:gd name="connsiteX62" fmla="*/ 139700 w 2247900"/>
                    <a:gd name="connsiteY62" fmla="*/ 2781300 h 3327400"/>
                    <a:gd name="connsiteX63" fmla="*/ 220133 w 2247900"/>
                    <a:gd name="connsiteY63" fmla="*/ 2840566 h 3327400"/>
                    <a:gd name="connsiteX64" fmla="*/ 249766 w 2247900"/>
                    <a:gd name="connsiteY64" fmla="*/ 2904066 h 3327400"/>
                    <a:gd name="connsiteX65" fmla="*/ 245533 w 2247900"/>
                    <a:gd name="connsiteY65" fmla="*/ 2954866 h 3327400"/>
                    <a:gd name="connsiteX66" fmla="*/ 266700 w 2247900"/>
                    <a:gd name="connsiteY66" fmla="*/ 2992966 h 3327400"/>
                    <a:gd name="connsiteX67" fmla="*/ 313266 w 2247900"/>
                    <a:gd name="connsiteY67" fmla="*/ 3001433 h 3327400"/>
                    <a:gd name="connsiteX68" fmla="*/ 567266 w 2247900"/>
                    <a:gd name="connsiteY68" fmla="*/ 3238500 h 3327400"/>
                    <a:gd name="connsiteX69" fmla="*/ 626533 w 2247900"/>
                    <a:gd name="connsiteY69" fmla="*/ 3255433 h 3327400"/>
                    <a:gd name="connsiteX70" fmla="*/ 668866 w 2247900"/>
                    <a:gd name="connsiteY70" fmla="*/ 3272366 h 3327400"/>
                    <a:gd name="connsiteX71" fmla="*/ 736600 w 2247900"/>
                    <a:gd name="connsiteY71" fmla="*/ 3310466 h 3327400"/>
                    <a:gd name="connsiteX72" fmla="*/ 795866 w 2247900"/>
                    <a:gd name="connsiteY72" fmla="*/ 3327400 h 3327400"/>
                    <a:gd name="connsiteX73" fmla="*/ 829733 w 2247900"/>
                    <a:gd name="connsiteY73" fmla="*/ 3310466 h 3327400"/>
                    <a:gd name="connsiteX74" fmla="*/ 855133 w 2247900"/>
                    <a:gd name="connsiteY74" fmla="*/ 3285066 h 3327400"/>
                    <a:gd name="connsiteX75" fmla="*/ 914400 w 2247900"/>
                    <a:gd name="connsiteY75" fmla="*/ 3276600 h 3327400"/>
                    <a:gd name="connsiteX76" fmla="*/ 977900 w 2247900"/>
                    <a:gd name="connsiteY76" fmla="*/ 3234266 h 3327400"/>
                    <a:gd name="connsiteX77" fmla="*/ 1155700 w 2247900"/>
                    <a:gd name="connsiteY77" fmla="*/ 3158066 h 3327400"/>
                    <a:gd name="connsiteX78" fmla="*/ 1236133 w 2247900"/>
                    <a:gd name="connsiteY78" fmla="*/ 3119966 h 3327400"/>
                    <a:gd name="connsiteX79" fmla="*/ 1308100 w 2247900"/>
                    <a:gd name="connsiteY79" fmla="*/ 3111500 h 3327400"/>
                    <a:gd name="connsiteX80" fmla="*/ 1384300 w 2247900"/>
                    <a:gd name="connsiteY80" fmla="*/ 3098800 h 3327400"/>
                    <a:gd name="connsiteX81" fmla="*/ 1418166 w 2247900"/>
                    <a:gd name="connsiteY81" fmla="*/ 3090333 h 3327400"/>
                    <a:gd name="connsiteX82" fmla="*/ 1447800 w 2247900"/>
                    <a:gd name="connsiteY82" fmla="*/ 3115733 h 3327400"/>
                    <a:gd name="connsiteX83" fmla="*/ 1468966 w 2247900"/>
                    <a:gd name="connsiteY83" fmla="*/ 3170766 h 3327400"/>
                    <a:gd name="connsiteX84" fmla="*/ 1498600 w 2247900"/>
                    <a:gd name="connsiteY84" fmla="*/ 3196166 h 3327400"/>
                    <a:gd name="connsiteX85" fmla="*/ 1536700 w 2247900"/>
                    <a:gd name="connsiteY85" fmla="*/ 3230033 h 3327400"/>
                    <a:gd name="connsiteX86" fmla="*/ 1570566 w 2247900"/>
                    <a:gd name="connsiteY86" fmla="*/ 3255433 h 3327400"/>
                    <a:gd name="connsiteX87" fmla="*/ 1604433 w 2247900"/>
                    <a:gd name="connsiteY87" fmla="*/ 3234266 h 3327400"/>
                    <a:gd name="connsiteX88" fmla="*/ 1634066 w 2247900"/>
                    <a:gd name="connsiteY88" fmla="*/ 3204633 h 3327400"/>
                    <a:gd name="connsiteX89" fmla="*/ 1659466 w 2247900"/>
                    <a:gd name="connsiteY89" fmla="*/ 3196166 h 3327400"/>
                    <a:gd name="connsiteX90" fmla="*/ 1706033 w 2247900"/>
                    <a:gd name="connsiteY90" fmla="*/ 3200400 h 3327400"/>
                    <a:gd name="connsiteX91" fmla="*/ 1769533 w 2247900"/>
                    <a:gd name="connsiteY91" fmla="*/ 3230033 h 3327400"/>
                    <a:gd name="connsiteX92" fmla="*/ 1824566 w 2247900"/>
                    <a:gd name="connsiteY92" fmla="*/ 3230033 h 3327400"/>
                    <a:gd name="connsiteX93" fmla="*/ 1875366 w 2247900"/>
                    <a:gd name="connsiteY93" fmla="*/ 3213100 h 3327400"/>
                    <a:gd name="connsiteX94" fmla="*/ 1879600 w 2247900"/>
                    <a:gd name="connsiteY94" fmla="*/ 3183466 h 3327400"/>
                    <a:gd name="connsiteX95" fmla="*/ 1930400 w 2247900"/>
                    <a:gd name="connsiteY95" fmla="*/ 3166533 h 3327400"/>
                    <a:gd name="connsiteX96" fmla="*/ 1917700 w 2247900"/>
                    <a:gd name="connsiteY96" fmla="*/ 3014133 h 3327400"/>
                    <a:gd name="connsiteX97" fmla="*/ 1934633 w 2247900"/>
                    <a:gd name="connsiteY97" fmla="*/ 2954866 h 3327400"/>
                    <a:gd name="connsiteX98" fmla="*/ 2006600 w 2247900"/>
                    <a:gd name="connsiteY98" fmla="*/ 2925233 h 3327400"/>
                    <a:gd name="connsiteX99" fmla="*/ 2082800 w 2247900"/>
                    <a:gd name="connsiteY99" fmla="*/ 2874433 h 3327400"/>
                    <a:gd name="connsiteX100" fmla="*/ 2129366 w 2247900"/>
                    <a:gd name="connsiteY100" fmla="*/ 2836333 h 3327400"/>
                    <a:gd name="connsiteX101" fmla="*/ 2167466 w 2247900"/>
                    <a:gd name="connsiteY101" fmla="*/ 2819400 h 3327400"/>
                    <a:gd name="connsiteX102" fmla="*/ 2218266 w 2247900"/>
                    <a:gd name="connsiteY102" fmla="*/ 2717800 h 3327400"/>
                    <a:gd name="connsiteX103" fmla="*/ 2247900 w 2247900"/>
                    <a:gd name="connsiteY103" fmla="*/ 2662766 h 3327400"/>
                    <a:gd name="connsiteX104" fmla="*/ 2243666 w 2247900"/>
                    <a:gd name="connsiteY104" fmla="*/ 2607733 h 3327400"/>
                    <a:gd name="connsiteX105" fmla="*/ 2226733 w 2247900"/>
                    <a:gd name="connsiteY105" fmla="*/ 2442633 h 3327400"/>
                    <a:gd name="connsiteX106" fmla="*/ 2192866 w 2247900"/>
                    <a:gd name="connsiteY106" fmla="*/ 2341033 h 3327400"/>
                    <a:gd name="connsiteX107" fmla="*/ 2188633 w 2247900"/>
                    <a:gd name="connsiteY107" fmla="*/ 2218266 h 3327400"/>
                    <a:gd name="connsiteX108" fmla="*/ 2188633 w 2247900"/>
                    <a:gd name="connsiteY108" fmla="*/ 2142066 h 3327400"/>
                    <a:gd name="connsiteX109" fmla="*/ 2159000 w 2247900"/>
                    <a:gd name="connsiteY109" fmla="*/ 2099733 h 3327400"/>
                    <a:gd name="connsiteX110" fmla="*/ 1989666 w 2247900"/>
                    <a:gd name="connsiteY110" fmla="*/ 2006600 h 3327400"/>
                    <a:gd name="connsiteX111" fmla="*/ 1938866 w 2247900"/>
                    <a:gd name="connsiteY111" fmla="*/ 2006600 h 3327400"/>
                    <a:gd name="connsiteX112" fmla="*/ 1896533 w 2247900"/>
                    <a:gd name="connsiteY112" fmla="*/ 2036233 h 3327400"/>
                    <a:gd name="connsiteX113" fmla="*/ 1782233 w 2247900"/>
                    <a:gd name="connsiteY113" fmla="*/ 2087033 h 3327400"/>
                    <a:gd name="connsiteX114" fmla="*/ 1739900 w 2247900"/>
                    <a:gd name="connsiteY114" fmla="*/ 2074333 h 3327400"/>
                    <a:gd name="connsiteX115" fmla="*/ 1722966 w 2247900"/>
                    <a:gd name="connsiteY115" fmla="*/ 1964266 h 3327400"/>
                    <a:gd name="connsiteX116" fmla="*/ 1697566 w 2247900"/>
                    <a:gd name="connsiteY116" fmla="*/ 1824566 h 3327400"/>
                    <a:gd name="connsiteX117" fmla="*/ 1680633 w 2247900"/>
                    <a:gd name="connsiteY117" fmla="*/ 1782233 h 3327400"/>
                    <a:gd name="connsiteX118" fmla="*/ 1638300 w 2247900"/>
                    <a:gd name="connsiteY118" fmla="*/ 1744133 h 3327400"/>
                    <a:gd name="connsiteX119" fmla="*/ 1507066 w 2247900"/>
                    <a:gd name="connsiteY119" fmla="*/ 1659466 h 3327400"/>
                    <a:gd name="connsiteX120" fmla="*/ 1473200 w 2247900"/>
                    <a:gd name="connsiteY120" fmla="*/ 1629833 h 3327400"/>
                    <a:gd name="connsiteX121" fmla="*/ 1473200 w 2247900"/>
                    <a:gd name="connsiteY121" fmla="*/ 1629833 h 3327400"/>
                    <a:gd name="connsiteX122" fmla="*/ 1574800 w 2247900"/>
                    <a:gd name="connsiteY122" fmla="*/ 1562100 h 3327400"/>
                    <a:gd name="connsiteX123" fmla="*/ 1655233 w 2247900"/>
                    <a:gd name="connsiteY123" fmla="*/ 1540933 h 3327400"/>
                    <a:gd name="connsiteX124" fmla="*/ 1710266 w 2247900"/>
                    <a:gd name="connsiteY124" fmla="*/ 1511300 h 3327400"/>
                    <a:gd name="connsiteX125" fmla="*/ 1731433 w 2247900"/>
                    <a:gd name="connsiteY125" fmla="*/ 1460500 h 3327400"/>
                    <a:gd name="connsiteX126" fmla="*/ 1701800 w 2247900"/>
                    <a:gd name="connsiteY126" fmla="*/ 1430866 h 3327400"/>
                    <a:gd name="connsiteX127" fmla="*/ 1663700 w 2247900"/>
                    <a:gd name="connsiteY127" fmla="*/ 1392766 h 3327400"/>
                    <a:gd name="connsiteX128" fmla="*/ 1651000 w 2247900"/>
                    <a:gd name="connsiteY128" fmla="*/ 1354666 h 3327400"/>
                    <a:gd name="connsiteX129" fmla="*/ 1655233 w 2247900"/>
                    <a:gd name="connsiteY129" fmla="*/ 1295400 h 3327400"/>
                    <a:gd name="connsiteX130" fmla="*/ 1663700 w 2247900"/>
                    <a:gd name="connsiteY130" fmla="*/ 1253066 h 3327400"/>
                    <a:gd name="connsiteX131" fmla="*/ 1672166 w 2247900"/>
                    <a:gd name="connsiteY131" fmla="*/ 1198033 h 3327400"/>
                    <a:gd name="connsiteX132" fmla="*/ 1676400 w 2247900"/>
                    <a:gd name="connsiteY132" fmla="*/ 1130300 h 3327400"/>
                    <a:gd name="connsiteX133" fmla="*/ 1672166 w 2247900"/>
                    <a:gd name="connsiteY133" fmla="*/ 1104900 h 3327400"/>
                    <a:gd name="connsiteX134" fmla="*/ 1731433 w 2247900"/>
                    <a:gd name="connsiteY134" fmla="*/ 1071033 h 3327400"/>
                    <a:gd name="connsiteX135" fmla="*/ 1752600 w 2247900"/>
                    <a:gd name="connsiteY135" fmla="*/ 1020233 h 3327400"/>
                    <a:gd name="connsiteX136" fmla="*/ 1739900 w 2247900"/>
                    <a:gd name="connsiteY136" fmla="*/ 965200 h 3327400"/>
                    <a:gd name="connsiteX137" fmla="*/ 1706033 w 2247900"/>
                    <a:gd name="connsiteY137" fmla="*/ 893233 h 3327400"/>
                    <a:gd name="connsiteX138" fmla="*/ 1655233 w 2247900"/>
                    <a:gd name="connsiteY138" fmla="*/ 821266 h 3327400"/>
                    <a:gd name="connsiteX139" fmla="*/ 1642533 w 2247900"/>
                    <a:gd name="connsiteY139" fmla="*/ 787400 h 3327400"/>
                    <a:gd name="connsiteX140" fmla="*/ 1646766 w 2247900"/>
                    <a:gd name="connsiteY140" fmla="*/ 618066 h 3327400"/>
                    <a:gd name="connsiteX141" fmla="*/ 1659466 w 2247900"/>
                    <a:gd name="connsiteY141" fmla="*/ 558800 h 3327400"/>
                    <a:gd name="connsiteX142" fmla="*/ 1701800 w 2247900"/>
                    <a:gd name="connsiteY142" fmla="*/ 520700 h 3327400"/>
                    <a:gd name="connsiteX143" fmla="*/ 1710266 w 2247900"/>
                    <a:gd name="connsiteY143" fmla="*/ 482600 h 3327400"/>
                    <a:gd name="connsiteX144" fmla="*/ 1722966 w 2247900"/>
                    <a:gd name="connsiteY144" fmla="*/ 431800 h 3327400"/>
                    <a:gd name="connsiteX145" fmla="*/ 1739900 w 2247900"/>
                    <a:gd name="connsiteY145" fmla="*/ 359833 h 3327400"/>
                    <a:gd name="connsiteX146" fmla="*/ 1727200 w 2247900"/>
                    <a:gd name="connsiteY146" fmla="*/ 287866 h 3327400"/>
                    <a:gd name="connsiteX147" fmla="*/ 1697566 w 2247900"/>
                    <a:gd name="connsiteY147" fmla="*/ 275166 h 3327400"/>
                    <a:gd name="connsiteX148" fmla="*/ 1642533 w 2247900"/>
                    <a:gd name="connsiteY148" fmla="*/ 275166 h 3327400"/>
                    <a:gd name="connsiteX149" fmla="*/ 1591733 w 2247900"/>
                    <a:gd name="connsiteY149" fmla="*/ 296333 h 3327400"/>
                    <a:gd name="connsiteX150" fmla="*/ 1532466 w 2247900"/>
                    <a:gd name="connsiteY150" fmla="*/ 309033 h 3327400"/>
                    <a:gd name="connsiteX151" fmla="*/ 1485900 w 2247900"/>
                    <a:gd name="connsiteY151" fmla="*/ 292100 h 3327400"/>
                    <a:gd name="connsiteX152" fmla="*/ 1405466 w 2247900"/>
                    <a:gd name="connsiteY152" fmla="*/ 207433 h 3327400"/>
                    <a:gd name="connsiteX153" fmla="*/ 1329266 w 2247900"/>
                    <a:gd name="connsiteY153" fmla="*/ 148166 h 3327400"/>
                    <a:gd name="connsiteX154" fmla="*/ 1308100 w 2247900"/>
                    <a:gd name="connsiteY154" fmla="*/ 101600 h 3327400"/>
                    <a:gd name="connsiteX155" fmla="*/ 1291166 w 2247900"/>
                    <a:gd name="connsiteY155" fmla="*/ 38100 h 3327400"/>
                    <a:gd name="connsiteX156" fmla="*/ 1274233 w 2247900"/>
                    <a:gd name="connsiteY156" fmla="*/ 4233 h 3327400"/>
                    <a:gd name="connsiteX157" fmla="*/ 1214966 w 2247900"/>
                    <a:gd name="connsiteY157" fmla="*/ 0 h 332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2247900" h="3327400">
                      <a:moveTo>
                        <a:pt x="1214966" y="0"/>
                      </a:moveTo>
                      <a:lnTo>
                        <a:pt x="1113366" y="25400"/>
                      </a:lnTo>
                      <a:lnTo>
                        <a:pt x="1058333" y="29633"/>
                      </a:lnTo>
                      <a:lnTo>
                        <a:pt x="1016000" y="42333"/>
                      </a:lnTo>
                      <a:lnTo>
                        <a:pt x="944033" y="42333"/>
                      </a:lnTo>
                      <a:lnTo>
                        <a:pt x="880533" y="46566"/>
                      </a:lnTo>
                      <a:lnTo>
                        <a:pt x="850900" y="71966"/>
                      </a:lnTo>
                      <a:lnTo>
                        <a:pt x="850900" y="127000"/>
                      </a:lnTo>
                      <a:lnTo>
                        <a:pt x="829733" y="190500"/>
                      </a:lnTo>
                      <a:lnTo>
                        <a:pt x="808566" y="249766"/>
                      </a:lnTo>
                      <a:lnTo>
                        <a:pt x="808566" y="283633"/>
                      </a:lnTo>
                      <a:lnTo>
                        <a:pt x="787400" y="313266"/>
                      </a:lnTo>
                      <a:lnTo>
                        <a:pt x="732366" y="321733"/>
                      </a:lnTo>
                      <a:lnTo>
                        <a:pt x="622300" y="325966"/>
                      </a:lnTo>
                      <a:lnTo>
                        <a:pt x="550333" y="334433"/>
                      </a:lnTo>
                      <a:lnTo>
                        <a:pt x="503766" y="330200"/>
                      </a:lnTo>
                      <a:lnTo>
                        <a:pt x="465666" y="351366"/>
                      </a:lnTo>
                      <a:lnTo>
                        <a:pt x="385233" y="423333"/>
                      </a:lnTo>
                      <a:lnTo>
                        <a:pt x="347133" y="448733"/>
                      </a:lnTo>
                      <a:lnTo>
                        <a:pt x="372533" y="503766"/>
                      </a:lnTo>
                      <a:lnTo>
                        <a:pt x="389466" y="605366"/>
                      </a:lnTo>
                      <a:lnTo>
                        <a:pt x="397933" y="643466"/>
                      </a:lnTo>
                      <a:lnTo>
                        <a:pt x="406400" y="677333"/>
                      </a:lnTo>
                      <a:lnTo>
                        <a:pt x="389466" y="723900"/>
                      </a:lnTo>
                      <a:lnTo>
                        <a:pt x="347133" y="791633"/>
                      </a:lnTo>
                      <a:lnTo>
                        <a:pt x="330200" y="889000"/>
                      </a:lnTo>
                      <a:lnTo>
                        <a:pt x="355600" y="1126066"/>
                      </a:lnTo>
                      <a:lnTo>
                        <a:pt x="355600" y="1202266"/>
                      </a:lnTo>
                      <a:lnTo>
                        <a:pt x="406400" y="1274233"/>
                      </a:lnTo>
                      <a:lnTo>
                        <a:pt x="431800" y="1354666"/>
                      </a:lnTo>
                      <a:lnTo>
                        <a:pt x="436033" y="1426633"/>
                      </a:lnTo>
                      <a:lnTo>
                        <a:pt x="427566" y="1562100"/>
                      </a:lnTo>
                      <a:lnTo>
                        <a:pt x="444500" y="1600200"/>
                      </a:lnTo>
                      <a:lnTo>
                        <a:pt x="465666" y="1684866"/>
                      </a:lnTo>
                      <a:lnTo>
                        <a:pt x="508000" y="1888066"/>
                      </a:lnTo>
                      <a:lnTo>
                        <a:pt x="541866" y="1976966"/>
                      </a:lnTo>
                      <a:lnTo>
                        <a:pt x="567266" y="2048933"/>
                      </a:lnTo>
                      <a:lnTo>
                        <a:pt x="567266" y="2137833"/>
                      </a:lnTo>
                      <a:lnTo>
                        <a:pt x="567266" y="2286000"/>
                      </a:lnTo>
                      <a:lnTo>
                        <a:pt x="571500" y="2362200"/>
                      </a:lnTo>
                      <a:lnTo>
                        <a:pt x="541866" y="2383366"/>
                      </a:lnTo>
                      <a:lnTo>
                        <a:pt x="478366" y="2374900"/>
                      </a:lnTo>
                      <a:lnTo>
                        <a:pt x="419100" y="2353733"/>
                      </a:lnTo>
                      <a:lnTo>
                        <a:pt x="347133" y="2302933"/>
                      </a:lnTo>
                      <a:lnTo>
                        <a:pt x="317500" y="2260600"/>
                      </a:lnTo>
                      <a:lnTo>
                        <a:pt x="321733" y="2222500"/>
                      </a:lnTo>
                      <a:lnTo>
                        <a:pt x="304800" y="2180166"/>
                      </a:lnTo>
                      <a:lnTo>
                        <a:pt x="270933" y="2192866"/>
                      </a:lnTo>
                      <a:lnTo>
                        <a:pt x="258233" y="2252133"/>
                      </a:lnTo>
                      <a:lnTo>
                        <a:pt x="232833" y="2294466"/>
                      </a:lnTo>
                      <a:lnTo>
                        <a:pt x="207433" y="2357966"/>
                      </a:lnTo>
                      <a:lnTo>
                        <a:pt x="135466" y="2434166"/>
                      </a:lnTo>
                      <a:lnTo>
                        <a:pt x="110066" y="2463800"/>
                      </a:lnTo>
                      <a:lnTo>
                        <a:pt x="131233" y="2565400"/>
                      </a:lnTo>
                      <a:lnTo>
                        <a:pt x="110066" y="2611966"/>
                      </a:lnTo>
                      <a:lnTo>
                        <a:pt x="67733" y="2628900"/>
                      </a:lnTo>
                      <a:lnTo>
                        <a:pt x="25400" y="2620433"/>
                      </a:lnTo>
                      <a:lnTo>
                        <a:pt x="0" y="2650066"/>
                      </a:lnTo>
                      <a:lnTo>
                        <a:pt x="21166" y="2722033"/>
                      </a:lnTo>
                      <a:lnTo>
                        <a:pt x="80433" y="2777066"/>
                      </a:lnTo>
                      <a:lnTo>
                        <a:pt x="101600" y="2794000"/>
                      </a:lnTo>
                      <a:lnTo>
                        <a:pt x="139700" y="2781300"/>
                      </a:lnTo>
                      <a:lnTo>
                        <a:pt x="139700" y="2781300"/>
                      </a:lnTo>
                      <a:lnTo>
                        <a:pt x="220133" y="2840566"/>
                      </a:lnTo>
                      <a:lnTo>
                        <a:pt x="249766" y="2904066"/>
                      </a:lnTo>
                      <a:lnTo>
                        <a:pt x="245533" y="2954866"/>
                      </a:lnTo>
                      <a:lnTo>
                        <a:pt x="266700" y="2992966"/>
                      </a:lnTo>
                      <a:lnTo>
                        <a:pt x="313266" y="3001433"/>
                      </a:lnTo>
                      <a:lnTo>
                        <a:pt x="567266" y="3238500"/>
                      </a:lnTo>
                      <a:lnTo>
                        <a:pt x="626533" y="3255433"/>
                      </a:lnTo>
                      <a:lnTo>
                        <a:pt x="668866" y="3272366"/>
                      </a:lnTo>
                      <a:lnTo>
                        <a:pt x="736600" y="3310466"/>
                      </a:lnTo>
                      <a:lnTo>
                        <a:pt x="795866" y="3327400"/>
                      </a:lnTo>
                      <a:lnTo>
                        <a:pt x="829733" y="3310466"/>
                      </a:lnTo>
                      <a:lnTo>
                        <a:pt x="855133" y="3285066"/>
                      </a:lnTo>
                      <a:lnTo>
                        <a:pt x="914400" y="3276600"/>
                      </a:lnTo>
                      <a:lnTo>
                        <a:pt x="977900" y="3234266"/>
                      </a:lnTo>
                      <a:lnTo>
                        <a:pt x="1155700" y="3158066"/>
                      </a:lnTo>
                      <a:lnTo>
                        <a:pt x="1236133" y="3119966"/>
                      </a:lnTo>
                      <a:lnTo>
                        <a:pt x="1308100" y="3111500"/>
                      </a:lnTo>
                      <a:lnTo>
                        <a:pt x="1384300" y="3098800"/>
                      </a:lnTo>
                      <a:lnTo>
                        <a:pt x="1418166" y="3090333"/>
                      </a:lnTo>
                      <a:lnTo>
                        <a:pt x="1447800" y="3115733"/>
                      </a:lnTo>
                      <a:lnTo>
                        <a:pt x="1468966" y="3170766"/>
                      </a:lnTo>
                      <a:lnTo>
                        <a:pt x="1498600" y="3196166"/>
                      </a:lnTo>
                      <a:lnTo>
                        <a:pt x="1536700" y="3230033"/>
                      </a:lnTo>
                      <a:lnTo>
                        <a:pt x="1570566" y="3255433"/>
                      </a:lnTo>
                      <a:lnTo>
                        <a:pt x="1604433" y="3234266"/>
                      </a:lnTo>
                      <a:lnTo>
                        <a:pt x="1634066" y="3204633"/>
                      </a:lnTo>
                      <a:lnTo>
                        <a:pt x="1659466" y="3196166"/>
                      </a:lnTo>
                      <a:lnTo>
                        <a:pt x="1706033" y="3200400"/>
                      </a:lnTo>
                      <a:lnTo>
                        <a:pt x="1769533" y="3230033"/>
                      </a:lnTo>
                      <a:lnTo>
                        <a:pt x="1824566" y="3230033"/>
                      </a:lnTo>
                      <a:lnTo>
                        <a:pt x="1875366" y="3213100"/>
                      </a:lnTo>
                      <a:lnTo>
                        <a:pt x="1879600" y="3183466"/>
                      </a:lnTo>
                      <a:lnTo>
                        <a:pt x="1930400" y="3166533"/>
                      </a:lnTo>
                      <a:lnTo>
                        <a:pt x="1917700" y="3014133"/>
                      </a:lnTo>
                      <a:lnTo>
                        <a:pt x="1934633" y="2954866"/>
                      </a:lnTo>
                      <a:lnTo>
                        <a:pt x="2006600" y="2925233"/>
                      </a:lnTo>
                      <a:lnTo>
                        <a:pt x="2082800" y="2874433"/>
                      </a:lnTo>
                      <a:lnTo>
                        <a:pt x="2129366" y="2836333"/>
                      </a:lnTo>
                      <a:lnTo>
                        <a:pt x="2167466" y="2819400"/>
                      </a:lnTo>
                      <a:lnTo>
                        <a:pt x="2218266" y="2717800"/>
                      </a:lnTo>
                      <a:lnTo>
                        <a:pt x="2247900" y="2662766"/>
                      </a:lnTo>
                      <a:lnTo>
                        <a:pt x="2243666" y="2607733"/>
                      </a:lnTo>
                      <a:lnTo>
                        <a:pt x="2226733" y="2442633"/>
                      </a:lnTo>
                      <a:lnTo>
                        <a:pt x="2192866" y="2341033"/>
                      </a:lnTo>
                      <a:lnTo>
                        <a:pt x="2188633" y="2218266"/>
                      </a:lnTo>
                      <a:lnTo>
                        <a:pt x="2188633" y="2142066"/>
                      </a:lnTo>
                      <a:lnTo>
                        <a:pt x="2159000" y="2099733"/>
                      </a:lnTo>
                      <a:lnTo>
                        <a:pt x="1989666" y="2006600"/>
                      </a:lnTo>
                      <a:lnTo>
                        <a:pt x="1938866" y="2006600"/>
                      </a:lnTo>
                      <a:lnTo>
                        <a:pt x="1896533" y="2036233"/>
                      </a:lnTo>
                      <a:lnTo>
                        <a:pt x="1782233" y="2087033"/>
                      </a:lnTo>
                      <a:lnTo>
                        <a:pt x="1739900" y="2074333"/>
                      </a:lnTo>
                      <a:lnTo>
                        <a:pt x="1722966" y="1964266"/>
                      </a:lnTo>
                      <a:lnTo>
                        <a:pt x="1697566" y="1824566"/>
                      </a:lnTo>
                      <a:lnTo>
                        <a:pt x="1680633" y="1782233"/>
                      </a:lnTo>
                      <a:lnTo>
                        <a:pt x="1638300" y="1744133"/>
                      </a:lnTo>
                      <a:lnTo>
                        <a:pt x="1507066" y="1659466"/>
                      </a:lnTo>
                      <a:lnTo>
                        <a:pt x="1473200" y="1629833"/>
                      </a:lnTo>
                      <a:lnTo>
                        <a:pt x="1473200" y="1629833"/>
                      </a:lnTo>
                      <a:lnTo>
                        <a:pt x="1574800" y="1562100"/>
                      </a:lnTo>
                      <a:lnTo>
                        <a:pt x="1655233" y="1540933"/>
                      </a:lnTo>
                      <a:lnTo>
                        <a:pt x="1710266" y="1511300"/>
                      </a:lnTo>
                      <a:lnTo>
                        <a:pt x="1731433" y="1460500"/>
                      </a:lnTo>
                      <a:lnTo>
                        <a:pt x="1701800" y="1430866"/>
                      </a:lnTo>
                      <a:lnTo>
                        <a:pt x="1663700" y="1392766"/>
                      </a:lnTo>
                      <a:lnTo>
                        <a:pt x="1651000" y="1354666"/>
                      </a:lnTo>
                      <a:lnTo>
                        <a:pt x="1655233" y="1295400"/>
                      </a:lnTo>
                      <a:lnTo>
                        <a:pt x="1663700" y="1253066"/>
                      </a:lnTo>
                      <a:lnTo>
                        <a:pt x="1672166" y="1198033"/>
                      </a:lnTo>
                      <a:lnTo>
                        <a:pt x="1676400" y="1130300"/>
                      </a:lnTo>
                      <a:lnTo>
                        <a:pt x="1672166" y="1104900"/>
                      </a:lnTo>
                      <a:lnTo>
                        <a:pt x="1731433" y="1071033"/>
                      </a:lnTo>
                      <a:lnTo>
                        <a:pt x="1752600" y="1020233"/>
                      </a:lnTo>
                      <a:lnTo>
                        <a:pt x="1739900" y="965200"/>
                      </a:lnTo>
                      <a:lnTo>
                        <a:pt x="1706033" y="893233"/>
                      </a:lnTo>
                      <a:lnTo>
                        <a:pt x="1655233" y="821266"/>
                      </a:lnTo>
                      <a:lnTo>
                        <a:pt x="1642533" y="787400"/>
                      </a:lnTo>
                      <a:lnTo>
                        <a:pt x="1646766" y="618066"/>
                      </a:lnTo>
                      <a:lnTo>
                        <a:pt x="1659466" y="558800"/>
                      </a:lnTo>
                      <a:lnTo>
                        <a:pt x="1701800" y="520700"/>
                      </a:lnTo>
                      <a:lnTo>
                        <a:pt x="1710266" y="482600"/>
                      </a:lnTo>
                      <a:lnTo>
                        <a:pt x="1722966" y="431800"/>
                      </a:lnTo>
                      <a:lnTo>
                        <a:pt x="1739900" y="359833"/>
                      </a:lnTo>
                      <a:lnTo>
                        <a:pt x="1727200" y="287866"/>
                      </a:lnTo>
                      <a:lnTo>
                        <a:pt x="1697566" y="275166"/>
                      </a:lnTo>
                      <a:lnTo>
                        <a:pt x="1642533" y="275166"/>
                      </a:lnTo>
                      <a:lnTo>
                        <a:pt x="1591733" y="296333"/>
                      </a:lnTo>
                      <a:lnTo>
                        <a:pt x="1532466" y="309033"/>
                      </a:lnTo>
                      <a:lnTo>
                        <a:pt x="1485900" y="292100"/>
                      </a:lnTo>
                      <a:lnTo>
                        <a:pt x="1405466" y="207433"/>
                      </a:lnTo>
                      <a:lnTo>
                        <a:pt x="1329266" y="148166"/>
                      </a:lnTo>
                      <a:lnTo>
                        <a:pt x="1308100" y="101600"/>
                      </a:lnTo>
                      <a:lnTo>
                        <a:pt x="1291166" y="38100"/>
                      </a:lnTo>
                      <a:lnTo>
                        <a:pt x="1274233" y="4233"/>
                      </a:lnTo>
                      <a:lnTo>
                        <a:pt x="121496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0" name="도봉구">
                  <a:extLst>
                    <a:ext uri="{FF2B5EF4-FFF2-40B4-BE49-F238E27FC236}">
                      <a16:creationId xmlns:a16="http://schemas.microsoft.com/office/drawing/2014/main" id="{B22245B2-72A5-4AB0-77A7-6A07C5C1A6C6}"/>
                    </a:ext>
                  </a:extLst>
                </p:cNvPr>
                <p:cNvSpPr/>
                <p:nvPr/>
              </p:nvSpPr>
              <p:spPr>
                <a:xfrm>
                  <a:off x="3856567" y="1274233"/>
                  <a:ext cx="1646766" cy="2798234"/>
                </a:xfrm>
                <a:custGeom>
                  <a:avLst/>
                  <a:gdLst>
                    <a:gd name="connsiteX0" fmla="*/ 647700 w 1646766"/>
                    <a:gd name="connsiteY0" fmla="*/ 0 h 2798234"/>
                    <a:gd name="connsiteX1" fmla="*/ 402166 w 1646766"/>
                    <a:gd name="connsiteY1" fmla="*/ 8467 h 2798234"/>
                    <a:gd name="connsiteX2" fmla="*/ 309033 w 1646766"/>
                    <a:gd name="connsiteY2" fmla="*/ 4234 h 2798234"/>
                    <a:gd name="connsiteX3" fmla="*/ 245533 w 1646766"/>
                    <a:gd name="connsiteY3" fmla="*/ 4234 h 2798234"/>
                    <a:gd name="connsiteX4" fmla="*/ 190500 w 1646766"/>
                    <a:gd name="connsiteY4" fmla="*/ 67734 h 2798234"/>
                    <a:gd name="connsiteX5" fmla="*/ 127000 w 1646766"/>
                    <a:gd name="connsiteY5" fmla="*/ 135467 h 2798234"/>
                    <a:gd name="connsiteX6" fmla="*/ 33866 w 1646766"/>
                    <a:gd name="connsiteY6" fmla="*/ 215900 h 2798234"/>
                    <a:gd name="connsiteX7" fmla="*/ 0 w 1646766"/>
                    <a:gd name="connsiteY7" fmla="*/ 249767 h 2798234"/>
                    <a:gd name="connsiteX8" fmla="*/ 21166 w 1646766"/>
                    <a:gd name="connsiteY8" fmla="*/ 309034 h 2798234"/>
                    <a:gd name="connsiteX9" fmla="*/ 50800 w 1646766"/>
                    <a:gd name="connsiteY9" fmla="*/ 368300 h 2798234"/>
                    <a:gd name="connsiteX10" fmla="*/ 63500 w 1646766"/>
                    <a:gd name="connsiteY10" fmla="*/ 452967 h 2798234"/>
                    <a:gd name="connsiteX11" fmla="*/ 84666 w 1646766"/>
                    <a:gd name="connsiteY11" fmla="*/ 516467 h 2798234"/>
                    <a:gd name="connsiteX12" fmla="*/ 84666 w 1646766"/>
                    <a:gd name="connsiteY12" fmla="*/ 596900 h 2798234"/>
                    <a:gd name="connsiteX13" fmla="*/ 84666 w 1646766"/>
                    <a:gd name="connsiteY13" fmla="*/ 690034 h 2798234"/>
                    <a:gd name="connsiteX14" fmla="*/ 67733 w 1646766"/>
                    <a:gd name="connsiteY14" fmla="*/ 736600 h 2798234"/>
                    <a:gd name="connsiteX15" fmla="*/ 76200 w 1646766"/>
                    <a:gd name="connsiteY15" fmla="*/ 821267 h 2798234"/>
                    <a:gd name="connsiteX16" fmla="*/ 110066 w 1646766"/>
                    <a:gd name="connsiteY16" fmla="*/ 880534 h 2798234"/>
                    <a:gd name="connsiteX17" fmla="*/ 152400 w 1646766"/>
                    <a:gd name="connsiteY17" fmla="*/ 867834 h 2798234"/>
                    <a:gd name="connsiteX18" fmla="*/ 215900 w 1646766"/>
                    <a:gd name="connsiteY18" fmla="*/ 884767 h 2798234"/>
                    <a:gd name="connsiteX19" fmla="*/ 279400 w 1646766"/>
                    <a:gd name="connsiteY19" fmla="*/ 927100 h 2798234"/>
                    <a:gd name="connsiteX20" fmla="*/ 296333 w 1646766"/>
                    <a:gd name="connsiteY20" fmla="*/ 999067 h 2798234"/>
                    <a:gd name="connsiteX21" fmla="*/ 283633 w 1646766"/>
                    <a:gd name="connsiteY21" fmla="*/ 1058334 h 2798234"/>
                    <a:gd name="connsiteX22" fmla="*/ 313266 w 1646766"/>
                    <a:gd name="connsiteY22" fmla="*/ 1104900 h 2798234"/>
                    <a:gd name="connsiteX23" fmla="*/ 347133 w 1646766"/>
                    <a:gd name="connsiteY23" fmla="*/ 1113367 h 2798234"/>
                    <a:gd name="connsiteX24" fmla="*/ 389466 w 1646766"/>
                    <a:gd name="connsiteY24" fmla="*/ 1185334 h 2798234"/>
                    <a:gd name="connsiteX25" fmla="*/ 402166 w 1646766"/>
                    <a:gd name="connsiteY25" fmla="*/ 1244600 h 2798234"/>
                    <a:gd name="connsiteX26" fmla="*/ 414866 w 1646766"/>
                    <a:gd name="connsiteY26" fmla="*/ 1333500 h 2798234"/>
                    <a:gd name="connsiteX27" fmla="*/ 393700 w 1646766"/>
                    <a:gd name="connsiteY27" fmla="*/ 1375834 h 2798234"/>
                    <a:gd name="connsiteX28" fmla="*/ 347133 w 1646766"/>
                    <a:gd name="connsiteY28" fmla="*/ 1447800 h 2798234"/>
                    <a:gd name="connsiteX29" fmla="*/ 347133 w 1646766"/>
                    <a:gd name="connsiteY29" fmla="*/ 1490134 h 2798234"/>
                    <a:gd name="connsiteX30" fmla="*/ 304800 w 1646766"/>
                    <a:gd name="connsiteY30" fmla="*/ 1545167 h 2798234"/>
                    <a:gd name="connsiteX31" fmla="*/ 317500 w 1646766"/>
                    <a:gd name="connsiteY31" fmla="*/ 1617134 h 2798234"/>
                    <a:gd name="connsiteX32" fmla="*/ 309033 w 1646766"/>
                    <a:gd name="connsiteY32" fmla="*/ 1680634 h 2798234"/>
                    <a:gd name="connsiteX33" fmla="*/ 275166 w 1646766"/>
                    <a:gd name="connsiteY33" fmla="*/ 1731434 h 2798234"/>
                    <a:gd name="connsiteX34" fmla="*/ 241300 w 1646766"/>
                    <a:gd name="connsiteY34" fmla="*/ 1782234 h 2798234"/>
                    <a:gd name="connsiteX35" fmla="*/ 254000 w 1646766"/>
                    <a:gd name="connsiteY35" fmla="*/ 1833034 h 2798234"/>
                    <a:gd name="connsiteX36" fmla="*/ 270933 w 1646766"/>
                    <a:gd name="connsiteY36" fmla="*/ 1866900 h 2798234"/>
                    <a:gd name="connsiteX37" fmla="*/ 262466 w 1646766"/>
                    <a:gd name="connsiteY37" fmla="*/ 1913467 h 2798234"/>
                    <a:gd name="connsiteX38" fmla="*/ 232833 w 1646766"/>
                    <a:gd name="connsiteY38" fmla="*/ 1943100 h 2798234"/>
                    <a:gd name="connsiteX39" fmla="*/ 224366 w 1646766"/>
                    <a:gd name="connsiteY39" fmla="*/ 1981200 h 2798234"/>
                    <a:gd name="connsiteX40" fmla="*/ 232833 w 1646766"/>
                    <a:gd name="connsiteY40" fmla="*/ 2053167 h 2798234"/>
                    <a:gd name="connsiteX41" fmla="*/ 245533 w 1646766"/>
                    <a:gd name="connsiteY41" fmla="*/ 2082800 h 2798234"/>
                    <a:gd name="connsiteX42" fmla="*/ 283633 w 1646766"/>
                    <a:gd name="connsiteY42" fmla="*/ 2074334 h 2798234"/>
                    <a:gd name="connsiteX43" fmla="*/ 283633 w 1646766"/>
                    <a:gd name="connsiteY43" fmla="*/ 2074334 h 2798234"/>
                    <a:gd name="connsiteX44" fmla="*/ 330200 w 1646766"/>
                    <a:gd name="connsiteY44" fmla="*/ 2091267 h 2798234"/>
                    <a:gd name="connsiteX45" fmla="*/ 355600 w 1646766"/>
                    <a:gd name="connsiteY45" fmla="*/ 2112434 h 2798234"/>
                    <a:gd name="connsiteX46" fmla="*/ 381000 w 1646766"/>
                    <a:gd name="connsiteY46" fmla="*/ 2095500 h 2798234"/>
                    <a:gd name="connsiteX47" fmla="*/ 402166 w 1646766"/>
                    <a:gd name="connsiteY47" fmla="*/ 2078567 h 2798234"/>
                    <a:gd name="connsiteX48" fmla="*/ 465666 w 1646766"/>
                    <a:gd name="connsiteY48" fmla="*/ 2078567 h 2798234"/>
                    <a:gd name="connsiteX49" fmla="*/ 524933 w 1646766"/>
                    <a:gd name="connsiteY49" fmla="*/ 2091267 h 2798234"/>
                    <a:gd name="connsiteX50" fmla="*/ 567266 w 1646766"/>
                    <a:gd name="connsiteY50" fmla="*/ 2133600 h 2798234"/>
                    <a:gd name="connsiteX51" fmla="*/ 609600 w 1646766"/>
                    <a:gd name="connsiteY51" fmla="*/ 2167467 h 2798234"/>
                    <a:gd name="connsiteX52" fmla="*/ 643466 w 1646766"/>
                    <a:gd name="connsiteY52" fmla="*/ 2192867 h 2798234"/>
                    <a:gd name="connsiteX53" fmla="*/ 651933 w 1646766"/>
                    <a:gd name="connsiteY53" fmla="*/ 2230967 h 2798234"/>
                    <a:gd name="connsiteX54" fmla="*/ 643466 w 1646766"/>
                    <a:gd name="connsiteY54" fmla="*/ 2269067 h 2798234"/>
                    <a:gd name="connsiteX55" fmla="*/ 651933 w 1646766"/>
                    <a:gd name="connsiteY55" fmla="*/ 2324100 h 2798234"/>
                    <a:gd name="connsiteX56" fmla="*/ 690033 w 1646766"/>
                    <a:gd name="connsiteY56" fmla="*/ 2349500 h 2798234"/>
                    <a:gd name="connsiteX57" fmla="*/ 728133 w 1646766"/>
                    <a:gd name="connsiteY57" fmla="*/ 2362200 h 2798234"/>
                    <a:gd name="connsiteX58" fmla="*/ 787400 w 1646766"/>
                    <a:gd name="connsiteY58" fmla="*/ 2362200 h 2798234"/>
                    <a:gd name="connsiteX59" fmla="*/ 838200 w 1646766"/>
                    <a:gd name="connsiteY59" fmla="*/ 2387600 h 2798234"/>
                    <a:gd name="connsiteX60" fmla="*/ 859366 w 1646766"/>
                    <a:gd name="connsiteY60" fmla="*/ 2438400 h 2798234"/>
                    <a:gd name="connsiteX61" fmla="*/ 867833 w 1646766"/>
                    <a:gd name="connsiteY61" fmla="*/ 2480734 h 2798234"/>
                    <a:gd name="connsiteX62" fmla="*/ 910166 w 1646766"/>
                    <a:gd name="connsiteY62" fmla="*/ 2540000 h 2798234"/>
                    <a:gd name="connsiteX63" fmla="*/ 948266 w 1646766"/>
                    <a:gd name="connsiteY63" fmla="*/ 2573867 h 2798234"/>
                    <a:gd name="connsiteX64" fmla="*/ 986366 w 1646766"/>
                    <a:gd name="connsiteY64" fmla="*/ 2582334 h 2798234"/>
                    <a:gd name="connsiteX65" fmla="*/ 1032933 w 1646766"/>
                    <a:gd name="connsiteY65" fmla="*/ 2590800 h 2798234"/>
                    <a:gd name="connsiteX66" fmla="*/ 1049866 w 1646766"/>
                    <a:gd name="connsiteY66" fmla="*/ 2616200 h 2798234"/>
                    <a:gd name="connsiteX67" fmla="*/ 1058333 w 1646766"/>
                    <a:gd name="connsiteY67" fmla="*/ 2675467 h 2798234"/>
                    <a:gd name="connsiteX68" fmla="*/ 1058333 w 1646766"/>
                    <a:gd name="connsiteY68" fmla="*/ 2768600 h 2798234"/>
                    <a:gd name="connsiteX69" fmla="*/ 1079500 w 1646766"/>
                    <a:gd name="connsiteY69" fmla="*/ 2798234 h 2798234"/>
                    <a:gd name="connsiteX70" fmla="*/ 1109133 w 1646766"/>
                    <a:gd name="connsiteY70" fmla="*/ 2785534 h 2798234"/>
                    <a:gd name="connsiteX71" fmla="*/ 1109133 w 1646766"/>
                    <a:gd name="connsiteY71" fmla="*/ 2785534 h 2798234"/>
                    <a:gd name="connsiteX72" fmla="*/ 1134533 w 1646766"/>
                    <a:gd name="connsiteY72" fmla="*/ 2726267 h 2798234"/>
                    <a:gd name="connsiteX73" fmla="*/ 1155700 w 1646766"/>
                    <a:gd name="connsiteY73" fmla="*/ 2734734 h 2798234"/>
                    <a:gd name="connsiteX74" fmla="*/ 1168400 w 1646766"/>
                    <a:gd name="connsiteY74" fmla="*/ 2751667 h 2798234"/>
                    <a:gd name="connsiteX75" fmla="*/ 1168400 w 1646766"/>
                    <a:gd name="connsiteY75" fmla="*/ 2751667 h 2798234"/>
                    <a:gd name="connsiteX76" fmla="*/ 1198033 w 1646766"/>
                    <a:gd name="connsiteY76" fmla="*/ 2743200 h 2798234"/>
                    <a:gd name="connsiteX77" fmla="*/ 1198033 w 1646766"/>
                    <a:gd name="connsiteY77" fmla="*/ 2696634 h 2798234"/>
                    <a:gd name="connsiteX78" fmla="*/ 1176866 w 1646766"/>
                    <a:gd name="connsiteY78" fmla="*/ 2650067 h 2798234"/>
                    <a:gd name="connsiteX79" fmla="*/ 1176866 w 1646766"/>
                    <a:gd name="connsiteY79" fmla="*/ 2599267 h 2798234"/>
                    <a:gd name="connsiteX80" fmla="*/ 1231900 w 1646766"/>
                    <a:gd name="connsiteY80" fmla="*/ 2569634 h 2798234"/>
                    <a:gd name="connsiteX81" fmla="*/ 1274233 w 1646766"/>
                    <a:gd name="connsiteY81" fmla="*/ 2514600 h 2798234"/>
                    <a:gd name="connsiteX82" fmla="*/ 1295400 w 1646766"/>
                    <a:gd name="connsiteY82" fmla="*/ 2463800 h 2798234"/>
                    <a:gd name="connsiteX83" fmla="*/ 1303866 w 1646766"/>
                    <a:gd name="connsiteY83" fmla="*/ 2408767 h 2798234"/>
                    <a:gd name="connsiteX84" fmla="*/ 1337733 w 1646766"/>
                    <a:gd name="connsiteY84" fmla="*/ 2349500 h 2798234"/>
                    <a:gd name="connsiteX85" fmla="*/ 1384300 w 1646766"/>
                    <a:gd name="connsiteY85" fmla="*/ 2294467 h 2798234"/>
                    <a:gd name="connsiteX86" fmla="*/ 1413933 w 1646766"/>
                    <a:gd name="connsiteY86" fmla="*/ 2269067 h 2798234"/>
                    <a:gd name="connsiteX87" fmla="*/ 1443566 w 1646766"/>
                    <a:gd name="connsiteY87" fmla="*/ 2269067 h 2798234"/>
                    <a:gd name="connsiteX88" fmla="*/ 1511300 w 1646766"/>
                    <a:gd name="connsiteY88" fmla="*/ 2302934 h 2798234"/>
                    <a:gd name="connsiteX89" fmla="*/ 1524000 w 1646766"/>
                    <a:gd name="connsiteY89" fmla="*/ 2324100 h 2798234"/>
                    <a:gd name="connsiteX90" fmla="*/ 1524000 w 1646766"/>
                    <a:gd name="connsiteY90" fmla="*/ 2396067 h 2798234"/>
                    <a:gd name="connsiteX91" fmla="*/ 1553633 w 1646766"/>
                    <a:gd name="connsiteY91" fmla="*/ 2438400 h 2798234"/>
                    <a:gd name="connsiteX92" fmla="*/ 1595966 w 1646766"/>
                    <a:gd name="connsiteY92" fmla="*/ 2472267 h 2798234"/>
                    <a:gd name="connsiteX93" fmla="*/ 1646766 w 1646766"/>
                    <a:gd name="connsiteY93" fmla="*/ 2484967 h 2798234"/>
                    <a:gd name="connsiteX94" fmla="*/ 1646766 w 1646766"/>
                    <a:gd name="connsiteY94" fmla="*/ 2442634 h 2798234"/>
                    <a:gd name="connsiteX95" fmla="*/ 1617133 w 1646766"/>
                    <a:gd name="connsiteY95" fmla="*/ 2362200 h 2798234"/>
                    <a:gd name="connsiteX96" fmla="*/ 1629833 w 1646766"/>
                    <a:gd name="connsiteY96" fmla="*/ 2252134 h 2798234"/>
                    <a:gd name="connsiteX97" fmla="*/ 1625600 w 1646766"/>
                    <a:gd name="connsiteY97" fmla="*/ 2205567 h 2798234"/>
                    <a:gd name="connsiteX98" fmla="*/ 1583266 w 1646766"/>
                    <a:gd name="connsiteY98" fmla="*/ 2091267 h 2798234"/>
                    <a:gd name="connsiteX99" fmla="*/ 1536700 w 1646766"/>
                    <a:gd name="connsiteY99" fmla="*/ 1934634 h 2798234"/>
                    <a:gd name="connsiteX100" fmla="*/ 1502833 w 1646766"/>
                    <a:gd name="connsiteY100" fmla="*/ 1828800 h 2798234"/>
                    <a:gd name="connsiteX101" fmla="*/ 1494366 w 1646766"/>
                    <a:gd name="connsiteY101" fmla="*/ 1778000 h 2798234"/>
                    <a:gd name="connsiteX102" fmla="*/ 1498600 w 1646766"/>
                    <a:gd name="connsiteY102" fmla="*/ 1617134 h 2798234"/>
                    <a:gd name="connsiteX103" fmla="*/ 1502833 w 1646766"/>
                    <a:gd name="connsiteY103" fmla="*/ 1570567 h 2798234"/>
                    <a:gd name="connsiteX104" fmla="*/ 1490133 w 1646766"/>
                    <a:gd name="connsiteY104" fmla="*/ 1498600 h 2798234"/>
                    <a:gd name="connsiteX105" fmla="*/ 1460500 w 1646766"/>
                    <a:gd name="connsiteY105" fmla="*/ 1494367 h 2798234"/>
                    <a:gd name="connsiteX106" fmla="*/ 1430866 w 1646766"/>
                    <a:gd name="connsiteY106" fmla="*/ 1430867 h 2798234"/>
                    <a:gd name="connsiteX107" fmla="*/ 1422400 w 1646766"/>
                    <a:gd name="connsiteY107" fmla="*/ 1341967 h 2798234"/>
                    <a:gd name="connsiteX108" fmla="*/ 1413933 w 1646766"/>
                    <a:gd name="connsiteY108" fmla="*/ 1253067 h 2798234"/>
                    <a:gd name="connsiteX109" fmla="*/ 1397000 w 1646766"/>
                    <a:gd name="connsiteY109" fmla="*/ 1172634 h 2798234"/>
                    <a:gd name="connsiteX110" fmla="*/ 1405466 w 1646766"/>
                    <a:gd name="connsiteY110" fmla="*/ 1041400 h 2798234"/>
                    <a:gd name="connsiteX111" fmla="*/ 1435100 w 1646766"/>
                    <a:gd name="connsiteY111" fmla="*/ 965200 h 2798234"/>
                    <a:gd name="connsiteX112" fmla="*/ 1443566 w 1646766"/>
                    <a:gd name="connsiteY112" fmla="*/ 901700 h 2798234"/>
                    <a:gd name="connsiteX113" fmla="*/ 1452033 w 1646766"/>
                    <a:gd name="connsiteY113" fmla="*/ 804334 h 2798234"/>
                    <a:gd name="connsiteX114" fmla="*/ 1447800 w 1646766"/>
                    <a:gd name="connsiteY114" fmla="*/ 711200 h 2798234"/>
                    <a:gd name="connsiteX115" fmla="*/ 1426633 w 1646766"/>
                    <a:gd name="connsiteY115" fmla="*/ 673100 h 2798234"/>
                    <a:gd name="connsiteX116" fmla="*/ 1430866 w 1646766"/>
                    <a:gd name="connsiteY116" fmla="*/ 609600 h 2798234"/>
                    <a:gd name="connsiteX117" fmla="*/ 1413933 w 1646766"/>
                    <a:gd name="connsiteY117" fmla="*/ 579967 h 2798234"/>
                    <a:gd name="connsiteX118" fmla="*/ 1329266 w 1646766"/>
                    <a:gd name="connsiteY118" fmla="*/ 537634 h 2798234"/>
                    <a:gd name="connsiteX119" fmla="*/ 1316566 w 1646766"/>
                    <a:gd name="connsiteY119" fmla="*/ 474134 h 2798234"/>
                    <a:gd name="connsiteX120" fmla="*/ 1316566 w 1646766"/>
                    <a:gd name="connsiteY120" fmla="*/ 359834 h 2798234"/>
                    <a:gd name="connsiteX121" fmla="*/ 1320800 w 1646766"/>
                    <a:gd name="connsiteY121" fmla="*/ 313267 h 2798234"/>
                    <a:gd name="connsiteX122" fmla="*/ 1308100 w 1646766"/>
                    <a:gd name="connsiteY122" fmla="*/ 279400 h 2798234"/>
                    <a:gd name="connsiteX123" fmla="*/ 1278466 w 1646766"/>
                    <a:gd name="connsiteY123" fmla="*/ 270934 h 2798234"/>
                    <a:gd name="connsiteX124" fmla="*/ 1193800 w 1646766"/>
                    <a:gd name="connsiteY124" fmla="*/ 270934 h 2798234"/>
                    <a:gd name="connsiteX125" fmla="*/ 1134533 w 1646766"/>
                    <a:gd name="connsiteY125" fmla="*/ 270934 h 2798234"/>
                    <a:gd name="connsiteX126" fmla="*/ 1087966 w 1646766"/>
                    <a:gd name="connsiteY126" fmla="*/ 287867 h 2798234"/>
                    <a:gd name="connsiteX127" fmla="*/ 999066 w 1646766"/>
                    <a:gd name="connsiteY127" fmla="*/ 347134 h 2798234"/>
                    <a:gd name="connsiteX128" fmla="*/ 956733 w 1646766"/>
                    <a:gd name="connsiteY128" fmla="*/ 381000 h 2798234"/>
                    <a:gd name="connsiteX129" fmla="*/ 910166 w 1646766"/>
                    <a:gd name="connsiteY129" fmla="*/ 410634 h 2798234"/>
                    <a:gd name="connsiteX130" fmla="*/ 855133 w 1646766"/>
                    <a:gd name="connsiteY130" fmla="*/ 427567 h 2798234"/>
                    <a:gd name="connsiteX131" fmla="*/ 808566 w 1646766"/>
                    <a:gd name="connsiteY131" fmla="*/ 423334 h 2798234"/>
                    <a:gd name="connsiteX132" fmla="*/ 770466 w 1646766"/>
                    <a:gd name="connsiteY132" fmla="*/ 385234 h 2798234"/>
                    <a:gd name="connsiteX133" fmla="*/ 762000 w 1646766"/>
                    <a:gd name="connsiteY133" fmla="*/ 325967 h 2798234"/>
                    <a:gd name="connsiteX134" fmla="*/ 736600 w 1646766"/>
                    <a:gd name="connsiteY134" fmla="*/ 296334 h 2798234"/>
                    <a:gd name="connsiteX135" fmla="*/ 715433 w 1646766"/>
                    <a:gd name="connsiteY135" fmla="*/ 220134 h 2798234"/>
                    <a:gd name="connsiteX136" fmla="*/ 719666 w 1646766"/>
                    <a:gd name="connsiteY136" fmla="*/ 101600 h 2798234"/>
                    <a:gd name="connsiteX137" fmla="*/ 723900 w 1646766"/>
                    <a:gd name="connsiteY137" fmla="*/ 50800 h 2798234"/>
                    <a:gd name="connsiteX138" fmla="*/ 723900 w 1646766"/>
                    <a:gd name="connsiteY138" fmla="*/ 50800 h 2798234"/>
                    <a:gd name="connsiteX139" fmla="*/ 723900 w 1646766"/>
                    <a:gd name="connsiteY139" fmla="*/ 4234 h 2798234"/>
                    <a:gd name="connsiteX140" fmla="*/ 647700 w 1646766"/>
                    <a:gd name="connsiteY140" fmla="*/ 0 h 279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646766" h="2798234">
                      <a:moveTo>
                        <a:pt x="647700" y="0"/>
                      </a:moveTo>
                      <a:lnTo>
                        <a:pt x="402166" y="8467"/>
                      </a:lnTo>
                      <a:lnTo>
                        <a:pt x="309033" y="4234"/>
                      </a:lnTo>
                      <a:lnTo>
                        <a:pt x="245533" y="4234"/>
                      </a:lnTo>
                      <a:lnTo>
                        <a:pt x="190500" y="67734"/>
                      </a:lnTo>
                      <a:lnTo>
                        <a:pt x="127000" y="135467"/>
                      </a:lnTo>
                      <a:lnTo>
                        <a:pt x="33866" y="215900"/>
                      </a:lnTo>
                      <a:lnTo>
                        <a:pt x="0" y="249767"/>
                      </a:lnTo>
                      <a:lnTo>
                        <a:pt x="21166" y="309034"/>
                      </a:lnTo>
                      <a:lnTo>
                        <a:pt x="50800" y="368300"/>
                      </a:lnTo>
                      <a:lnTo>
                        <a:pt x="63500" y="452967"/>
                      </a:lnTo>
                      <a:lnTo>
                        <a:pt x="84666" y="516467"/>
                      </a:lnTo>
                      <a:lnTo>
                        <a:pt x="84666" y="596900"/>
                      </a:lnTo>
                      <a:lnTo>
                        <a:pt x="84666" y="690034"/>
                      </a:lnTo>
                      <a:lnTo>
                        <a:pt x="67733" y="736600"/>
                      </a:lnTo>
                      <a:lnTo>
                        <a:pt x="76200" y="821267"/>
                      </a:lnTo>
                      <a:lnTo>
                        <a:pt x="110066" y="880534"/>
                      </a:lnTo>
                      <a:lnTo>
                        <a:pt x="152400" y="867834"/>
                      </a:lnTo>
                      <a:lnTo>
                        <a:pt x="215900" y="884767"/>
                      </a:lnTo>
                      <a:lnTo>
                        <a:pt x="279400" y="927100"/>
                      </a:lnTo>
                      <a:lnTo>
                        <a:pt x="296333" y="999067"/>
                      </a:lnTo>
                      <a:lnTo>
                        <a:pt x="283633" y="1058334"/>
                      </a:lnTo>
                      <a:lnTo>
                        <a:pt x="313266" y="1104900"/>
                      </a:lnTo>
                      <a:lnTo>
                        <a:pt x="347133" y="1113367"/>
                      </a:lnTo>
                      <a:lnTo>
                        <a:pt x="389466" y="1185334"/>
                      </a:lnTo>
                      <a:lnTo>
                        <a:pt x="402166" y="1244600"/>
                      </a:lnTo>
                      <a:lnTo>
                        <a:pt x="414866" y="1333500"/>
                      </a:lnTo>
                      <a:lnTo>
                        <a:pt x="393700" y="1375834"/>
                      </a:lnTo>
                      <a:lnTo>
                        <a:pt x="347133" y="1447800"/>
                      </a:lnTo>
                      <a:lnTo>
                        <a:pt x="347133" y="1490134"/>
                      </a:lnTo>
                      <a:lnTo>
                        <a:pt x="304800" y="1545167"/>
                      </a:lnTo>
                      <a:lnTo>
                        <a:pt x="317500" y="1617134"/>
                      </a:lnTo>
                      <a:lnTo>
                        <a:pt x="309033" y="1680634"/>
                      </a:lnTo>
                      <a:lnTo>
                        <a:pt x="275166" y="1731434"/>
                      </a:lnTo>
                      <a:lnTo>
                        <a:pt x="241300" y="1782234"/>
                      </a:lnTo>
                      <a:lnTo>
                        <a:pt x="254000" y="1833034"/>
                      </a:lnTo>
                      <a:lnTo>
                        <a:pt x="270933" y="1866900"/>
                      </a:lnTo>
                      <a:lnTo>
                        <a:pt x="262466" y="1913467"/>
                      </a:lnTo>
                      <a:lnTo>
                        <a:pt x="232833" y="1943100"/>
                      </a:lnTo>
                      <a:lnTo>
                        <a:pt x="224366" y="1981200"/>
                      </a:lnTo>
                      <a:lnTo>
                        <a:pt x="232833" y="2053167"/>
                      </a:lnTo>
                      <a:lnTo>
                        <a:pt x="245533" y="2082800"/>
                      </a:lnTo>
                      <a:lnTo>
                        <a:pt x="283633" y="2074334"/>
                      </a:lnTo>
                      <a:lnTo>
                        <a:pt x="283633" y="2074334"/>
                      </a:lnTo>
                      <a:lnTo>
                        <a:pt x="330200" y="2091267"/>
                      </a:lnTo>
                      <a:lnTo>
                        <a:pt x="355600" y="2112434"/>
                      </a:lnTo>
                      <a:lnTo>
                        <a:pt x="381000" y="2095500"/>
                      </a:lnTo>
                      <a:lnTo>
                        <a:pt x="402166" y="2078567"/>
                      </a:lnTo>
                      <a:lnTo>
                        <a:pt x="465666" y="2078567"/>
                      </a:lnTo>
                      <a:lnTo>
                        <a:pt x="524933" y="2091267"/>
                      </a:lnTo>
                      <a:lnTo>
                        <a:pt x="567266" y="2133600"/>
                      </a:lnTo>
                      <a:lnTo>
                        <a:pt x="609600" y="2167467"/>
                      </a:lnTo>
                      <a:lnTo>
                        <a:pt x="643466" y="2192867"/>
                      </a:lnTo>
                      <a:lnTo>
                        <a:pt x="651933" y="2230967"/>
                      </a:lnTo>
                      <a:lnTo>
                        <a:pt x="643466" y="2269067"/>
                      </a:lnTo>
                      <a:lnTo>
                        <a:pt x="651933" y="2324100"/>
                      </a:lnTo>
                      <a:lnTo>
                        <a:pt x="690033" y="2349500"/>
                      </a:lnTo>
                      <a:lnTo>
                        <a:pt x="728133" y="2362200"/>
                      </a:lnTo>
                      <a:lnTo>
                        <a:pt x="787400" y="2362200"/>
                      </a:lnTo>
                      <a:lnTo>
                        <a:pt x="838200" y="2387600"/>
                      </a:lnTo>
                      <a:lnTo>
                        <a:pt x="859366" y="2438400"/>
                      </a:lnTo>
                      <a:lnTo>
                        <a:pt x="867833" y="2480734"/>
                      </a:lnTo>
                      <a:lnTo>
                        <a:pt x="910166" y="2540000"/>
                      </a:lnTo>
                      <a:lnTo>
                        <a:pt x="948266" y="2573867"/>
                      </a:lnTo>
                      <a:lnTo>
                        <a:pt x="986366" y="2582334"/>
                      </a:lnTo>
                      <a:lnTo>
                        <a:pt x="1032933" y="2590800"/>
                      </a:lnTo>
                      <a:lnTo>
                        <a:pt x="1049866" y="2616200"/>
                      </a:lnTo>
                      <a:lnTo>
                        <a:pt x="1058333" y="2675467"/>
                      </a:lnTo>
                      <a:lnTo>
                        <a:pt x="1058333" y="2768600"/>
                      </a:lnTo>
                      <a:lnTo>
                        <a:pt x="1079500" y="2798234"/>
                      </a:lnTo>
                      <a:lnTo>
                        <a:pt x="1109133" y="2785534"/>
                      </a:lnTo>
                      <a:lnTo>
                        <a:pt x="1109133" y="2785534"/>
                      </a:lnTo>
                      <a:lnTo>
                        <a:pt x="1134533" y="2726267"/>
                      </a:lnTo>
                      <a:lnTo>
                        <a:pt x="1155700" y="2734734"/>
                      </a:lnTo>
                      <a:lnTo>
                        <a:pt x="1168400" y="2751667"/>
                      </a:lnTo>
                      <a:lnTo>
                        <a:pt x="1168400" y="2751667"/>
                      </a:lnTo>
                      <a:lnTo>
                        <a:pt x="1198033" y="2743200"/>
                      </a:lnTo>
                      <a:lnTo>
                        <a:pt x="1198033" y="2696634"/>
                      </a:lnTo>
                      <a:lnTo>
                        <a:pt x="1176866" y="2650067"/>
                      </a:lnTo>
                      <a:lnTo>
                        <a:pt x="1176866" y="2599267"/>
                      </a:lnTo>
                      <a:lnTo>
                        <a:pt x="1231900" y="2569634"/>
                      </a:lnTo>
                      <a:lnTo>
                        <a:pt x="1274233" y="2514600"/>
                      </a:lnTo>
                      <a:lnTo>
                        <a:pt x="1295400" y="2463800"/>
                      </a:lnTo>
                      <a:lnTo>
                        <a:pt x="1303866" y="2408767"/>
                      </a:lnTo>
                      <a:lnTo>
                        <a:pt x="1337733" y="2349500"/>
                      </a:lnTo>
                      <a:lnTo>
                        <a:pt x="1384300" y="2294467"/>
                      </a:lnTo>
                      <a:lnTo>
                        <a:pt x="1413933" y="2269067"/>
                      </a:lnTo>
                      <a:lnTo>
                        <a:pt x="1443566" y="2269067"/>
                      </a:lnTo>
                      <a:lnTo>
                        <a:pt x="1511300" y="2302934"/>
                      </a:lnTo>
                      <a:lnTo>
                        <a:pt x="1524000" y="2324100"/>
                      </a:lnTo>
                      <a:lnTo>
                        <a:pt x="1524000" y="2396067"/>
                      </a:lnTo>
                      <a:lnTo>
                        <a:pt x="1553633" y="2438400"/>
                      </a:lnTo>
                      <a:lnTo>
                        <a:pt x="1595966" y="2472267"/>
                      </a:lnTo>
                      <a:lnTo>
                        <a:pt x="1646766" y="2484967"/>
                      </a:lnTo>
                      <a:lnTo>
                        <a:pt x="1646766" y="2442634"/>
                      </a:lnTo>
                      <a:lnTo>
                        <a:pt x="1617133" y="2362200"/>
                      </a:lnTo>
                      <a:lnTo>
                        <a:pt x="1629833" y="2252134"/>
                      </a:lnTo>
                      <a:lnTo>
                        <a:pt x="1625600" y="2205567"/>
                      </a:lnTo>
                      <a:lnTo>
                        <a:pt x="1583266" y="2091267"/>
                      </a:lnTo>
                      <a:lnTo>
                        <a:pt x="1536700" y="1934634"/>
                      </a:lnTo>
                      <a:lnTo>
                        <a:pt x="1502833" y="1828800"/>
                      </a:lnTo>
                      <a:lnTo>
                        <a:pt x="1494366" y="1778000"/>
                      </a:lnTo>
                      <a:lnTo>
                        <a:pt x="1498600" y="1617134"/>
                      </a:lnTo>
                      <a:lnTo>
                        <a:pt x="1502833" y="1570567"/>
                      </a:lnTo>
                      <a:lnTo>
                        <a:pt x="1490133" y="1498600"/>
                      </a:lnTo>
                      <a:lnTo>
                        <a:pt x="1460500" y="1494367"/>
                      </a:lnTo>
                      <a:lnTo>
                        <a:pt x="1430866" y="1430867"/>
                      </a:lnTo>
                      <a:lnTo>
                        <a:pt x="1422400" y="1341967"/>
                      </a:lnTo>
                      <a:lnTo>
                        <a:pt x="1413933" y="1253067"/>
                      </a:lnTo>
                      <a:lnTo>
                        <a:pt x="1397000" y="1172634"/>
                      </a:lnTo>
                      <a:lnTo>
                        <a:pt x="1405466" y="1041400"/>
                      </a:lnTo>
                      <a:lnTo>
                        <a:pt x="1435100" y="965200"/>
                      </a:lnTo>
                      <a:lnTo>
                        <a:pt x="1443566" y="901700"/>
                      </a:lnTo>
                      <a:lnTo>
                        <a:pt x="1452033" y="804334"/>
                      </a:lnTo>
                      <a:lnTo>
                        <a:pt x="1447800" y="711200"/>
                      </a:lnTo>
                      <a:lnTo>
                        <a:pt x="1426633" y="673100"/>
                      </a:lnTo>
                      <a:lnTo>
                        <a:pt x="1430866" y="609600"/>
                      </a:lnTo>
                      <a:lnTo>
                        <a:pt x="1413933" y="579967"/>
                      </a:lnTo>
                      <a:lnTo>
                        <a:pt x="1329266" y="537634"/>
                      </a:lnTo>
                      <a:lnTo>
                        <a:pt x="1316566" y="474134"/>
                      </a:lnTo>
                      <a:lnTo>
                        <a:pt x="1316566" y="359834"/>
                      </a:lnTo>
                      <a:lnTo>
                        <a:pt x="1320800" y="313267"/>
                      </a:lnTo>
                      <a:lnTo>
                        <a:pt x="1308100" y="279400"/>
                      </a:lnTo>
                      <a:lnTo>
                        <a:pt x="1278466" y="270934"/>
                      </a:lnTo>
                      <a:lnTo>
                        <a:pt x="1193800" y="270934"/>
                      </a:lnTo>
                      <a:lnTo>
                        <a:pt x="1134533" y="270934"/>
                      </a:lnTo>
                      <a:lnTo>
                        <a:pt x="1087966" y="287867"/>
                      </a:lnTo>
                      <a:lnTo>
                        <a:pt x="999066" y="347134"/>
                      </a:lnTo>
                      <a:lnTo>
                        <a:pt x="956733" y="381000"/>
                      </a:lnTo>
                      <a:lnTo>
                        <a:pt x="910166" y="410634"/>
                      </a:lnTo>
                      <a:lnTo>
                        <a:pt x="855133" y="427567"/>
                      </a:lnTo>
                      <a:lnTo>
                        <a:pt x="808566" y="423334"/>
                      </a:lnTo>
                      <a:lnTo>
                        <a:pt x="770466" y="385234"/>
                      </a:lnTo>
                      <a:lnTo>
                        <a:pt x="762000" y="325967"/>
                      </a:lnTo>
                      <a:lnTo>
                        <a:pt x="736600" y="296334"/>
                      </a:lnTo>
                      <a:lnTo>
                        <a:pt x="715433" y="220134"/>
                      </a:lnTo>
                      <a:lnTo>
                        <a:pt x="719666" y="101600"/>
                      </a:lnTo>
                      <a:lnTo>
                        <a:pt x="723900" y="50800"/>
                      </a:lnTo>
                      <a:lnTo>
                        <a:pt x="723900" y="50800"/>
                      </a:lnTo>
                      <a:lnTo>
                        <a:pt x="723900" y="4234"/>
                      </a:lnTo>
                      <a:lnTo>
                        <a:pt x="64770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9" name="도심권">
                <a:extLst>
                  <a:ext uri="{FF2B5EF4-FFF2-40B4-BE49-F238E27FC236}">
                    <a16:creationId xmlns:a16="http://schemas.microsoft.com/office/drawing/2014/main" id="{351D3AB0-F83F-B954-95AE-6C3684333142}"/>
                  </a:ext>
                </a:extLst>
              </p:cNvPr>
              <p:cNvGrpSpPr/>
              <p:nvPr/>
            </p:nvGrpSpPr>
            <p:grpSpPr>
              <a:xfrm>
                <a:off x="4218728" y="3010461"/>
                <a:ext cx="1042464" cy="1957813"/>
                <a:chOff x="1877060" y="4117848"/>
                <a:chExt cx="2555875" cy="4800092"/>
              </a:xfrm>
              <a:grpFill/>
            </p:grpSpPr>
            <p:sp>
              <p:nvSpPr>
                <p:cNvPr id="430" name="종로구">
                  <a:extLst>
                    <a:ext uri="{FF2B5EF4-FFF2-40B4-BE49-F238E27FC236}">
                      <a16:creationId xmlns:a16="http://schemas.microsoft.com/office/drawing/2014/main" id="{B401D0BB-1F4D-6325-F225-33596D0CB143}"/>
                    </a:ext>
                  </a:extLst>
                </p:cNvPr>
                <p:cNvSpPr/>
                <p:nvPr/>
              </p:nvSpPr>
              <p:spPr>
                <a:xfrm>
                  <a:off x="2033016" y="4117848"/>
                  <a:ext cx="2343912" cy="2569464"/>
                </a:xfrm>
                <a:custGeom>
                  <a:avLst/>
                  <a:gdLst>
                    <a:gd name="connsiteX0" fmla="*/ 768096 w 2343912"/>
                    <a:gd name="connsiteY0" fmla="*/ 18288 h 2569464"/>
                    <a:gd name="connsiteX1" fmla="*/ 704088 w 2343912"/>
                    <a:gd name="connsiteY1" fmla="*/ 0 h 2569464"/>
                    <a:gd name="connsiteX2" fmla="*/ 682752 w 2343912"/>
                    <a:gd name="connsiteY2" fmla="*/ 15240 h 2569464"/>
                    <a:gd name="connsiteX3" fmla="*/ 670560 w 2343912"/>
                    <a:gd name="connsiteY3" fmla="*/ 54864 h 2569464"/>
                    <a:gd name="connsiteX4" fmla="*/ 670560 w 2343912"/>
                    <a:gd name="connsiteY4" fmla="*/ 88392 h 2569464"/>
                    <a:gd name="connsiteX5" fmla="*/ 606552 w 2343912"/>
                    <a:gd name="connsiteY5" fmla="*/ 115824 h 2569464"/>
                    <a:gd name="connsiteX6" fmla="*/ 560832 w 2343912"/>
                    <a:gd name="connsiteY6" fmla="*/ 131064 h 2569464"/>
                    <a:gd name="connsiteX7" fmla="*/ 505968 w 2343912"/>
                    <a:gd name="connsiteY7" fmla="*/ 128016 h 2569464"/>
                    <a:gd name="connsiteX8" fmla="*/ 448056 w 2343912"/>
                    <a:gd name="connsiteY8" fmla="*/ 134112 h 2569464"/>
                    <a:gd name="connsiteX9" fmla="*/ 411480 w 2343912"/>
                    <a:gd name="connsiteY9" fmla="*/ 121920 h 2569464"/>
                    <a:gd name="connsiteX10" fmla="*/ 362712 w 2343912"/>
                    <a:gd name="connsiteY10" fmla="*/ 128016 h 2569464"/>
                    <a:gd name="connsiteX11" fmla="*/ 316992 w 2343912"/>
                    <a:gd name="connsiteY11" fmla="*/ 143256 h 2569464"/>
                    <a:gd name="connsiteX12" fmla="*/ 286512 w 2343912"/>
                    <a:gd name="connsiteY12" fmla="*/ 201168 h 2569464"/>
                    <a:gd name="connsiteX13" fmla="*/ 283464 w 2343912"/>
                    <a:gd name="connsiteY13" fmla="*/ 252984 h 2569464"/>
                    <a:gd name="connsiteX14" fmla="*/ 292608 w 2343912"/>
                    <a:gd name="connsiteY14" fmla="*/ 277368 h 2569464"/>
                    <a:gd name="connsiteX15" fmla="*/ 271272 w 2343912"/>
                    <a:gd name="connsiteY15" fmla="*/ 307848 h 2569464"/>
                    <a:gd name="connsiteX16" fmla="*/ 228600 w 2343912"/>
                    <a:gd name="connsiteY16" fmla="*/ 313944 h 2569464"/>
                    <a:gd name="connsiteX17" fmla="*/ 198120 w 2343912"/>
                    <a:gd name="connsiteY17" fmla="*/ 335280 h 2569464"/>
                    <a:gd name="connsiteX18" fmla="*/ 140208 w 2343912"/>
                    <a:gd name="connsiteY18" fmla="*/ 335280 h 2569464"/>
                    <a:gd name="connsiteX19" fmla="*/ 100584 w 2343912"/>
                    <a:gd name="connsiteY19" fmla="*/ 316992 h 2569464"/>
                    <a:gd name="connsiteX20" fmla="*/ 42672 w 2343912"/>
                    <a:gd name="connsiteY20" fmla="*/ 304800 h 2569464"/>
                    <a:gd name="connsiteX21" fmla="*/ 12192 w 2343912"/>
                    <a:gd name="connsiteY21" fmla="*/ 329184 h 2569464"/>
                    <a:gd name="connsiteX22" fmla="*/ 0 w 2343912"/>
                    <a:gd name="connsiteY22" fmla="*/ 384048 h 2569464"/>
                    <a:gd name="connsiteX23" fmla="*/ 15240 w 2343912"/>
                    <a:gd name="connsiteY23" fmla="*/ 435864 h 2569464"/>
                    <a:gd name="connsiteX24" fmla="*/ 30480 w 2343912"/>
                    <a:gd name="connsiteY24" fmla="*/ 505968 h 2569464"/>
                    <a:gd name="connsiteX25" fmla="*/ 39624 w 2343912"/>
                    <a:gd name="connsiteY25" fmla="*/ 554736 h 2569464"/>
                    <a:gd name="connsiteX26" fmla="*/ 45720 w 2343912"/>
                    <a:gd name="connsiteY26" fmla="*/ 603504 h 2569464"/>
                    <a:gd name="connsiteX27" fmla="*/ 30480 w 2343912"/>
                    <a:gd name="connsiteY27" fmla="*/ 640080 h 2569464"/>
                    <a:gd name="connsiteX28" fmla="*/ 30480 w 2343912"/>
                    <a:gd name="connsiteY28" fmla="*/ 737616 h 2569464"/>
                    <a:gd name="connsiteX29" fmla="*/ 30480 w 2343912"/>
                    <a:gd name="connsiteY29" fmla="*/ 975360 h 2569464"/>
                    <a:gd name="connsiteX30" fmla="*/ 54864 w 2343912"/>
                    <a:gd name="connsiteY30" fmla="*/ 1027176 h 2569464"/>
                    <a:gd name="connsiteX31" fmla="*/ 112776 w 2343912"/>
                    <a:gd name="connsiteY31" fmla="*/ 1072896 h 2569464"/>
                    <a:gd name="connsiteX32" fmla="*/ 149352 w 2343912"/>
                    <a:gd name="connsiteY32" fmla="*/ 1124712 h 2569464"/>
                    <a:gd name="connsiteX33" fmla="*/ 155448 w 2343912"/>
                    <a:gd name="connsiteY33" fmla="*/ 1167384 h 2569464"/>
                    <a:gd name="connsiteX34" fmla="*/ 118872 w 2343912"/>
                    <a:gd name="connsiteY34" fmla="*/ 1207008 h 2569464"/>
                    <a:gd name="connsiteX35" fmla="*/ 106680 w 2343912"/>
                    <a:gd name="connsiteY35" fmla="*/ 1267968 h 2569464"/>
                    <a:gd name="connsiteX36" fmla="*/ 109728 w 2343912"/>
                    <a:gd name="connsiteY36" fmla="*/ 1319784 h 2569464"/>
                    <a:gd name="connsiteX37" fmla="*/ 128016 w 2343912"/>
                    <a:gd name="connsiteY37" fmla="*/ 1350264 h 2569464"/>
                    <a:gd name="connsiteX38" fmla="*/ 134112 w 2343912"/>
                    <a:gd name="connsiteY38" fmla="*/ 1383792 h 2569464"/>
                    <a:gd name="connsiteX39" fmla="*/ 164592 w 2343912"/>
                    <a:gd name="connsiteY39" fmla="*/ 1408176 h 2569464"/>
                    <a:gd name="connsiteX40" fmla="*/ 213360 w 2343912"/>
                    <a:gd name="connsiteY40" fmla="*/ 1392936 h 2569464"/>
                    <a:gd name="connsiteX41" fmla="*/ 262128 w 2343912"/>
                    <a:gd name="connsiteY41" fmla="*/ 1408176 h 2569464"/>
                    <a:gd name="connsiteX42" fmla="*/ 277368 w 2343912"/>
                    <a:gd name="connsiteY42" fmla="*/ 1441704 h 2569464"/>
                    <a:gd name="connsiteX43" fmla="*/ 280416 w 2343912"/>
                    <a:gd name="connsiteY43" fmla="*/ 1490472 h 2569464"/>
                    <a:gd name="connsiteX44" fmla="*/ 286512 w 2343912"/>
                    <a:gd name="connsiteY44" fmla="*/ 1557528 h 2569464"/>
                    <a:gd name="connsiteX45" fmla="*/ 283464 w 2343912"/>
                    <a:gd name="connsiteY45" fmla="*/ 1597152 h 2569464"/>
                    <a:gd name="connsiteX46" fmla="*/ 259080 w 2343912"/>
                    <a:gd name="connsiteY46" fmla="*/ 1624584 h 2569464"/>
                    <a:gd name="connsiteX47" fmla="*/ 256032 w 2343912"/>
                    <a:gd name="connsiteY47" fmla="*/ 1664208 h 2569464"/>
                    <a:gd name="connsiteX48" fmla="*/ 274320 w 2343912"/>
                    <a:gd name="connsiteY48" fmla="*/ 1700784 h 2569464"/>
                    <a:gd name="connsiteX49" fmla="*/ 265176 w 2343912"/>
                    <a:gd name="connsiteY49" fmla="*/ 1746504 h 2569464"/>
                    <a:gd name="connsiteX50" fmla="*/ 240792 w 2343912"/>
                    <a:gd name="connsiteY50" fmla="*/ 1786128 h 2569464"/>
                    <a:gd name="connsiteX51" fmla="*/ 246888 w 2343912"/>
                    <a:gd name="connsiteY51" fmla="*/ 1831848 h 2569464"/>
                    <a:gd name="connsiteX52" fmla="*/ 262128 w 2343912"/>
                    <a:gd name="connsiteY52" fmla="*/ 1929384 h 2569464"/>
                    <a:gd name="connsiteX53" fmla="*/ 277368 w 2343912"/>
                    <a:gd name="connsiteY53" fmla="*/ 1990344 h 2569464"/>
                    <a:gd name="connsiteX54" fmla="*/ 301752 w 2343912"/>
                    <a:gd name="connsiteY54" fmla="*/ 2039112 h 2569464"/>
                    <a:gd name="connsiteX55" fmla="*/ 310896 w 2343912"/>
                    <a:gd name="connsiteY55" fmla="*/ 2081784 h 2569464"/>
                    <a:gd name="connsiteX56" fmla="*/ 289560 w 2343912"/>
                    <a:gd name="connsiteY56" fmla="*/ 2115312 h 2569464"/>
                    <a:gd name="connsiteX57" fmla="*/ 243840 w 2343912"/>
                    <a:gd name="connsiteY57" fmla="*/ 2130552 h 2569464"/>
                    <a:gd name="connsiteX58" fmla="*/ 243840 w 2343912"/>
                    <a:gd name="connsiteY58" fmla="*/ 2130552 h 2569464"/>
                    <a:gd name="connsiteX59" fmla="*/ 195072 w 2343912"/>
                    <a:gd name="connsiteY59" fmla="*/ 2139696 h 2569464"/>
                    <a:gd name="connsiteX60" fmla="*/ 188976 w 2343912"/>
                    <a:gd name="connsiteY60" fmla="*/ 2167128 h 2569464"/>
                    <a:gd name="connsiteX61" fmla="*/ 216408 w 2343912"/>
                    <a:gd name="connsiteY61" fmla="*/ 2194560 h 2569464"/>
                    <a:gd name="connsiteX62" fmla="*/ 283464 w 2343912"/>
                    <a:gd name="connsiteY62" fmla="*/ 2240280 h 2569464"/>
                    <a:gd name="connsiteX63" fmla="*/ 316992 w 2343912"/>
                    <a:gd name="connsiteY63" fmla="*/ 2276856 h 2569464"/>
                    <a:gd name="connsiteX64" fmla="*/ 316992 w 2343912"/>
                    <a:gd name="connsiteY64" fmla="*/ 2316480 h 2569464"/>
                    <a:gd name="connsiteX65" fmla="*/ 310896 w 2343912"/>
                    <a:gd name="connsiteY65" fmla="*/ 2350008 h 2569464"/>
                    <a:gd name="connsiteX66" fmla="*/ 356616 w 2343912"/>
                    <a:gd name="connsiteY66" fmla="*/ 2414016 h 2569464"/>
                    <a:gd name="connsiteX67" fmla="*/ 408432 w 2343912"/>
                    <a:gd name="connsiteY67" fmla="*/ 2493264 h 2569464"/>
                    <a:gd name="connsiteX68" fmla="*/ 411480 w 2343912"/>
                    <a:gd name="connsiteY68" fmla="*/ 2520696 h 2569464"/>
                    <a:gd name="connsiteX69" fmla="*/ 435864 w 2343912"/>
                    <a:gd name="connsiteY69" fmla="*/ 2560320 h 2569464"/>
                    <a:gd name="connsiteX70" fmla="*/ 460248 w 2343912"/>
                    <a:gd name="connsiteY70" fmla="*/ 2566416 h 2569464"/>
                    <a:gd name="connsiteX71" fmla="*/ 496824 w 2343912"/>
                    <a:gd name="connsiteY71" fmla="*/ 2538984 h 2569464"/>
                    <a:gd name="connsiteX72" fmla="*/ 496824 w 2343912"/>
                    <a:gd name="connsiteY72" fmla="*/ 2538984 h 2569464"/>
                    <a:gd name="connsiteX73" fmla="*/ 545592 w 2343912"/>
                    <a:gd name="connsiteY73" fmla="*/ 2526792 h 2569464"/>
                    <a:gd name="connsiteX74" fmla="*/ 573024 w 2343912"/>
                    <a:gd name="connsiteY74" fmla="*/ 2548128 h 2569464"/>
                    <a:gd name="connsiteX75" fmla="*/ 606552 w 2343912"/>
                    <a:gd name="connsiteY75" fmla="*/ 2542032 h 2569464"/>
                    <a:gd name="connsiteX76" fmla="*/ 627888 w 2343912"/>
                    <a:gd name="connsiteY76" fmla="*/ 2499360 h 2569464"/>
                    <a:gd name="connsiteX77" fmla="*/ 661416 w 2343912"/>
                    <a:gd name="connsiteY77" fmla="*/ 2496312 h 2569464"/>
                    <a:gd name="connsiteX78" fmla="*/ 731520 w 2343912"/>
                    <a:gd name="connsiteY78" fmla="*/ 2502408 h 2569464"/>
                    <a:gd name="connsiteX79" fmla="*/ 801624 w 2343912"/>
                    <a:gd name="connsiteY79" fmla="*/ 2520696 h 2569464"/>
                    <a:gd name="connsiteX80" fmla="*/ 896112 w 2343912"/>
                    <a:gd name="connsiteY80" fmla="*/ 2523744 h 2569464"/>
                    <a:gd name="connsiteX81" fmla="*/ 941832 w 2343912"/>
                    <a:gd name="connsiteY81" fmla="*/ 2538984 h 2569464"/>
                    <a:gd name="connsiteX82" fmla="*/ 1042416 w 2343912"/>
                    <a:gd name="connsiteY82" fmla="*/ 2542032 h 2569464"/>
                    <a:gd name="connsiteX83" fmla="*/ 1103376 w 2343912"/>
                    <a:gd name="connsiteY83" fmla="*/ 2535936 h 2569464"/>
                    <a:gd name="connsiteX84" fmla="*/ 1210056 w 2343912"/>
                    <a:gd name="connsiteY84" fmla="*/ 2560320 h 2569464"/>
                    <a:gd name="connsiteX85" fmla="*/ 1301496 w 2343912"/>
                    <a:gd name="connsiteY85" fmla="*/ 2569464 h 2569464"/>
                    <a:gd name="connsiteX86" fmla="*/ 1389888 w 2343912"/>
                    <a:gd name="connsiteY86" fmla="*/ 2569464 h 2569464"/>
                    <a:gd name="connsiteX87" fmla="*/ 1432560 w 2343912"/>
                    <a:gd name="connsiteY87" fmla="*/ 2557272 h 2569464"/>
                    <a:gd name="connsiteX88" fmla="*/ 1459992 w 2343912"/>
                    <a:gd name="connsiteY88" fmla="*/ 2529840 h 2569464"/>
                    <a:gd name="connsiteX89" fmla="*/ 1490472 w 2343912"/>
                    <a:gd name="connsiteY89" fmla="*/ 2502408 h 2569464"/>
                    <a:gd name="connsiteX90" fmla="*/ 1514856 w 2343912"/>
                    <a:gd name="connsiteY90" fmla="*/ 2478024 h 2569464"/>
                    <a:gd name="connsiteX91" fmla="*/ 1536192 w 2343912"/>
                    <a:gd name="connsiteY91" fmla="*/ 2465832 h 2569464"/>
                    <a:gd name="connsiteX92" fmla="*/ 1563624 w 2343912"/>
                    <a:gd name="connsiteY92" fmla="*/ 2468880 h 2569464"/>
                    <a:gd name="connsiteX93" fmla="*/ 1594104 w 2343912"/>
                    <a:gd name="connsiteY93" fmla="*/ 2493264 h 2569464"/>
                    <a:gd name="connsiteX94" fmla="*/ 1624584 w 2343912"/>
                    <a:gd name="connsiteY94" fmla="*/ 2511552 h 2569464"/>
                    <a:gd name="connsiteX95" fmla="*/ 1664208 w 2343912"/>
                    <a:gd name="connsiteY95" fmla="*/ 2520696 h 2569464"/>
                    <a:gd name="connsiteX96" fmla="*/ 1798320 w 2343912"/>
                    <a:gd name="connsiteY96" fmla="*/ 2520696 h 2569464"/>
                    <a:gd name="connsiteX97" fmla="*/ 1840992 w 2343912"/>
                    <a:gd name="connsiteY97" fmla="*/ 2508504 h 2569464"/>
                    <a:gd name="connsiteX98" fmla="*/ 1920240 w 2343912"/>
                    <a:gd name="connsiteY98" fmla="*/ 2511552 h 2569464"/>
                    <a:gd name="connsiteX99" fmla="*/ 1972056 w 2343912"/>
                    <a:gd name="connsiteY99" fmla="*/ 2499360 h 2569464"/>
                    <a:gd name="connsiteX100" fmla="*/ 2130552 w 2343912"/>
                    <a:gd name="connsiteY100" fmla="*/ 2514600 h 2569464"/>
                    <a:gd name="connsiteX101" fmla="*/ 2185416 w 2343912"/>
                    <a:gd name="connsiteY101" fmla="*/ 2499360 h 2569464"/>
                    <a:gd name="connsiteX102" fmla="*/ 2243328 w 2343912"/>
                    <a:gd name="connsiteY102" fmla="*/ 2484120 h 2569464"/>
                    <a:gd name="connsiteX103" fmla="*/ 2304288 w 2343912"/>
                    <a:gd name="connsiteY103" fmla="*/ 2484120 h 2569464"/>
                    <a:gd name="connsiteX104" fmla="*/ 2322576 w 2343912"/>
                    <a:gd name="connsiteY104" fmla="*/ 2459736 h 2569464"/>
                    <a:gd name="connsiteX105" fmla="*/ 2313432 w 2343912"/>
                    <a:gd name="connsiteY105" fmla="*/ 2386584 h 2569464"/>
                    <a:gd name="connsiteX106" fmla="*/ 2292096 w 2343912"/>
                    <a:gd name="connsiteY106" fmla="*/ 2346960 h 2569464"/>
                    <a:gd name="connsiteX107" fmla="*/ 2304288 w 2343912"/>
                    <a:gd name="connsiteY107" fmla="*/ 2322576 h 2569464"/>
                    <a:gd name="connsiteX108" fmla="*/ 2334768 w 2343912"/>
                    <a:gd name="connsiteY108" fmla="*/ 2286000 h 2569464"/>
                    <a:gd name="connsiteX109" fmla="*/ 2343912 w 2343912"/>
                    <a:gd name="connsiteY109" fmla="*/ 2258568 h 2569464"/>
                    <a:gd name="connsiteX110" fmla="*/ 2292096 w 2343912"/>
                    <a:gd name="connsiteY110" fmla="*/ 2264664 h 2569464"/>
                    <a:gd name="connsiteX111" fmla="*/ 2264664 w 2343912"/>
                    <a:gd name="connsiteY111" fmla="*/ 2295144 h 2569464"/>
                    <a:gd name="connsiteX112" fmla="*/ 2218944 w 2343912"/>
                    <a:gd name="connsiteY112" fmla="*/ 2295144 h 2569464"/>
                    <a:gd name="connsiteX113" fmla="*/ 2173224 w 2343912"/>
                    <a:gd name="connsiteY113" fmla="*/ 2267712 h 2569464"/>
                    <a:gd name="connsiteX114" fmla="*/ 2145792 w 2343912"/>
                    <a:gd name="connsiteY114" fmla="*/ 2237232 h 2569464"/>
                    <a:gd name="connsiteX115" fmla="*/ 2133600 w 2343912"/>
                    <a:gd name="connsiteY115" fmla="*/ 2203704 h 2569464"/>
                    <a:gd name="connsiteX116" fmla="*/ 2136648 w 2343912"/>
                    <a:gd name="connsiteY116" fmla="*/ 2176272 h 2569464"/>
                    <a:gd name="connsiteX117" fmla="*/ 2148840 w 2343912"/>
                    <a:gd name="connsiteY117" fmla="*/ 2154936 h 2569464"/>
                    <a:gd name="connsiteX118" fmla="*/ 2173224 w 2343912"/>
                    <a:gd name="connsiteY118" fmla="*/ 2136648 h 2569464"/>
                    <a:gd name="connsiteX119" fmla="*/ 2167128 w 2343912"/>
                    <a:gd name="connsiteY119" fmla="*/ 2090928 h 2569464"/>
                    <a:gd name="connsiteX120" fmla="*/ 2133600 w 2343912"/>
                    <a:gd name="connsiteY120" fmla="*/ 2075688 h 2569464"/>
                    <a:gd name="connsiteX121" fmla="*/ 2106168 w 2343912"/>
                    <a:gd name="connsiteY121" fmla="*/ 2100072 h 2569464"/>
                    <a:gd name="connsiteX122" fmla="*/ 2042160 w 2343912"/>
                    <a:gd name="connsiteY122" fmla="*/ 2103120 h 2569464"/>
                    <a:gd name="connsiteX123" fmla="*/ 2005584 w 2343912"/>
                    <a:gd name="connsiteY123" fmla="*/ 2139696 h 2569464"/>
                    <a:gd name="connsiteX124" fmla="*/ 1996440 w 2343912"/>
                    <a:gd name="connsiteY124" fmla="*/ 2176272 h 2569464"/>
                    <a:gd name="connsiteX125" fmla="*/ 1978152 w 2343912"/>
                    <a:gd name="connsiteY125" fmla="*/ 2200656 h 2569464"/>
                    <a:gd name="connsiteX126" fmla="*/ 1926336 w 2343912"/>
                    <a:gd name="connsiteY126" fmla="*/ 2218944 h 2569464"/>
                    <a:gd name="connsiteX127" fmla="*/ 1831848 w 2343912"/>
                    <a:gd name="connsiteY127" fmla="*/ 2167128 h 2569464"/>
                    <a:gd name="connsiteX128" fmla="*/ 1807464 w 2343912"/>
                    <a:gd name="connsiteY128" fmla="*/ 2142744 h 2569464"/>
                    <a:gd name="connsiteX129" fmla="*/ 1798320 w 2343912"/>
                    <a:gd name="connsiteY129" fmla="*/ 2106168 h 2569464"/>
                    <a:gd name="connsiteX130" fmla="*/ 1807464 w 2343912"/>
                    <a:gd name="connsiteY130" fmla="*/ 2069592 h 2569464"/>
                    <a:gd name="connsiteX131" fmla="*/ 1828800 w 2343912"/>
                    <a:gd name="connsiteY131" fmla="*/ 2036064 h 2569464"/>
                    <a:gd name="connsiteX132" fmla="*/ 1816608 w 2343912"/>
                    <a:gd name="connsiteY132" fmla="*/ 2005584 h 2569464"/>
                    <a:gd name="connsiteX133" fmla="*/ 1792224 w 2343912"/>
                    <a:gd name="connsiteY133" fmla="*/ 1993392 h 2569464"/>
                    <a:gd name="connsiteX134" fmla="*/ 1780032 w 2343912"/>
                    <a:gd name="connsiteY134" fmla="*/ 1965960 h 2569464"/>
                    <a:gd name="connsiteX135" fmla="*/ 1780032 w 2343912"/>
                    <a:gd name="connsiteY135" fmla="*/ 1941576 h 2569464"/>
                    <a:gd name="connsiteX136" fmla="*/ 1795272 w 2343912"/>
                    <a:gd name="connsiteY136" fmla="*/ 1905000 h 2569464"/>
                    <a:gd name="connsiteX137" fmla="*/ 1773936 w 2343912"/>
                    <a:gd name="connsiteY137" fmla="*/ 1862328 h 2569464"/>
                    <a:gd name="connsiteX138" fmla="*/ 1734312 w 2343912"/>
                    <a:gd name="connsiteY138" fmla="*/ 1847088 h 2569464"/>
                    <a:gd name="connsiteX139" fmla="*/ 1685544 w 2343912"/>
                    <a:gd name="connsiteY139" fmla="*/ 1801368 h 2569464"/>
                    <a:gd name="connsiteX140" fmla="*/ 1676400 w 2343912"/>
                    <a:gd name="connsiteY140" fmla="*/ 1752600 h 2569464"/>
                    <a:gd name="connsiteX141" fmla="*/ 1688592 w 2343912"/>
                    <a:gd name="connsiteY141" fmla="*/ 1722120 h 2569464"/>
                    <a:gd name="connsiteX142" fmla="*/ 1676400 w 2343912"/>
                    <a:gd name="connsiteY142" fmla="*/ 1685544 h 2569464"/>
                    <a:gd name="connsiteX143" fmla="*/ 1624584 w 2343912"/>
                    <a:gd name="connsiteY143" fmla="*/ 1676400 h 2569464"/>
                    <a:gd name="connsiteX144" fmla="*/ 1539240 w 2343912"/>
                    <a:gd name="connsiteY144" fmla="*/ 1670304 h 2569464"/>
                    <a:gd name="connsiteX145" fmla="*/ 1496568 w 2343912"/>
                    <a:gd name="connsiteY145" fmla="*/ 1676400 h 2569464"/>
                    <a:gd name="connsiteX146" fmla="*/ 1423416 w 2343912"/>
                    <a:gd name="connsiteY146" fmla="*/ 1703832 h 2569464"/>
                    <a:gd name="connsiteX147" fmla="*/ 1350264 w 2343912"/>
                    <a:gd name="connsiteY147" fmla="*/ 1716024 h 2569464"/>
                    <a:gd name="connsiteX148" fmla="*/ 1271016 w 2343912"/>
                    <a:gd name="connsiteY148" fmla="*/ 1716024 h 2569464"/>
                    <a:gd name="connsiteX149" fmla="*/ 1219200 w 2343912"/>
                    <a:gd name="connsiteY149" fmla="*/ 1664208 h 2569464"/>
                    <a:gd name="connsiteX150" fmla="*/ 1182624 w 2343912"/>
                    <a:gd name="connsiteY150" fmla="*/ 1609344 h 2569464"/>
                    <a:gd name="connsiteX151" fmla="*/ 1121664 w 2343912"/>
                    <a:gd name="connsiteY151" fmla="*/ 1578864 h 2569464"/>
                    <a:gd name="connsiteX152" fmla="*/ 1075944 w 2343912"/>
                    <a:gd name="connsiteY152" fmla="*/ 1575816 h 2569464"/>
                    <a:gd name="connsiteX153" fmla="*/ 1014984 w 2343912"/>
                    <a:gd name="connsiteY153" fmla="*/ 1575816 h 2569464"/>
                    <a:gd name="connsiteX154" fmla="*/ 978408 w 2343912"/>
                    <a:gd name="connsiteY154" fmla="*/ 1560576 h 2569464"/>
                    <a:gd name="connsiteX155" fmla="*/ 944880 w 2343912"/>
                    <a:gd name="connsiteY155" fmla="*/ 1469136 h 2569464"/>
                    <a:gd name="connsiteX156" fmla="*/ 938784 w 2343912"/>
                    <a:gd name="connsiteY156" fmla="*/ 1432560 h 2569464"/>
                    <a:gd name="connsiteX157" fmla="*/ 950976 w 2343912"/>
                    <a:gd name="connsiteY157" fmla="*/ 1392936 h 2569464"/>
                    <a:gd name="connsiteX158" fmla="*/ 1039368 w 2343912"/>
                    <a:gd name="connsiteY158" fmla="*/ 1301496 h 2569464"/>
                    <a:gd name="connsiteX159" fmla="*/ 1075944 w 2343912"/>
                    <a:gd name="connsiteY159" fmla="*/ 1261872 h 2569464"/>
                    <a:gd name="connsiteX160" fmla="*/ 1100328 w 2343912"/>
                    <a:gd name="connsiteY160" fmla="*/ 1261872 h 2569464"/>
                    <a:gd name="connsiteX161" fmla="*/ 1136904 w 2343912"/>
                    <a:gd name="connsiteY161" fmla="*/ 1277112 h 2569464"/>
                    <a:gd name="connsiteX162" fmla="*/ 1155192 w 2343912"/>
                    <a:gd name="connsiteY162" fmla="*/ 1249680 h 2569464"/>
                    <a:gd name="connsiteX163" fmla="*/ 1143000 w 2343912"/>
                    <a:gd name="connsiteY163" fmla="*/ 1210056 h 2569464"/>
                    <a:gd name="connsiteX164" fmla="*/ 1109472 w 2343912"/>
                    <a:gd name="connsiteY164" fmla="*/ 1167384 h 2569464"/>
                    <a:gd name="connsiteX165" fmla="*/ 1103376 w 2343912"/>
                    <a:gd name="connsiteY165" fmla="*/ 1124712 h 2569464"/>
                    <a:gd name="connsiteX166" fmla="*/ 1118616 w 2343912"/>
                    <a:gd name="connsiteY166" fmla="*/ 1088136 h 2569464"/>
                    <a:gd name="connsiteX167" fmla="*/ 1158240 w 2343912"/>
                    <a:gd name="connsiteY167" fmla="*/ 1024128 h 2569464"/>
                    <a:gd name="connsiteX168" fmla="*/ 1179576 w 2343912"/>
                    <a:gd name="connsiteY168" fmla="*/ 966216 h 2569464"/>
                    <a:gd name="connsiteX169" fmla="*/ 1182624 w 2343912"/>
                    <a:gd name="connsiteY169" fmla="*/ 798576 h 2569464"/>
                    <a:gd name="connsiteX170" fmla="*/ 1167384 w 2343912"/>
                    <a:gd name="connsiteY170" fmla="*/ 749808 h 2569464"/>
                    <a:gd name="connsiteX171" fmla="*/ 1130808 w 2343912"/>
                    <a:gd name="connsiteY171" fmla="*/ 725424 h 2569464"/>
                    <a:gd name="connsiteX172" fmla="*/ 1085088 w 2343912"/>
                    <a:gd name="connsiteY172" fmla="*/ 685800 h 2569464"/>
                    <a:gd name="connsiteX173" fmla="*/ 1021080 w 2343912"/>
                    <a:gd name="connsiteY173" fmla="*/ 627888 h 2569464"/>
                    <a:gd name="connsiteX174" fmla="*/ 999744 w 2343912"/>
                    <a:gd name="connsiteY174" fmla="*/ 582168 h 2569464"/>
                    <a:gd name="connsiteX175" fmla="*/ 987552 w 2343912"/>
                    <a:gd name="connsiteY175" fmla="*/ 545592 h 2569464"/>
                    <a:gd name="connsiteX176" fmla="*/ 984504 w 2343912"/>
                    <a:gd name="connsiteY176" fmla="*/ 496824 h 2569464"/>
                    <a:gd name="connsiteX177" fmla="*/ 987552 w 2343912"/>
                    <a:gd name="connsiteY177" fmla="*/ 451104 h 2569464"/>
                    <a:gd name="connsiteX178" fmla="*/ 978408 w 2343912"/>
                    <a:gd name="connsiteY178" fmla="*/ 405384 h 2569464"/>
                    <a:gd name="connsiteX179" fmla="*/ 950976 w 2343912"/>
                    <a:gd name="connsiteY179" fmla="*/ 368808 h 2569464"/>
                    <a:gd name="connsiteX180" fmla="*/ 917448 w 2343912"/>
                    <a:gd name="connsiteY180" fmla="*/ 347472 h 2569464"/>
                    <a:gd name="connsiteX181" fmla="*/ 911352 w 2343912"/>
                    <a:gd name="connsiteY181" fmla="*/ 320040 h 2569464"/>
                    <a:gd name="connsiteX182" fmla="*/ 932688 w 2343912"/>
                    <a:gd name="connsiteY182" fmla="*/ 295656 h 2569464"/>
                    <a:gd name="connsiteX183" fmla="*/ 938784 w 2343912"/>
                    <a:gd name="connsiteY183" fmla="*/ 268224 h 2569464"/>
                    <a:gd name="connsiteX184" fmla="*/ 911352 w 2343912"/>
                    <a:gd name="connsiteY184" fmla="*/ 222504 h 2569464"/>
                    <a:gd name="connsiteX185" fmla="*/ 896112 w 2343912"/>
                    <a:gd name="connsiteY185" fmla="*/ 182880 h 2569464"/>
                    <a:gd name="connsiteX186" fmla="*/ 862584 w 2343912"/>
                    <a:gd name="connsiteY186" fmla="*/ 173736 h 2569464"/>
                    <a:gd name="connsiteX187" fmla="*/ 832104 w 2343912"/>
                    <a:gd name="connsiteY187" fmla="*/ 192024 h 2569464"/>
                    <a:gd name="connsiteX188" fmla="*/ 801624 w 2343912"/>
                    <a:gd name="connsiteY188" fmla="*/ 188976 h 2569464"/>
                    <a:gd name="connsiteX189" fmla="*/ 783336 w 2343912"/>
                    <a:gd name="connsiteY189" fmla="*/ 164592 h 2569464"/>
                    <a:gd name="connsiteX190" fmla="*/ 780288 w 2343912"/>
                    <a:gd name="connsiteY190" fmla="*/ 121920 h 2569464"/>
                    <a:gd name="connsiteX191" fmla="*/ 789432 w 2343912"/>
                    <a:gd name="connsiteY191" fmla="*/ 79248 h 2569464"/>
                    <a:gd name="connsiteX192" fmla="*/ 768096 w 2343912"/>
                    <a:gd name="connsiteY192" fmla="*/ 18288 h 2569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343912" h="2569464">
                      <a:moveTo>
                        <a:pt x="768096" y="18288"/>
                      </a:moveTo>
                      <a:lnTo>
                        <a:pt x="704088" y="0"/>
                      </a:lnTo>
                      <a:lnTo>
                        <a:pt x="682752" y="15240"/>
                      </a:lnTo>
                      <a:lnTo>
                        <a:pt x="670560" y="54864"/>
                      </a:lnTo>
                      <a:lnTo>
                        <a:pt x="670560" y="88392"/>
                      </a:lnTo>
                      <a:lnTo>
                        <a:pt x="606552" y="115824"/>
                      </a:lnTo>
                      <a:lnTo>
                        <a:pt x="560832" y="131064"/>
                      </a:lnTo>
                      <a:lnTo>
                        <a:pt x="505968" y="128016"/>
                      </a:lnTo>
                      <a:lnTo>
                        <a:pt x="448056" y="134112"/>
                      </a:lnTo>
                      <a:lnTo>
                        <a:pt x="411480" y="121920"/>
                      </a:lnTo>
                      <a:lnTo>
                        <a:pt x="362712" y="128016"/>
                      </a:lnTo>
                      <a:lnTo>
                        <a:pt x="316992" y="143256"/>
                      </a:lnTo>
                      <a:lnTo>
                        <a:pt x="286512" y="201168"/>
                      </a:lnTo>
                      <a:lnTo>
                        <a:pt x="283464" y="252984"/>
                      </a:lnTo>
                      <a:lnTo>
                        <a:pt x="292608" y="277368"/>
                      </a:lnTo>
                      <a:lnTo>
                        <a:pt x="271272" y="307848"/>
                      </a:lnTo>
                      <a:lnTo>
                        <a:pt x="228600" y="313944"/>
                      </a:lnTo>
                      <a:lnTo>
                        <a:pt x="198120" y="335280"/>
                      </a:lnTo>
                      <a:lnTo>
                        <a:pt x="140208" y="335280"/>
                      </a:lnTo>
                      <a:lnTo>
                        <a:pt x="100584" y="316992"/>
                      </a:lnTo>
                      <a:lnTo>
                        <a:pt x="42672" y="304800"/>
                      </a:lnTo>
                      <a:lnTo>
                        <a:pt x="12192" y="329184"/>
                      </a:lnTo>
                      <a:lnTo>
                        <a:pt x="0" y="384048"/>
                      </a:lnTo>
                      <a:lnTo>
                        <a:pt x="15240" y="435864"/>
                      </a:lnTo>
                      <a:lnTo>
                        <a:pt x="30480" y="505968"/>
                      </a:lnTo>
                      <a:lnTo>
                        <a:pt x="39624" y="554736"/>
                      </a:lnTo>
                      <a:lnTo>
                        <a:pt x="45720" y="603504"/>
                      </a:lnTo>
                      <a:lnTo>
                        <a:pt x="30480" y="640080"/>
                      </a:lnTo>
                      <a:lnTo>
                        <a:pt x="30480" y="737616"/>
                      </a:lnTo>
                      <a:lnTo>
                        <a:pt x="30480" y="975360"/>
                      </a:lnTo>
                      <a:lnTo>
                        <a:pt x="54864" y="1027176"/>
                      </a:lnTo>
                      <a:lnTo>
                        <a:pt x="112776" y="1072896"/>
                      </a:lnTo>
                      <a:lnTo>
                        <a:pt x="149352" y="1124712"/>
                      </a:lnTo>
                      <a:lnTo>
                        <a:pt x="155448" y="1167384"/>
                      </a:lnTo>
                      <a:lnTo>
                        <a:pt x="118872" y="1207008"/>
                      </a:lnTo>
                      <a:lnTo>
                        <a:pt x="106680" y="1267968"/>
                      </a:lnTo>
                      <a:lnTo>
                        <a:pt x="109728" y="1319784"/>
                      </a:lnTo>
                      <a:lnTo>
                        <a:pt x="128016" y="1350264"/>
                      </a:lnTo>
                      <a:lnTo>
                        <a:pt x="134112" y="1383792"/>
                      </a:lnTo>
                      <a:lnTo>
                        <a:pt x="164592" y="1408176"/>
                      </a:lnTo>
                      <a:lnTo>
                        <a:pt x="213360" y="1392936"/>
                      </a:lnTo>
                      <a:lnTo>
                        <a:pt x="262128" y="1408176"/>
                      </a:lnTo>
                      <a:lnTo>
                        <a:pt x="277368" y="1441704"/>
                      </a:lnTo>
                      <a:lnTo>
                        <a:pt x="280416" y="1490472"/>
                      </a:lnTo>
                      <a:lnTo>
                        <a:pt x="286512" y="1557528"/>
                      </a:lnTo>
                      <a:lnTo>
                        <a:pt x="283464" y="1597152"/>
                      </a:lnTo>
                      <a:lnTo>
                        <a:pt x="259080" y="1624584"/>
                      </a:lnTo>
                      <a:lnTo>
                        <a:pt x="256032" y="1664208"/>
                      </a:lnTo>
                      <a:lnTo>
                        <a:pt x="274320" y="1700784"/>
                      </a:lnTo>
                      <a:lnTo>
                        <a:pt x="265176" y="1746504"/>
                      </a:lnTo>
                      <a:lnTo>
                        <a:pt x="240792" y="1786128"/>
                      </a:lnTo>
                      <a:lnTo>
                        <a:pt x="246888" y="1831848"/>
                      </a:lnTo>
                      <a:lnTo>
                        <a:pt x="262128" y="1929384"/>
                      </a:lnTo>
                      <a:lnTo>
                        <a:pt x="277368" y="1990344"/>
                      </a:lnTo>
                      <a:lnTo>
                        <a:pt x="301752" y="2039112"/>
                      </a:lnTo>
                      <a:lnTo>
                        <a:pt x="310896" y="2081784"/>
                      </a:lnTo>
                      <a:lnTo>
                        <a:pt x="289560" y="2115312"/>
                      </a:lnTo>
                      <a:lnTo>
                        <a:pt x="243840" y="2130552"/>
                      </a:lnTo>
                      <a:lnTo>
                        <a:pt x="243840" y="2130552"/>
                      </a:lnTo>
                      <a:lnTo>
                        <a:pt x="195072" y="2139696"/>
                      </a:lnTo>
                      <a:lnTo>
                        <a:pt x="188976" y="2167128"/>
                      </a:lnTo>
                      <a:lnTo>
                        <a:pt x="216408" y="2194560"/>
                      </a:lnTo>
                      <a:lnTo>
                        <a:pt x="283464" y="2240280"/>
                      </a:lnTo>
                      <a:lnTo>
                        <a:pt x="316992" y="2276856"/>
                      </a:lnTo>
                      <a:lnTo>
                        <a:pt x="316992" y="2316480"/>
                      </a:lnTo>
                      <a:lnTo>
                        <a:pt x="310896" y="2350008"/>
                      </a:lnTo>
                      <a:lnTo>
                        <a:pt x="356616" y="2414016"/>
                      </a:lnTo>
                      <a:lnTo>
                        <a:pt x="408432" y="2493264"/>
                      </a:lnTo>
                      <a:lnTo>
                        <a:pt x="411480" y="2520696"/>
                      </a:lnTo>
                      <a:lnTo>
                        <a:pt x="435864" y="2560320"/>
                      </a:lnTo>
                      <a:lnTo>
                        <a:pt x="460248" y="2566416"/>
                      </a:lnTo>
                      <a:lnTo>
                        <a:pt x="496824" y="2538984"/>
                      </a:lnTo>
                      <a:lnTo>
                        <a:pt x="496824" y="2538984"/>
                      </a:lnTo>
                      <a:lnTo>
                        <a:pt x="545592" y="2526792"/>
                      </a:lnTo>
                      <a:lnTo>
                        <a:pt x="573024" y="2548128"/>
                      </a:lnTo>
                      <a:lnTo>
                        <a:pt x="606552" y="2542032"/>
                      </a:lnTo>
                      <a:lnTo>
                        <a:pt x="627888" y="2499360"/>
                      </a:lnTo>
                      <a:lnTo>
                        <a:pt x="661416" y="2496312"/>
                      </a:lnTo>
                      <a:lnTo>
                        <a:pt x="731520" y="2502408"/>
                      </a:lnTo>
                      <a:lnTo>
                        <a:pt x="801624" y="2520696"/>
                      </a:lnTo>
                      <a:lnTo>
                        <a:pt x="896112" y="2523744"/>
                      </a:lnTo>
                      <a:lnTo>
                        <a:pt x="941832" y="2538984"/>
                      </a:lnTo>
                      <a:lnTo>
                        <a:pt x="1042416" y="2542032"/>
                      </a:lnTo>
                      <a:lnTo>
                        <a:pt x="1103376" y="2535936"/>
                      </a:lnTo>
                      <a:lnTo>
                        <a:pt x="1210056" y="2560320"/>
                      </a:lnTo>
                      <a:lnTo>
                        <a:pt x="1301496" y="2569464"/>
                      </a:lnTo>
                      <a:lnTo>
                        <a:pt x="1389888" y="2569464"/>
                      </a:lnTo>
                      <a:lnTo>
                        <a:pt x="1432560" y="2557272"/>
                      </a:lnTo>
                      <a:lnTo>
                        <a:pt x="1459992" y="2529840"/>
                      </a:lnTo>
                      <a:lnTo>
                        <a:pt x="1490472" y="2502408"/>
                      </a:lnTo>
                      <a:lnTo>
                        <a:pt x="1514856" y="2478024"/>
                      </a:lnTo>
                      <a:lnTo>
                        <a:pt x="1536192" y="2465832"/>
                      </a:lnTo>
                      <a:lnTo>
                        <a:pt x="1563624" y="2468880"/>
                      </a:lnTo>
                      <a:lnTo>
                        <a:pt x="1594104" y="2493264"/>
                      </a:lnTo>
                      <a:lnTo>
                        <a:pt x="1624584" y="2511552"/>
                      </a:lnTo>
                      <a:lnTo>
                        <a:pt x="1664208" y="2520696"/>
                      </a:lnTo>
                      <a:lnTo>
                        <a:pt x="1798320" y="2520696"/>
                      </a:lnTo>
                      <a:lnTo>
                        <a:pt x="1840992" y="2508504"/>
                      </a:lnTo>
                      <a:lnTo>
                        <a:pt x="1920240" y="2511552"/>
                      </a:lnTo>
                      <a:lnTo>
                        <a:pt x="1972056" y="2499360"/>
                      </a:lnTo>
                      <a:lnTo>
                        <a:pt x="2130552" y="2514600"/>
                      </a:lnTo>
                      <a:lnTo>
                        <a:pt x="2185416" y="2499360"/>
                      </a:lnTo>
                      <a:lnTo>
                        <a:pt x="2243328" y="2484120"/>
                      </a:lnTo>
                      <a:lnTo>
                        <a:pt x="2304288" y="2484120"/>
                      </a:lnTo>
                      <a:lnTo>
                        <a:pt x="2322576" y="2459736"/>
                      </a:lnTo>
                      <a:lnTo>
                        <a:pt x="2313432" y="2386584"/>
                      </a:lnTo>
                      <a:lnTo>
                        <a:pt x="2292096" y="2346960"/>
                      </a:lnTo>
                      <a:lnTo>
                        <a:pt x="2304288" y="2322576"/>
                      </a:lnTo>
                      <a:lnTo>
                        <a:pt x="2334768" y="2286000"/>
                      </a:lnTo>
                      <a:lnTo>
                        <a:pt x="2343912" y="2258568"/>
                      </a:lnTo>
                      <a:lnTo>
                        <a:pt x="2292096" y="2264664"/>
                      </a:lnTo>
                      <a:lnTo>
                        <a:pt x="2264664" y="2295144"/>
                      </a:lnTo>
                      <a:lnTo>
                        <a:pt x="2218944" y="2295144"/>
                      </a:lnTo>
                      <a:lnTo>
                        <a:pt x="2173224" y="2267712"/>
                      </a:lnTo>
                      <a:lnTo>
                        <a:pt x="2145792" y="2237232"/>
                      </a:lnTo>
                      <a:lnTo>
                        <a:pt x="2133600" y="2203704"/>
                      </a:lnTo>
                      <a:lnTo>
                        <a:pt x="2136648" y="2176272"/>
                      </a:lnTo>
                      <a:lnTo>
                        <a:pt x="2148840" y="2154936"/>
                      </a:lnTo>
                      <a:lnTo>
                        <a:pt x="2173224" y="2136648"/>
                      </a:lnTo>
                      <a:lnTo>
                        <a:pt x="2167128" y="2090928"/>
                      </a:lnTo>
                      <a:lnTo>
                        <a:pt x="2133600" y="2075688"/>
                      </a:lnTo>
                      <a:lnTo>
                        <a:pt x="2106168" y="2100072"/>
                      </a:lnTo>
                      <a:lnTo>
                        <a:pt x="2042160" y="2103120"/>
                      </a:lnTo>
                      <a:lnTo>
                        <a:pt x="2005584" y="2139696"/>
                      </a:lnTo>
                      <a:lnTo>
                        <a:pt x="1996440" y="2176272"/>
                      </a:lnTo>
                      <a:lnTo>
                        <a:pt x="1978152" y="2200656"/>
                      </a:lnTo>
                      <a:lnTo>
                        <a:pt x="1926336" y="2218944"/>
                      </a:lnTo>
                      <a:lnTo>
                        <a:pt x="1831848" y="2167128"/>
                      </a:lnTo>
                      <a:lnTo>
                        <a:pt x="1807464" y="2142744"/>
                      </a:lnTo>
                      <a:lnTo>
                        <a:pt x="1798320" y="2106168"/>
                      </a:lnTo>
                      <a:lnTo>
                        <a:pt x="1807464" y="2069592"/>
                      </a:lnTo>
                      <a:lnTo>
                        <a:pt x="1828800" y="2036064"/>
                      </a:lnTo>
                      <a:lnTo>
                        <a:pt x="1816608" y="2005584"/>
                      </a:lnTo>
                      <a:lnTo>
                        <a:pt x="1792224" y="1993392"/>
                      </a:lnTo>
                      <a:lnTo>
                        <a:pt x="1780032" y="1965960"/>
                      </a:lnTo>
                      <a:lnTo>
                        <a:pt x="1780032" y="1941576"/>
                      </a:lnTo>
                      <a:lnTo>
                        <a:pt x="1795272" y="1905000"/>
                      </a:lnTo>
                      <a:lnTo>
                        <a:pt x="1773936" y="1862328"/>
                      </a:lnTo>
                      <a:lnTo>
                        <a:pt x="1734312" y="1847088"/>
                      </a:lnTo>
                      <a:lnTo>
                        <a:pt x="1685544" y="1801368"/>
                      </a:lnTo>
                      <a:lnTo>
                        <a:pt x="1676400" y="1752600"/>
                      </a:lnTo>
                      <a:lnTo>
                        <a:pt x="1688592" y="1722120"/>
                      </a:lnTo>
                      <a:lnTo>
                        <a:pt x="1676400" y="1685544"/>
                      </a:lnTo>
                      <a:lnTo>
                        <a:pt x="1624584" y="1676400"/>
                      </a:lnTo>
                      <a:lnTo>
                        <a:pt x="1539240" y="1670304"/>
                      </a:lnTo>
                      <a:lnTo>
                        <a:pt x="1496568" y="1676400"/>
                      </a:lnTo>
                      <a:lnTo>
                        <a:pt x="1423416" y="1703832"/>
                      </a:lnTo>
                      <a:lnTo>
                        <a:pt x="1350264" y="1716024"/>
                      </a:lnTo>
                      <a:lnTo>
                        <a:pt x="1271016" y="1716024"/>
                      </a:lnTo>
                      <a:lnTo>
                        <a:pt x="1219200" y="1664208"/>
                      </a:lnTo>
                      <a:lnTo>
                        <a:pt x="1182624" y="1609344"/>
                      </a:lnTo>
                      <a:lnTo>
                        <a:pt x="1121664" y="1578864"/>
                      </a:lnTo>
                      <a:lnTo>
                        <a:pt x="1075944" y="1575816"/>
                      </a:lnTo>
                      <a:lnTo>
                        <a:pt x="1014984" y="1575816"/>
                      </a:lnTo>
                      <a:lnTo>
                        <a:pt x="978408" y="1560576"/>
                      </a:lnTo>
                      <a:lnTo>
                        <a:pt x="944880" y="1469136"/>
                      </a:lnTo>
                      <a:lnTo>
                        <a:pt x="938784" y="1432560"/>
                      </a:lnTo>
                      <a:lnTo>
                        <a:pt x="950976" y="1392936"/>
                      </a:lnTo>
                      <a:lnTo>
                        <a:pt x="1039368" y="1301496"/>
                      </a:lnTo>
                      <a:lnTo>
                        <a:pt x="1075944" y="1261872"/>
                      </a:lnTo>
                      <a:lnTo>
                        <a:pt x="1100328" y="1261872"/>
                      </a:lnTo>
                      <a:lnTo>
                        <a:pt x="1136904" y="1277112"/>
                      </a:lnTo>
                      <a:lnTo>
                        <a:pt x="1155192" y="1249680"/>
                      </a:lnTo>
                      <a:lnTo>
                        <a:pt x="1143000" y="1210056"/>
                      </a:lnTo>
                      <a:lnTo>
                        <a:pt x="1109472" y="1167384"/>
                      </a:lnTo>
                      <a:lnTo>
                        <a:pt x="1103376" y="1124712"/>
                      </a:lnTo>
                      <a:lnTo>
                        <a:pt x="1118616" y="1088136"/>
                      </a:lnTo>
                      <a:lnTo>
                        <a:pt x="1158240" y="1024128"/>
                      </a:lnTo>
                      <a:lnTo>
                        <a:pt x="1179576" y="966216"/>
                      </a:lnTo>
                      <a:lnTo>
                        <a:pt x="1182624" y="798576"/>
                      </a:lnTo>
                      <a:lnTo>
                        <a:pt x="1167384" y="749808"/>
                      </a:lnTo>
                      <a:lnTo>
                        <a:pt x="1130808" y="725424"/>
                      </a:lnTo>
                      <a:lnTo>
                        <a:pt x="1085088" y="685800"/>
                      </a:lnTo>
                      <a:lnTo>
                        <a:pt x="1021080" y="627888"/>
                      </a:lnTo>
                      <a:lnTo>
                        <a:pt x="999744" y="582168"/>
                      </a:lnTo>
                      <a:lnTo>
                        <a:pt x="987552" y="545592"/>
                      </a:lnTo>
                      <a:lnTo>
                        <a:pt x="984504" y="496824"/>
                      </a:lnTo>
                      <a:lnTo>
                        <a:pt x="987552" y="451104"/>
                      </a:lnTo>
                      <a:lnTo>
                        <a:pt x="978408" y="405384"/>
                      </a:lnTo>
                      <a:lnTo>
                        <a:pt x="950976" y="368808"/>
                      </a:lnTo>
                      <a:lnTo>
                        <a:pt x="917448" y="347472"/>
                      </a:lnTo>
                      <a:lnTo>
                        <a:pt x="911352" y="320040"/>
                      </a:lnTo>
                      <a:lnTo>
                        <a:pt x="932688" y="295656"/>
                      </a:lnTo>
                      <a:lnTo>
                        <a:pt x="938784" y="268224"/>
                      </a:lnTo>
                      <a:lnTo>
                        <a:pt x="911352" y="222504"/>
                      </a:lnTo>
                      <a:lnTo>
                        <a:pt x="896112" y="182880"/>
                      </a:lnTo>
                      <a:lnTo>
                        <a:pt x="862584" y="173736"/>
                      </a:lnTo>
                      <a:lnTo>
                        <a:pt x="832104" y="192024"/>
                      </a:lnTo>
                      <a:lnTo>
                        <a:pt x="801624" y="188976"/>
                      </a:lnTo>
                      <a:lnTo>
                        <a:pt x="783336" y="164592"/>
                      </a:lnTo>
                      <a:lnTo>
                        <a:pt x="780288" y="121920"/>
                      </a:lnTo>
                      <a:lnTo>
                        <a:pt x="789432" y="79248"/>
                      </a:lnTo>
                      <a:lnTo>
                        <a:pt x="768096" y="1828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1" name="중구">
                  <a:extLst>
                    <a:ext uri="{FF2B5EF4-FFF2-40B4-BE49-F238E27FC236}">
                      <a16:creationId xmlns:a16="http://schemas.microsoft.com/office/drawing/2014/main" id="{6B6A5CF7-A3B7-AD23-4F78-D3F8EB8586F1}"/>
                    </a:ext>
                  </a:extLst>
                </p:cNvPr>
                <p:cNvSpPr/>
                <p:nvPr/>
              </p:nvSpPr>
              <p:spPr>
                <a:xfrm>
                  <a:off x="2413635" y="6650355"/>
                  <a:ext cx="2019300" cy="1009650"/>
                </a:xfrm>
                <a:custGeom>
                  <a:avLst/>
                  <a:gdLst>
                    <a:gd name="connsiteX0" fmla="*/ 1163955 w 2019300"/>
                    <a:gd name="connsiteY0" fmla="*/ 24765 h 1009650"/>
                    <a:gd name="connsiteX1" fmla="*/ 1118235 w 2019300"/>
                    <a:gd name="connsiteY1" fmla="*/ 43815 h 1009650"/>
                    <a:gd name="connsiteX2" fmla="*/ 1089660 w 2019300"/>
                    <a:gd name="connsiteY2" fmla="*/ 78105 h 1009650"/>
                    <a:gd name="connsiteX3" fmla="*/ 1057275 w 2019300"/>
                    <a:gd name="connsiteY3" fmla="*/ 106680 h 1009650"/>
                    <a:gd name="connsiteX4" fmla="*/ 1011555 w 2019300"/>
                    <a:gd name="connsiteY4" fmla="*/ 118110 h 1009650"/>
                    <a:gd name="connsiteX5" fmla="*/ 868680 w 2019300"/>
                    <a:gd name="connsiteY5" fmla="*/ 120015 h 1009650"/>
                    <a:gd name="connsiteX6" fmla="*/ 847725 w 2019300"/>
                    <a:gd name="connsiteY6" fmla="*/ 120015 h 1009650"/>
                    <a:gd name="connsiteX7" fmla="*/ 803910 w 2019300"/>
                    <a:gd name="connsiteY7" fmla="*/ 110490 h 1009650"/>
                    <a:gd name="connsiteX8" fmla="*/ 741045 w 2019300"/>
                    <a:gd name="connsiteY8" fmla="*/ 87630 h 1009650"/>
                    <a:gd name="connsiteX9" fmla="*/ 716280 w 2019300"/>
                    <a:gd name="connsiteY9" fmla="*/ 87630 h 1009650"/>
                    <a:gd name="connsiteX10" fmla="*/ 661035 w 2019300"/>
                    <a:gd name="connsiteY10" fmla="*/ 91440 h 1009650"/>
                    <a:gd name="connsiteX11" fmla="*/ 643890 w 2019300"/>
                    <a:gd name="connsiteY11" fmla="*/ 93345 h 1009650"/>
                    <a:gd name="connsiteX12" fmla="*/ 571500 w 2019300"/>
                    <a:gd name="connsiteY12" fmla="*/ 83820 h 1009650"/>
                    <a:gd name="connsiteX13" fmla="*/ 556260 w 2019300"/>
                    <a:gd name="connsiteY13" fmla="*/ 78105 h 1009650"/>
                    <a:gd name="connsiteX14" fmla="*/ 550545 w 2019300"/>
                    <a:gd name="connsiteY14" fmla="*/ 76200 h 1009650"/>
                    <a:gd name="connsiteX15" fmla="*/ 520065 w 2019300"/>
                    <a:gd name="connsiteY15" fmla="*/ 64770 h 1009650"/>
                    <a:gd name="connsiteX16" fmla="*/ 499110 w 2019300"/>
                    <a:gd name="connsiteY16" fmla="*/ 64770 h 1009650"/>
                    <a:gd name="connsiteX17" fmla="*/ 422910 w 2019300"/>
                    <a:gd name="connsiteY17" fmla="*/ 64770 h 1009650"/>
                    <a:gd name="connsiteX18" fmla="*/ 344805 w 2019300"/>
                    <a:gd name="connsiteY18" fmla="*/ 59055 h 1009650"/>
                    <a:gd name="connsiteX19" fmla="*/ 295275 w 2019300"/>
                    <a:gd name="connsiteY19" fmla="*/ 28575 h 1009650"/>
                    <a:gd name="connsiteX20" fmla="*/ 255270 w 2019300"/>
                    <a:gd name="connsiteY20" fmla="*/ 43815 h 1009650"/>
                    <a:gd name="connsiteX21" fmla="*/ 224790 w 2019300"/>
                    <a:gd name="connsiteY21" fmla="*/ 74295 h 1009650"/>
                    <a:gd name="connsiteX22" fmla="*/ 192405 w 2019300"/>
                    <a:gd name="connsiteY22" fmla="*/ 93345 h 1009650"/>
                    <a:gd name="connsiteX23" fmla="*/ 140970 w 2019300"/>
                    <a:gd name="connsiteY23" fmla="*/ 81915 h 1009650"/>
                    <a:gd name="connsiteX24" fmla="*/ 114300 w 2019300"/>
                    <a:gd name="connsiteY24" fmla="*/ 93345 h 1009650"/>
                    <a:gd name="connsiteX25" fmla="*/ 102870 w 2019300"/>
                    <a:gd name="connsiteY25" fmla="*/ 135255 h 1009650"/>
                    <a:gd name="connsiteX26" fmla="*/ 125730 w 2019300"/>
                    <a:gd name="connsiteY26" fmla="*/ 220980 h 1009650"/>
                    <a:gd name="connsiteX27" fmla="*/ 160020 w 2019300"/>
                    <a:gd name="connsiteY27" fmla="*/ 297180 h 1009650"/>
                    <a:gd name="connsiteX28" fmla="*/ 184785 w 2019300"/>
                    <a:gd name="connsiteY28" fmla="*/ 342900 h 1009650"/>
                    <a:gd name="connsiteX29" fmla="*/ 184785 w 2019300"/>
                    <a:gd name="connsiteY29" fmla="*/ 375285 h 1009650"/>
                    <a:gd name="connsiteX30" fmla="*/ 146685 w 2019300"/>
                    <a:gd name="connsiteY30" fmla="*/ 400050 h 1009650"/>
                    <a:gd name="connsiteX31" fmla="*/ 100965 w 2019300"/>
                    <a:gd name="connsiteY31" fmla="*/ 421005 h 1009650"/>
                    <a:gd name="connsiteX32" fmla="*/ 59055 w 2019300"/>
                    <a:gd name="connsiteY32" fmla="*/ 422910 h 1009650"/>
                    <a:gd name="connsiteX33" fmla="*/ 22860 w 2019300"/>
                    <a:gd name="connsiteY33" fmla="*/ 445770 h 1009650"/>
                    <a:gd name="connsiteX34" fmla="*/ 0 w 2019300"/>
                    <a:gd name="connsiteY34" fmla="*/ 464820 h 1009650"/>
                    <a:gd name="connsiteX35" fmla="*/ 26670 w 2019300"/>
                    <a:gd name="connsiteY35" fmla="*/ 497205 h 1009650"/>
                    <a:gd name="connsiteX36" fmla="*/ 57150 w 2019300"/>
                    <a:gd name="connsiteY36" fmla="*/ 571500 h 1009650"/>
                    <a:gd name="connsiteX37" fmla="*/ 57150 w 2019300"/>
                    <a:gd name="connsiteY37" fmla="*/ 605790 h 1009650"/>
                    <a:gd name="connsiteX38" fmla="*/ 40005 w 2019300"/>
                    <a:gd name="connsiteY38" fmla="*/ 641985 h 1009650"/>
                    <a:gd name="connsiteX39" fmla="*/ 3810 w 2019300"/>
                    <a:gd name="connsiteY39" fmla="*/ 659130 h 1009650"/>
                    <a:gd name="connsiteX40" fmla="*/ 15240 w 2019300"/>
                    <a:gd name="connsiteY40" fmla="*/ 699135 h 1009650"/>
                    <a:gd name="connsiteX41" fmla="*/ 60960 w 2019300"/>
                    <a:gd name="connsiteY41" fmla="*/ 693420 h 1009650"/>
                    <a:gd name="connsiteX42" fmla="*/ 102870 w 2019300"/>
                    <a:gd name="connsiteY42" fmla="*/ 649605 h 1009650"/>
                    <a:gd name="connsiteX43" fmla="*/ 177165 w 2019300"/>
                    <a:gd name="connsiteY43" fmla="*/ 607695 h 1009650"/>
                    <a:gd name="connsiteX44" fmla="*/ 228600 w 2019300"/>
                    <a:gd name="connsiteY44" fmla="*/ 586740 h 1009650"/>
                    <a:gd name="connsiteX45" fmla="*/ 278130 w 2019300"/>
                    <a:gd name="connsiteY45" fmla="*/ 596265 h 1009650"/>
                    <a:gd name="connsiteX46" fmla="*/ 287655 w 2019300"/>
                    <a:gd name="connsiteY46" fmla="*/ 638175 h 1009650"/>
                    <a:gd name="connsiteX47" fmla="*/ 312420 w 2019300"/>
                    <a:gd name="connsiteY47" fmla="*/ 655320 h 1009650"/>
                    <a:gd name="connsiteX48" fmla="*/ 360045 w 2019300"/>
                    <a:gd name="connsiteY48" fmla="*/ 647700 h 1009650"/>
                    <a:gd name="connsiteX49" fmla="*/ 384810 w 2019300"/>
                    <a:gd name="connsiteY49" fmla="*/ 628650 h 1009650"/>
                    <a:gd name="connsiteX50" fmla="*/ 401955 w 2019300"/>
                    <a:gd name="connsiteY50" fmla="*/ 628650 h 1009650"/>
                    <a:gd name="connsiteX51" fmla="*/ 415290 w 2019300"/>
                    <a:gd name="connsiteY51" fmla="*/ 649605 h 1009650"/>
                    <a:gd name="connsiteX52" fmla="*/ 447675 w 2019300"/>
                    <a:gd name="connsiteY52" fmla="*/ 659130 h 1009650"/>
                    <a:gd name="connsiteX53" fmla="*/ 481965 w 2019300"/>
                    <a:gd name="connsiteY53" fmla="*/ 640080 h 1009650"/>
                    <a:gd name="connsiteX54" fmla="*/ 502920 w 2019300"/>
                    <a:gd name="connsiteY54" fmla="*/ 605790 h 1009650"/>
                    <a:gd name="connsiteX55" fmla="*/ 558165 w 2019300"/>
                    <a:gd name="connsiteY55" fmla="*/ 609600 h 1009650"/>
                    <a:gd name="connsiteX56" fmla="*/ 607695 w 2019300"/>
                    <a:gd name="connsiteY56" fmla="*/ 628650 h 1009650"/>
                    <a:gd name="connsiteX57" fmla="*/ 619125 w 2019300"/>
                    <a:gd name="connsiteY57" fmla="*/ 672465 h 1009650"/>
                    <a:gd name="connsiteX58" fmla="*/ 645795 w 2019300"/>
                    <a:gd name="connsiteY58" fmla="*/ 699135 h 1009650"/>
                    <a:gd name="connsiteX59" fmla="*/ 689610 w 2019300"/>
                    <a:gd name="connsiteY59" fmla="*/ 672465 h 1009650"/>
                    <a:gd name="connsiteX60" fmla="*/ 721995 w 2019300"/>
                    <a:gd name="connsiteY60" fmla="*/ 653415 h 1009650"/>
                    <a:gd name="connsiteX61" fmla="*/ 758190 w 2019300"/>
                    <a:gd name="connsiteY61" fmla="*/ 680085 h 1009650"/>
                    <a:gd name="connsiteX62" fmla="*/ 796290 w 2019300"/>
                    <a:gd name="connsiteY62" fmla="*/ 676275 h 1009650"/>
                    <a:gd name="connsiteX63" fmla="*/ 811530 w 2019300"/>
                    <a:gd name="connsiteY63" fmla="*/ 662940 h 1009650"/>
                    <a:gd name="connsiteX64" fmla="*/ 857250 w 2019300"/>
                    <a:gd name="connsiteY64" fmla="*/ 674370 h 1009650"/>
                    <a:gd name="connsiteX65" fmla="*/ 899160 w 2019300"/>
                    <a:gd name="connsiteY65" fmla="*/ 706755 h 1009650"/>
                    <a:gd name="connsiteX66" fmla="*/ 906780 w 2019300"/>
                    <a:gd name="connsiteY66" fmla="*/ 727710 h 1009650"/>
                    <a:gd name="connsiteX67" fmla="*/ 904875 w 2019300"/>
                    <a:gd name="connsiteY67" fmla="*/ 762000 h 1009650"/>
                    <a:gd name="connsiteX68" fmla="*/ 935355 w 2019300"/>
                    <a:gd name="connsiteY68" fmla="*/ 786765 h 1009650"/>
                    <a:gd name="connsiteX69" fmla="*/ 973455 w 2019300"/>
                    <a:gd name="connsiteY69" fmla="*/ 784860 h 1009650"/>
                    <a:gd name="connsiteX70" fmla="*/ 1013460 w 2019300"/>
                    <a:gd name="connsiteY70" fmla="*/ 796290 h 1009650"/>
                    <a:gd name="connsiteX71" fmla="*/ 1030605 w 2019300"/>
                    <a:gd name="connsiteY71" fmla="*/ 828675 h 1009650"/>
                    <a:gd name="connsiteX72" fmla="*/ 1055370 w 2019300"/>
                    <a:gd name="connsiteY72" fmla="*/ 882015 h 1009650"/>
                    <a:gd name="connsiteX73" fmla="*/ 1120140 w 2019300"/>
                    <a:gd name="connsiteY73" fmla="*/ 912495 h 1009650"/>
                    <a:gd name="connsiteX74" fmla="*/ 1156335 w 2019300"/>
                    <a:gd name="connsiteY74" fmla="*/ 882015 h 1009650"/>
                    <a:gd name="connsiteX75" fmla="*/ 1163955 w 2019300"/>
                    <a:gd name="connsiteY75" fmla="*/ 840105 h 1009650"/>
                    <a:gd name="connsiteX76" fmla="*/ 1167765 w 2019300"/>
                    <a:gd name="connsiteY76" fmla="*/ 819150 h 1009650"/>
                    <a:gd name="connsiteX77" fmla="*/ 1198245 w 2019300"/>
                    <a:gd name="connsiteY77" fmla="*/ 798195 h 1009650"/>
                    <a:gd name="connsiteX78" fmla="*/ 1223010 w 2019300"/>
                    <a:gd name="connsiteY78" fmla="*/ 788670 h 1009650"/>
                    <a:gd name="connsiteX79" fmla="*/ 1308735 w 2019300"/>
                    <a:gd name="connsiteY79" fmla="*/ 779145 h 1009650"/>
                    <a:gd name="connsiteX80" fmla="*/ 1405890 w 2019300"/>
                    <a:gd name="connsiteY80" fmla="*/ 782955 h 1009650"/>
                    <a:gd name="connsiteX81" fmla="*/ 1419225 w 2019300"/>
                    <a:gd name="connsiteY81" fmla="*/ 777240 h 1009650"/>
                    <a:gd name="connsiteX82" fmla="*/ 1455420 w 2019300"/>
                    <a:gd name="connsiteY82" fmla="*/ 798195 h 1009650"/>
                    <a:gd name="connsiteX83" fmla="*/ 1457325 w 2019300"/>
                    <a:gd name="connsiteY83" fmla="*/ 840105 h 1009650"/>
                    <a:gd name="connsiteX84" fmla="*/ 1442085 w 2019300"/>
                    <a:gd name="connsiteY84" fmla="*/ 885825 h 1009650"/>
                    <a:gd name="connsiteX85" fmla="*/ 1442085 w 2019300"/>
                    <a:gd name="connsiteY85" fmla="*/ 906780 h 1009650"/>
                    <a:gd name="connsiteX86" fmla="*/ 1447800 w 2019300"/>
                    <a:gd name="connsiteY86" fmla="*/ 952500 h 1009650"/>
                    <a:gd name="connsiteX87" fmla="*/ 1468755 w 2019300"/>
                    <a:gd name="connsiteY87" fmla="*/ 1003935 h 1009650"/>
                    <a:gd name="connsiteX88" fmla="*/ 1504950 w 2019300"/>
                    <a:gd name="connsiteY88" fmla="*/ 1009650 h 1009650"/>
                    <a:gd name="connsiteX89" fmla="*/ 1525905 w 2019300"/>
                    <a:gd name="connsiteY89" fmla="*/ 962025 h 1009650"/>
                    <a:gd name="connsiteX90" fmla="*/ 1527810 w 2019300"/>
                    <a:gd name="connsiteY90" fmla="*/ 923925 h 1009650"/>
                    <a:gd name="connsiteX91" fmla="*/ 1550670 w 2019300"/>
                    <a:gd name="connsiteY91" fmla="*/ 882015 h 1009650"/>
                    <a:gd name="connsiteX92" fmla="*/ 1617345 w 2019300"/>
                    <a:gd name="connsiteY92" fmla="*/ 838200 h 1009650"/>
                    <a:gd name="connsiteX93" fmla="*/ 1653540 w 2019300"/>
                    <a:gd name="connsiteY93" fmla="*/ 796290 h 1009650"/>
                    <a:gd name="connsiteX94" fmla="*/ 1668780 w 2019300"/>
                    <a:gd name="connsiteY94" fmla="*/ 750570 h 1009650"/>
                    <a:gd name="connsiteX95" fmla="*/ 1655445 w 2019300"/>
                    <a:gd name="connsiteY95" fmla="*/ 695325 h 1009650"/>
                    <a:gd name="connsiteX96" fmla="*/ 1678305 w 2019300"/>
                    <a:gd name="connsiteY96" fmla="*/ 649605 h 1009650"/>
                    <a:gd name="connsiteX97" fmla="*/ 1706880 w 2019300"/>
                    <a:gd name="connsiteY97" fmla="*/ 588645 h 1009650"/>
                    <a:gd name="connsiteX98" fmla="*/ 1765935 w 2019300"/>
                    <a:gd name="connsiteY98" fmla="*/ 563880 h 1009650"/>
                    <a:gd name="connsiteX99" fmla="*/ 1798320 w 2019300"/>
                    <a:gd name="connsiteY99" fmla="*/ 539115 h 1009650"/>
                    <a:gd name="connsiteX100" fmla="*/ 1809750 w 2019300"/>
                    <a:gd name="connsiteY100" fmla="*/ 491490 h 1009650"/>
                    <a:gd name="connsiteX101" fmla="*/ 1823085 w 2019300"/>
                    <a:gd name="connsiteY101" fmla="*/ 459105 h 1009650"/>
                    <a:gd name="connsiteX102" fmla="*/ 1863090 w 2019300"/>
                    <a:gd name="connsiteY102" fmla="*/ 455295 h 1009650"/>
                    <a:gd name="connsiteX103" fmla="*/ 1903095 w 2019300"/>
                    <a:gd name="connsiteY103" fmla="*/ 449580 h 1009650"/>
                    <a:gd name="connsiteX104" fmla="*/ 1912620 w 2019300"/>
                    <a:gd name="connsiteY104" fmla="*/ 396240 h 1009650"/>
                    <a:gd name="connsiteX105" fmla="*/ 1918335 w 2019300"/>
                    <a:gd name="connsiteY105" fmla="*/ 348615 h 1009650"/>
                    <a:gd name="connsiteX106" fmla="*/ 1965960 w 2019300"/>
                    <a:gd name="connsiteY106" fmla="*/ 287655 h 1009650"/>
                    <a:gd name="connsiteX107" fmla="*/ 2009775 w 2019300"/>
                    <a:gd name="connsiteY107" fmla="*/ 243840 h 1009650"/>
                    <a:gd name="connsiteX108" fmla="*/ 2019300 w 2019300"/>
                    <a:gd name="connsiteY108" fmla="*/ 217170 h 1009650"/>
                    <a:gd name="connsiteX109" fmla="*/ 1983105 w 2019300"/>
                    <a:gd name="connsiteY109" fmla="*/ 182880 h 1009650"/>
                    <a:gd name="connsiteX110" fmla="*/ 1958340 w 2019300"/>
                    <a:gd name="connsiteY110" fmla="*/ 133350 h 1009650"/>
                    <a:gd name="connsiteX111" fmla="*/ 1964055 w 2019300"/>
                    <a:gd name="connsiteY111" fmla="*/ 72390 h 1009650"/>
                    <a:gd name="connsiteX112" fmla="*/ 1967865 w 2019300"/>
                    <a:gd name="connsiteY112" fmla="*/ 26670 h 1009650"/>
                    <a:gd name="connsiteX113" fmla="*/ 1952625 w 2019300"/>
                    <a:gd name="connsiteY113" fmla="*/ 0 h 1009650"/>
                    <a:gd name="connsiteX114" fmla="*/ 1918335 w 2019300"/>
                    <a:gd name="connsiteY114" fmla="*/ 13335 h 1009650"/>
                    <a:gd name="connsiteX115" fmla="*/ 1864995 w 2019300"/>
                    <a:gd name="connsiteY115" fmla="*/ 36195 h 1009650"/>
                    <a:gd name="connsiteX116" fmla="*/ 1811655 w 2019300"/>
                    <a:gd name="connsiteY116" fmla="*/ 40005 h 1009650"/>
                    <a:gd name="connsiteX117" fmla="*/ 1750695 w 2019300"/>
                    <a:gd name="connsiteY117" fmla="*/ 55245 h 1009650"/>
                    <a:gd name="connsiteX118" fmla="*/ 1632585 w 2019300"/>
                    <a:gd name="connsiteY118" fmla="*/ 49530 h 1009650"/>
                    <a:gd name="connsiteX119" fmla="*/ 1514475 w 2019300"/>
                    <a:gd name="connsiteY119" fmla="*/ 43815 h 1009650"/>
                    <a:gd name="connsiteX120" fmla="*/ 1495425 w 2019300"/>
                    <a:gd name="connsiteY120" fmla="*/ 45720 h 1009650"/>
                    <a:gd name="connsiteX121" fmla="*/ 1373505 w 2019300"/>
                    <a:gd name="connsiteY121" fmla="*/ 59055 h 1009650"/>
                    <a:gd name="connsiteX122" fmla="*/ 1312545 w 2019300"/>
                    <a:gd name="connsiteY122" fmla="*/ 55245 h 1009650"/>
                    <a:gd name="connsiteX123" fmla="*/ 1268730 w 2019300"/>
                    <a:gd name="connsiteY123" fmla="*/ 66675 h 1009650"/>
                    <a:gd name="connsiteX124" fmla="*/ 1234440 w 2019300"/>
                    <a:gd name="connsiteY124" fmla="*/ 57150 h 1009650"/>
                    <a:gd name="connsiteX125" fmla="*/ 1163955 w 2019300"/>
                    <a:gd name="connsiteY125" fmla="*/ 24765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2019300" h="1009650">
                      <a:moveTo>
                        <a:pt x="1163955" y="24765"/>
                      </a:moveTo>
                      <a:lnTo>
                        <a:pt x="1118235" y="43815"/>
                      </a:lnTo>
                      <a:lnTo>
                        <a:pt x="1089660" y="78105"/>
                      </a:lnTo>
                      <a:lnTo>
                        <a:pt x="1057275" y="106680"/>
                      </a:lnTo>
                      <a:lnTo>
                        <a:pt x="1011555" y="118110"/>
                      </a:lnTo>
                      <a:lnTo>
                        <a:pt x="868680" y="120015"/>
                      </a:lnTo>
                      <a:lnTo>
                        <a:pt x="847725" y="120015"/>
                      </a:lnTo>
                      <a:lnTo>
                        <a:pt x="803910" y="110490"/>
                      </a:lnTo>
                      <a:lnTo>
                        <a:pt x="741045" y="87630"/>
                      </a:lnTo>
                      <a:lnTo>
                        <a:pt x="716280" y="87630"/>
                      </a:lnTo>
                      <a:lnTo>
                        <a:pt x="661035" y="91440"/>
                      </a:lnTo>
                      <a:lnTo>
                        <a:pt x="643890" y="93345"/>
                      </a:lnTo>
                      <a:lnTo>
                        <a:pt x="571500" y="83820"/>
                      </a:lnTo>
                      <a:lnTo>
                        <a:pt x="556260" y="78105"/>
                      </a:lnTo>
                      <a:cubicBezTo>
                        <a:pt x="554373" y="77419"/>
                        <a:pt x="550545" y="76200"/>
                        <a:pt x="550545" y="76200"/>
                      </a:cubicBezTo>
                      <a:lnTo>
                        <a:pt x="520065" y="64770"/>
                      </a:lnTo>
                      <a:lnTo>
                        <a:pt x="499110" y="64770"/>
                      </a:lnTo>
                      <a:lnTo>
                        <a:pt x="422910" y="64770"/>
                      </a:lnTo>
                      <a:lnTo>
                        <a:pt x="344805" y="59055"/>
                      </a:lnTo>
                      <a:lnTo>
                        <a:pt x="295275" y="28575"/>
                      </a:lnTo>
                      <a:lnTo>
                        <a:pt x="255270" y="43815"/>
                      </a:lnTo>
                      <a:lnTo>
                        <a:pt x="224790" y="74295"/>
                      </a:lnTo>
                      <a:lnTo>
                        <a:pt x="192405" y="93345"/>
                      </a:lnTo>
                      <a:lnTo>
                        <a:pt x="140970" y="81915"/>
                      </a:lnTo>
                      <a:lnTo>
                        <a:pt x="114300" y="93345"/>
                      </a:lnTo>
                      <a:lnTo>
                        <a:pt x="102870" y="135255"/>
                      </a:lnTo>
                      <a:lnTo>
                        <a:pt x="125730" y="220980"/>
                      </a:lnTo>
                      <a:lnTo>
                        <a:pt x="160020" y="297180"/>
                      </a:lnTo>
                      <a:lnTo>
                        <a:pt x="184785" y="342900"/>
                      </a:lnTo>
                      <a:lnTo>
                        <a:pt x="184785" y="375285"/>
                      </a:lnTo>
                      <a:lnTo>
                        <a:pt x="146685" y="400050"/>
                      </a:lnTo>
                      <a:lnTo>
                        <a:pt x="100965" y="421005"/>
                      </a:lnTo>
                      <a:lnTo>
                        <a:pt x="59055" y="422910"/>
                      </a:lnTo>
                      <a:lnTo>
                        <a:pt x="22860" y="445770"/>
                      </a:lnTo>
                      <a:lnTo>
                        <a:pt x="0" y="464820"/>
                      </a:lnTo>
                      <a:lnTo>
                        <a:pt x="26670" y="497205"/>
                      </a:lnTo>
                      <a:lnTo>
                        <a:pt x="57150" y="571500"/>
                      </a:lnTo>
                      <a:lnTo>
                        <a:pt x="57150" y="605790"/>
                      </a:lnTo>
                      <a:lnTo>
                        <a:pt x="40005" y="641985"/>
                      </a:lnTo>
                      <a:lnTo>
                        <a:pt x="3810" y="659130"/>
                      </a:lnTo>
                      <a:lnTo>
                        <a:pt x="15240" y="699135"/>
                      </a:lnTo>
                      <a:lnTo>
                        <a:pt x="60960" y="693420"/>
                      </a:lnTo>
                      <a:lnTo>
                        <a:pt x="102870" y="649605"/>
                      </a:lnTo>
                      <a:lnTo>
                        <a:pt x="177165" y="607695"/>
                      </a:lnTo>
                      <a:lnTo>
                        <a:pt x="228600" y="586740"/>
                      </a:lnTo>
                      <a:lnTo>
                        <a:pt x="278130" y="596265"/>
                      </a:lnTo>
                      <a:lnTo>
                        <a:pt x="287655" y="638175"/>
                      </a:lnTo>
                      <a:lnTo>
                        <a:pt x="312420" y="655320"/>
                      </a:lnTo>
                      <a:lnTo>
                        <a:pt x="360045" y="647700"/>
                      </a:lnTo>
                      <a:lnTo>
                        <a:pt x="384810" y="628650"/>
                      </a:lnTo>
                      <a:lnTo>
                        <a:pt x="401955" y="628650"/>
                      </a:lnTo>
                      <a:lnTo>
                        <a:pt x="415290" y="649605"/>
                      </a:lnTo>
                      <a:lnTo>
                        <a:pt x="447675" y="659130"/>
                      </a:lnTo>
                      <a:lnTo>
                        <a:pt x="481965" y="640080"/>
                      </a:lnTo>
                      <a:lnTo>
                        <a:pt x="502920" y="605790"/>
                      </a:lnTo>
                      <a:lnTo>
                        <a:pt x="558165" y="609600"/>
                      </a:lnTo>
                      <a:lnTo>
                        <a:pt x="607695" y="628650"/>
                      </a:lnTo>
                      <a:lnTo>
                        <a:pt x="619125" y="672465"/>
                      </a:lnTo>
                      <a:lnTo>
                        <a:pt x="645795" y="699135"/>
                      </a:lnTo>
                      <a:lnTo>
                        <a:pt x="689610" y="672465"/>
                      </a:lnTo>
                      <a:lnTo>
                        <a:pt x="721995" y="653415"/>
                      </a:lnTo>
                      <a:lnTo>
                        <a:pt x="758190" y="680085"/>
                      </a:lnTo>
                      <a:lnTo>
                        <a:pt x="796290" y="676275"/>
                      </a:lnTo>
                      <a:lnTo>
                        <a:pt x="811530" y="662940"/>
                      </a:lnTo>
                      <a:lnTo>
                        <a:pt x="857250" y="674370"/>
                      </a:lnTo>
                      <a:lnTo>
                        <a:pt x="899160" y="706755"/>
                      </a:lnTo>
                      <a:lnTo>
                        <a:pt x="906780" y="727710"/>
                      </a:lnTo>
                      <a:lnTo>
                        <a:pt x="904875" y="762000"/>
                      </a:lnTo>
                      <a:lnTo>
                        <a:pt x="935355" y="786765"/>
                      </a:lnTo>
                      <a:lnTo>
                        <a:pt x="973455" y="784860"/>
                      </a:lnTo>
                      <a:lnTo>
                        <a:pt x="1013460" y="796290"/>
                      </a:lnTo>
                      <a:lnTo>
                        <a:pt x="1030605" y="828675"/>
                      </a:lnTo>
                      <a:lnTo>
                        <a:pt x="1055370" y="882015"/>
                      </a:lnTo>
                      <a:lnTo>
                        <a:pt x="1120140" y="912495"/>
                      </a:lnTo>
                      <a:lnTo>
                        <a:pt x="1156335" y="882015"/>
                      </a:lnTo>
                      <a:lnTo>
                        <a:pt x="1163955" y="840105"/>
                      </a:lnTo>
                      <a:lnTo>
                        <a:pt x="1167765" y="819150"/>
                      </a:lnTo>
                      <a:lnTo>
                        <a:pt x="1198245" y="798195"/>
                      </a:lnTo>
                      <a:cubicBezTo>
                        <a:pt x="1220356" y="788144"/>
                        <a:pt x="1211527" y="788670"/>
                        <a:pt x="1223010" y="788670"/>
                      </a:cubicBezTo>
                      <a:lnTo>
                        <a:pt x="1308735" y="779145"/>
                      </a:lnTo>
                      <a:lnTo>
                        <a:pt x="1405890" y="782955"/>
                      </a:lnTo>
                      <a:lnTo>
                        <a:pt x="1419225" y="777240"/>
                      </a:lnTo>
                      <a:lnTo>
                        <a:pt x="1455420" y="798195"/>
                      </a:lnTo>
                      <a:lnTo>
                        <a:pt x="1457325" y="840105"/>
                      </a:lnTo>
                      <a:lnTo>
                        <a:pt x="1442085" y="885825"/>
                      </a:lnTo>
                      <a:lnTo>
                        <a:pt x="1442085" y="906780"/>
                      </a:lnTo>
                      <a:lnTo>
                        <a:pt x="1447800" y="952500"/>
                      </a:lnTo>
                      <a:lnTo>
                        <a:pt x="1468755" y="1003935"/>
                      </a:lnTo>
                      <a:lnTo>
                        <a:pt x="1504950" y="1009650"/>
                      </a:lnTo>
                      <a:lnTo>
                        <a:pt x="1525905" y="962025"/>
                      </a:lnTo>
                      <a:lnTo>
                        <a:pt x="1527810" y="923925"/>
                      </a:lnTo>
                      <a:lnTo>
                        <a:pt x="1550670" y="882015"/>
                      </a:lnTo>
                      <a:lnTo>
                        <a:pt x="1617345" y="838200"/>
                      </a:lnTo>
                      <a:lnTo>
                        <a:pt x="1653540" y="796290"/>
                      </a:lnTo>
                      <a:lnTo>
                        <a:pt x="1668780" y="750570"/>
                      </a:lnTo>
                      <a:lnTo>
                        <a:pt x="1655445" y="695325"/>
                      </a:lnTo>
                      <a:lnTo>
                        <a:pt x="1678305" y="649605"/>
                      </a:lnTo>
                      <a:lnTo>
                        <a:pt x="1706880" y="588645"/>
                      </a:lnTo>
                      <a:lnTo>
                        <a:pt x="1765935" y="563880"/>
                      </a:lnTo>
                      <a:lnTo>
                        <a:pt x="1798320" y="539115"/>
                      </a:lnTo>
                      <a:lnTo>
                        <a:pt x="1809750" y="491490"/>
                      </a:lnTo>
                      <a:lnTo>
                        <a:pt x="1823085" y="459105"/>
                      </a:lnTo>
                      <a:lnTo>
                        <a:pt x="1863090" y="455295"/>
                      </a:lnTo>
                      <a:lnTo>
                        <a:pt x="1903095" y="449580"/>
                      </a:lnTo>
                      <a:lnTo>
                        <a:pt x="1912620" y="396240"/>
                      </a:lnTo>
                      <a:lnTo>
                        <a:pt x="1918335" y="348615"/>
                      </a:lnTo>
                      <a:lnTo>
                        <a:pt x="1965960" y="287655"/>
                      </a:lnTo>
                      <a:lnTo>
                        <a:pt x="2009775" y="243840"/>
                      </a:lnTo>
                      <a:lnTo>
                        <a:pt x="2019300" y="217170"/>
                      </a:lnTo>
                      <a:lnTo>
                        <a:pt x="1983105" y="182880"/>
                      </a:lnTo>
                      <a:lnTo>
                        <a:pt x="1958340" y="133350"/>
                      </a:lnTo>
                      <a:lnTo>
                        <a:pt x="1964055" y="72390"/>
                      </a:lnTo>
                      <a:lnTo>
                        <a:pt x="1967865" y="26670"/>
                      </a:lnTo>
                      <a:lnTo>
                        <a:pt x="1952625" y="0"/>
                      </a:lnTo>
                      <a:lnTo>
                        <a:pt x="1918335" y="13335"/>
                      </a:lnTo>
                      <a:lnTo>
                        <a:pt x="1864995" y="36195"/>
                      </a:lnTo>
                      <a:lnTo>
                        <a:pt x="1811655" y="40005"/>
                      </a:lnTo>
                      <a:lnTo>
                        <a:pt x="1750695" y="55245"/>
                      </a:lnTo>
                      <a:lnTo>
                        <a:pt x="1632585" y="49530"/>
                      </a:lnTo>
                      <a:lnTo>
                        <a:pt x="1514475" y="43815"/>
                      </a:lnTo>
                      <a:lnTo>
                        <a:pt x="1495425" y="45720"/>
                      </a:lnTo>
                      <a:lnTo>
                        <a:pt x="1373505" y="59055"/>
                      </a:lnTo>
                      <a:lnTo>
                        <a:pt x="1312545" y="55245"/>
                      </a:lnTo>
                      <a:lnTo>
                        <a:pt x="1268730" y="66675"/>
                      </a:lnTo>
                      <a:lnTo>
                        <a:pt x="1234440" y="57150"/>
                      </a:lnTo>
                      <a:lnTo>
                        <a:pt x="1163955" y="2476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2" name="용산구">
                  <a:extLst>
                    <a:ext uri="{FF2B5EF4-FFF2-40B4-BE49-F238E27FC236}">
                      <a16:creationId xmlns:a16="http://schemas.microsoft.com/office/drawing/2014/main" id="{42B4E4CA-1B2D-AF96-8EB1-2791CFDA4519}"/>
                    </a:ext>
                  </a:extLst>
                </p:cNvPr>
                <p:cNvSpPr/>
                <p:nvPr/>
              </p:nvSpPr>
              <p:spPr>
                <a:xfrm>
                  <a:off x="1877060" y="7320280"/>
                  <a:ext cx="2268220" cy="1597660"/>
                </a:xfrm>
                <a:custGeom>
                  <a:avLst/>
                  <a:gdLst>
                    <a:gd name="connsiteX0" fmla="*/ 802640 w 2268220"/>
                    <a:gd name="connsiteY0" fmla="*/ 71120 h 1597660"/>
                    <a:gd name="connsiteX1" fmla="*/ 762000 w 2268220"/>
                    <a:gd name="connsiteY1" fmla="*/ 27940 h 1597660"/>
                    <a:gd name="connsiteX2" fmla="*/ 739140 w 2268220"/>
                    <a:gd name="connsiteY2" fmla="*/ 0 h 1597660"/>
                    <a:gd name="connsiteX3" fmla="*/ 693420 w 2268220"/>
                    <a:gd name="connsiteY3" fmla="*/ 15240 h 1597660"/>
                    <a:gd name="connsiteX4" fmla="*/ 665480 w 2268220"/>
                    <a:gd name="connsiteY4" fmla="*/ 48260 h 1597660"/>
                    <a:gd name="connsiteX5" fmla="*/ 635000 w 2268220"/>
                    <a:gd name="connsiteY5" fmla="*/ 60960 h 1597660"/>
                    <a:gd name="connsiteX6" fmla="*/ 609600 w 2268220"/>
                    <a:gd name="connsiteY6" fmla="*/ 76200 h 1597660"/>
                    <a:gd name="connsiteX7" fmla="*/ 579120 w 2268220"/>
                    <a:gd name="connsiteY7" fmla="*/ 91440 h 1597660"/>
                    <a:gd name="connsiteX8" fmla="*/ 589280 w 2268220"/>
                    <a:gd name="connsiteY8" fmla="*/ 119380 h 1597660"/>
                    <a:gd name="connsiteX9" fmla="*/ 617220 w 2268220"/>
                    <a:gd name="connsiteY9" fmla="*/ 139700 h 1597660"/>
                    <a:gd name="connsiteX10" fmla="*/ 629920 w 2268220"/>
                    <a:gd name="connsiteY10" fmla="*/ 185420 h 1597660"/>
                    <a:gd name="connsiteX11" fmla="*/ 622300 w 2268220"/>
                    <a:gd name="connsiteY11" fmla="*/ 231140 h 1597660"/>
                    <a:gd name="connsiteX12" fmla="*/ 584200 w 2268220"/>
                    <a:gd name="connsiteY12" fmla="*/ 284480 h 1597660"/>
                    <a:gd name="connsiteX13" fmla="*/ 551180 w 2268220"/>
                    <a:gd name="connsiteY13" fmla="*/ 327660 h 1597660"/>
                    <a:gd name="connsiteX14" fmla="*/ 485140 w 2268220"/>
                    <a:gd name="connsiteY14" fmla="*/ 358140 h 1597660"/>
                    <a:gd name="connsiteX15" fmla="*/ 439420 w 2268220"/>
                    <a:gd name="connsiteY15" fmla="*/ 375920 h 1597660"/>
                    <a:gd name="connsiteX16" fmla="*/ 401320 w 2268220"/>
                    <a:gd name="connsiteY16" fmla="*/ 416560 h 1597660"/>
                    <a:gd name="connsiteX17" fmla="*/ 393700 w 2268220"/>
                    <a:gd name="connsiteY17" fmla="*/ 480060 h 1597660"/>
                    <a:gd name="connsiteX18" fmla="*/ 383540 w 2268220"/>
                    <a:gd name="connsiteY18" fmla="*/ 523240 h 1597660"/>
                    <a:gd name="connsiteX19" fmla="*/ 388620 w 2268220"/>
                    <a:gd name="connsiteY19" fmla="*/ 581660 h 1597660"/>
                    <a:gd name="connsiteX20" fmla="*/ 337820 w 2268220"/>
                    <a:gd name="connsiteY20" fmla="*/ 614680 h 1597660"/>
                    <a:gd name="connsiteX21" fmla="*/ 312420 w 2268220"/>
                    <a:gd name="connsiteY21" fmla="*/ 635000 h 1597660"/>
                    <a:gd name="connsiteX22" fmla="*/ 307340 w 2268220"/>
                    <a:gd name="connsiteY22" fmla="*/ 670560 h 1597660"/>
                    <a:gd name="connsiteX23" fmla="*/ 269240 w 2268220"/>
                    <a:gd name="connsiteY23" fmla="*/ 713740 h 1597660"/>
                    <a:gd name="connsiteX24" fmla="*/ 241300 w 2268220"/>
                    <a:gd name="connsiteY24" fmla="*/ 751840 h 1597660"/>
                    <a:gd name="connsiteX25" fmla="*/ 215900 w 2268220"/>
                    <a:gd name="connsiteY25" fmla="*/ 774700 h 1597660"/>
                    <a:gd name="connsiteX26" fmla="*/ 170180 w 2268220"/>
                    <a:gd name="connsiteY26" fmla="*/ 782320 h 1597660"/>
                    <a:gd name="connsiteX27" fmla="*/ 101600 w 2268220"/>
                    <a:gd name="connsiteY27" fmla="*/ 782320 h 1597660"/>
                    <a:gd name="connsiteX28" fmla="*/ 68580 w 2268220"/>
                    <a:gd name="connsiteY28" fmla="*/ 792480 h 1597660"/>
                    <a:gd name="connsiteX29" fmla="*/ 17780 w 2268220"/>
                    <a:gd name="connsiteY29" fmla="*/ 825500 h 1597660"/>
                    <a:gd name="connsiteX30" fmla="*/ 2540 w 2268220"/>
                    <a:gd name="connsiteY30" fmla="*/ 848360 h 1597660"/>
                    <a:gd name="connsiteX31" fmla="*/ 0 w 2268220"/>
                    <a:gd name="connsiteY31" fmla="*/ 883920 h 1597660"/>
                    <a:gd name="connsiteX32" fmla="*/ 25400 w 2268220"/>
                    <a:gd name="connsiteY32" fmla="*/ 909320 h 1597660"/>
                    <a:gd name="connsiteX33" fmla="*/ 53340 w 2268220"/>
                    <a:gd name="connsiteY33" fmla="*/ 949960 h 1597660"/>
                    <a:gd name="connsiteX34" fmla="*/ 121920 w 2268220"/>
                    <a:gd name="connsiteY34" fmla="*/ 1016000 h 1597660"/>
                    <a:gd name="connsiteX35" fmla="*/ 162560 w 2268220"/>
                    <a:gd name="connsiteY35" fmla="*/ 1099820 h 1597660"/>
                    <a:gd name="connsiteX36" fmla="*/ 198120 w 2268220"/>
                    <a:gd name="connsiteY36" fmla="*/ 1155700 h 1597660"/>
                    <a:gd name="connsiteX37" fmla="*/ 266700 w 2268220"/>
                    <a:gd name="connsiteY37" fmla="*/ 1178560 h 1597660"/>
                    <a:gd name="connsiteX38" fmla="*/ 307340 w 2268220"/>
                    <a:gd name="connsiteY38" fmla="*/ 1231900 h 1597660"/>
                    <a:gd name="connsiteX39" fmla="*/ 370840 w 2268220"/>
                    <a:gd name="connsiteY39" fmla="*/ 1264920 h 1597660"/>
                    <a:gd name="connsiteX40" fmla="*/ 431800 w 2268220"/>
                    <a:gd name="connsiteY40" fmla="*/ 1290320 h 1597660"/>
                    <a:gd name="connsiteX41" fmla="*/ 490220 w 2268220"/>
                    <a:gd name="connsiteY41" fmla="*/ 1323340 h 1597660"/>
                    <a:gd name="connsiteX42" fmla="*/ 556260 w 2268220"/>
                    <a:gd name="connsiteY42" fmla="*/ 1341120 h 1597660"/>
                    <a:gd name="connsiteX43" fmla="*/ 640080 w 2268220"/>
                    <a:gd name="connsiteY43" fmla="*/ 1386840 h 1597660"/>
                    <a:gd name="connsiteX44" fmla="*/ 698500 w 2268220"/>
                    <a:gd name="connsiteY44" fmla="*/ 1430020 h 1597660"/>
                    <a:gd name="connsiteX45" fmla="*/ 833120 w 2268220"/>
                    <a:gd name="connsiteY45" fmla="*/ 1483360 h 1597660"/>
                    <a:gd name="connsiteX46" fmla="*/ 944880 w 2268220"/>
                    <a:gd name="connsiteY46" fmla="*/ 1516380 h 1597660"/>
                    <a:gd name="connsiteX47" fmla="*/ 1023620 w 2268220"/>
                    <a:gd name="connsiteY47" fmla="*/ 1534160 h 1597660"/>
                    <a:gd name="connsiteX48" fmla="*/ 1069340 w 2268220"/>
                    <a:gd name="connsiteY48" fmla="*/ 1551940 h 1597660"/>
                    <a:gd name="connsiteX49" fmla="*/ 1158240 w 2268220"/>
                    <a:gd name="connsiteY49" fmla="*/ 1582420 h 1597660"/>
                    <a:gd name="connsiteX50" fmla="*/ 1234440 w 2268220"/>
                    <a:gd name="connsiteY50" fmla="*/ 1597660 h 1597660"/>
                    <a:gd name="connsiteX51" fmla="*/ 1295400 w 2268220"/>
                    <a:gd name="connsiteY51" fmla="*/ 1590040 h 1597660"/>
                    <a:gd name="connsiteX52" fmla="*/ 1356360 w 2268220"/>
                    <a:gd name="connsiteY52" fmla="*/ 1564640 h 1597660"/>
                    <a:gd name="connsiteX53" fmla="*/ 1483360 w 2268220"/>
                    <a:gd name="connsiteY53" fmla="*/ 1534160 h 1597660"/>
                    <a:gd name="connsiteX54" fmla="*/ 1551940 w 2268220"/>
                    <a:gd name="connsiteY54" fmla="*/ 1511300 h 1597660"/>
                    <a:gd name="connsiteX55" fmla="*/ 1597660 w 2268220"/>
                    <a:gd name="connsiteY55" fmla="*/ 1501140 h 1597660"/>
                    <a:gd name="connsiteX56" fmla="*/ 1635760 w 2268220"/>
                    <a:gd name="connsiteY56" fmla="*/ 1488440 h 1597660"/>
                    <a:gd name="connsiteX57" fmla="*/ 1658620 w 2268220"/>
                    <a:gd name="connsiteY57" fmla="*/ 1457960 h 1597660"/>
                    <a:gd name="connsiteX58" fmla="*/ 1714500 w 2268220"/>
                    <a:gd name="connsiteY58" fmla="*/ 1409700 h 1597660"/>
                    <a:gd name="connsiteX59" fmla="*/ 1821180 w 2268220"/>
                    <a:gd name="connsiteY59" fmla="*/ 1346200 h 1597660"/>
                    <a:gd name="connsiteX60" fmla="*/ 1877060 w 2268220"/>
                    <a:gd name="connsiteY60" fmla="*/ 1287780 h 1597660"/>
                    <a:gd name="connsiteX61" fmla="*/ 1897380 w 2268220"/>
                    <a:gd name="connsiteY61" fmla="*/ 1280160 h 1597660"/>
                    <a:gd name="connsiteX62" fmla="*/ 1963420 w 2268220"/>
                    <a:gd name="connsiteY62" fmla="*/ 1244600 h 1597660"/>
                    <a:gd name="connsiteX63" fmla="*/ 2016760 w 2268220"/>
                    <a:gd name="connsiteY63" fmla="*/ 1186180 h 1597660"/>
                    <a:gd name="connsiteX64" fmla="*/ 2032000 w 2268220"/>
                    <a:gd name="connsiteY64" fmla="*/ 1168400 h 1597660"/>
                    <a:gd name="connsiteX65" fmla="*/ 2034540 w 2268220"/>
                    <a:gd name="connsiteY65" fmla="*/ 1130300 h 1597660"/>
                    <a:gd name="connsiteX66" fmla="*/ 2120900 w 2268220"/>
                    <a:gd name="connsiteY66" fmla="*/ 1018540 h 1597660"/>
                    <a:gd name="connsiteX67" fmla="*/ 2171700 w 2268220"/>
                    <a:gd name="connsiteY67" fmla="*/ 929640 h 1597660"/>
                    <a:gd name="connsiteX68" fmla="*/ 2214880 w 2268220"/>
                    <a:gd name="connsiteY68" fmla="*/ 853440 h 1597660"/>
                    <a:gd name="connsiteX69" fmla="*/ 2255520 w 2268220"/>
                    <a:gd name="connsiteY69" fmla="*/ 822960 h 1597660"/>
                    <a:gd name="connsiteX70" fmla="*/ 2268220 w 2268220"/>
                    <a:gd name="connsiteY70" fmla="*/ 792480 h 1597660"/>
                    <a:gd name="connsiteX71" fmla="*/ 2230120 w 2268220"/>
                    <a:gd name="connsiteY71" fmla="*/ 754380 h 1597660"/>
                    <a:gd name="connsiteX72" fmla="*/ 2192020 w 2268220"/>
                    <a:gd name="connsiteY72" fmla="*/ 711200 h 1597660"/>
                    <a:gd name="connsiteX73" fmla="*/ 2174240 w 2268220"/>
                    <a:gd name="connsiteY73" fmla="*/ 678180 h 1597660"/>
                    <a:gd name="connsiteX74" fmla="*/ 2153920 w 2268220"/>
                    <a:gd name="connsiteY74" fmla="*/ 650240 h 1597660"/>
                    <a:gd name="connsiteX75" fmla="*/ 2108200 w 2268220"/>
                    <a:gd name="connsiteY75" fmla="*/ 635000 h 1597660"/>
                    <a:gd name="connsiteX76" fmla="*/ 2062480 w 2268220"/>
                    <a:gd name="connsiteY76" fmla="*/ 624840 h 1597660"/>
                    <a:gd name="connsiteX77" fmla="*/ 2029460 w 2268220"/>
                    <a:gd name="connsiteY77" fmla="*/ 627380 h 1597660"/>
                    <a:gd name="connsiteX78" fmla="*/ 1996440 w 2268220"/>
                    <a:gd name="connsiteY78" fmla="*/ 619760 h 1597660"/>
                    <a:gd name="connsiteX79" fmla="*/ 1983740 w 2268220"/>
                    <a:gd name="connsiteY79" fmla="*/ 591820 h 1597660"/>
                    <a:gd name="connsiteX80" fmla="*/ 1983740 w 2268220"/>
                    <a:gd name="connsiteY80" fmla="*/ 520700 h 1597660"/>
                    <a:gd name="connsiteX81" fmla="*/ 1993900 w 2268220"/>
                    <a:gd name="connsiteY81" fmla="*/ 444500 h 1597660"/>
                    <a:gd name="connsiteX82" fmla="*/ 1976120 w 2268220"/>
                    <a:gd name="connsiteY82" fmla="*/ 416560 h 1597660"/>
                    <a:gd name="connsiteX83" fmla="*/ 1948180 w 2268220"/>
                    <a:gd name="connsiteY83" fmla="*/ 373380 h 1597660"/>
                    <a:gd name="connsiteX84" fmla="*/ 1932940 w 2268220"/>
                    <a:gd name="connsiteY84" fmla="*/ 337820 h 1597660"/>
                    <a:gd name="connsiteX85" fmla="*/ 1915160 w 2268220"/>
                    <a:gd name="connsiteY85" fmla="*/ 304800 h 1597660"/>
                    <a:gd name="connsiteX86" fmla="*/ 1905000 w 2268220"/>
                    <a:gd name="connsiteY86" fmla="*/ 271780 h 1597660"/>
                    <a:gd name="connsiteX87" fmla="*/ 1907540 w 2268220"/>
                    <a:gd name="connsiteY87" fmla="*/ 223520 h 1597660"/>
                    <a:gd name="connsiteX88" fmla="*/ 1899920 w 2268220"/>
                    <a:gd name="connsiteY88" fmla="*/ 193040 h 1597660"/>
                    <a:gd name="connsiteX89" fmla="*/ 1856740 w 2268220"/>
                    <a:gd name="connsiteY89" fmla="*/ 187960 h 1597660"/>
                    <a:gd name="connsiteX90" fmla="*/ 1793240 w 2268220"/>
                    <a:gd name="connsiteY90" fmla="*/ 198120 h 1597660"/>
                    <a:gd name="connsiteX91" fmla="*/ 1762760 w 2268220"/>
                    <a:gd name="connsiteY91" fmla="*/ 205740 h 1597660"/>
                    <a:gd name="connsiteX92" fmla="*/ 1755140 w 2268220"/>
                    <a:gd name="connsiteY92" fmla="*/ 248920 h 1597660"/>
                    <a:gd name="connsiteX93" fmla="*/ 1737360 w 2268220"/>
                    <a:gd name="connsiteY93" fmla="*/ 287020 h 1597660"/>
                    <a:gd name="connsiteX94" fmla="*/ 1699260 w 2268220"/>
                    <a:gd name="connsiteY94" fmla="*/ 312420 h 1597660"/>
                    <a:gd name="connsiteX95" fmla="*/ 1653540 w 2268220"/>
                    <a:gd name="connsiteY95" fmla="*/ 302260 h 1597660"/>
                    <a:gd name="connsiteX96" fmla="*/ 1595120 w 2268220"/>
                    <a:gd name="connsiteY96" fmla="*/ 320040 h 1597660"/>
                    <a:gd name="connsiteX97" fmla="*/ 1546860 w 2268220"/>
                    <a:gd name="connsiteY97" fmla="*/ 289560 h 1597660"/>
                    <a:gd name="connsiteX98" fmla="*/ 1529080 w 2268220"/>
                    <a:gd name="connsiteY98" fmla="*/ 246380 h 1597660"/>
                    <a:gd name="connsiteX99" fmla="*/ 1526540 w 2268220"/>
                    <a:gd name="connsiteY99" fmla="*/ 208280 h 1597660"/>
                    <a:gd name="connsiteX100" fmla="*/ 1513840 w 2268220"/>
                    <a:gd name="connsiteY100" fmla="*/ 187960 h 1597660"/>
                    <a:gd name="connsiteX101" fmla="*/ 1463040 w 2268220"/>
                    <a:gd name="connsiteY101" fmla="*/ 187960 h 1597660"/>
                    <a:gd name="connsiteX102" fmla="*/ 1409700 w 2268220"/>
                    <a:gd name="connsiteY102" fmla="*/ 182880 h 1597660"/>
                    <a:gd name="connsiteX103" fmla="*/ 1374140 w 2268220"/>
                    <a:gd name="connsiteY103" fmla="*/ 170180 h 1597660"/>
                    <a:gd name="connsiteX104" fmla="*/ 1351280 w 2268220"/>
                    <a:gd name="connsiteY104" fmla="*/ 147320 h 1597660"/>
                    <a:gd name="connsiteX105" fmla="*/ 1353820 w 2268220"/>
                    <a:gd name="connsiteY105" fmla="*/ 114300 h 1597660"/>
                    <a:gd name="connsiteX106" fmla="*/ 1369060 w 2268220"/>
                    <a:gd name="connsiteY106" fmla="*/ 93980 h 1597660"/>
                    <a:gd name="connsiteX107" fmla="*/ 1358900 w 2268220"/>
                    <a:gd name="connsiteY107" fmla="*/ 81280 h 1597660"/>
                    <a:gd name="connsiteX108" fmla="*/ 1320800 w 2268220"/>
                    <a:gd name="connsiteY108" fmla="*/ 73660 h 1597660"/>
                    <a:gd name="connsiteX109" fmla="*/ 1300480 w 2268220"/>
                    <a:gd name="connsiteY109" fmla="*/ 91440 h 1597660"/>
                    <a:gd name="connsiteX110" fmla="*/ 1285240 w 2268220"/>
                    <a:gd name="connsiteY110" fmla="*/ 106680 h 1597660"/>
                    <a:gd name="connsiteX111" fmla="*/ 1264920 w 2268220"/>
                    <a:gd name="connsiteY111" fmla="*/ 101600 h 1597660"/>
                    <a:gd name="connsiteX112" fmla="*/ 1262380 w 2268220"/>
                    <a:gd name="connsiteY112" fmla="*/ 78740 h 1597660"/>
                    <a:gd name="connsiteX113" fmla="*/ 1239520 w 2268220"/>
                    <a:gd name="connsiteY113" fmla="*/ 76200 h 1597660"/>
                    <a:gd name="connsiteX114" fmla="*/ 1214120 w 2268220"/>
                    <a:gd name="connsiteY114" fmla="*/ 86360 h 1597660"/>
                    <a:gd name="connsiteX115" fmla="*/ 1201420 w 2268220"/>
                    <a:gd name="connsiteY115" fmla="*/ 109220 h 1597660"/>
                    <a:gd name="connsiteX116" fmla="*/ 1178560 w 2268220"/>
                    <a:gd name="connsiteY116" fmla="*/ 106680 h 1597660"/>
                    <a:gd name="connsiteX117" fmla="*/ 1148080 w 2268220"/>
                    <a:gd name="connsiteY117" fmla="*/ 99060 h 1597660"/>
                    <a:gd name="connsiteX118" fmla="*/ 1109980 w 2268220"/>
                    <a:gd name="connsiteY118" fmla="*/ 76200 h 1597660"/>
                    <a:gd name="connsiteX119" fmla="*/ 1089660 w 2268220"/>
                    <a:gd name="connsiteY119" fmla="*/ 60960 h 1597660"/>
                    <a:gd name="connsiteX120" fmla="*/ 1097280 w 2268220"/>
                    <a:gd name="connsiteY120" fmla="*/ 30480 h 1597660"/>
                    <a:gd name="connsiteX121" fmla="*/ 1087120 w 2268220"/>
                    <a:gd name="connsiteY121" fmla="*/ 7620 h 1597660"/>
                    <a:gd name="connsiteX122" fmla="*/ 1061720 w 2268220"/>
                    <a:gd name="connsiteY122" fmla="*/ 10160 h 1597660"/>
                    <a:gd name="connsiteX123" fmla="*/ 1036320 w 2268220"/>
                    <a:gd name="connsiteY123" fmla="*/ 30480 h 1597660"/>
                    <a:gd name="connsiteX124" fmla="*/ 1028700 w 2268220"/>
                    <a:gd name="connsiteY124" fmla="*/ 58420 h 1597660"/>
                    <a:gd name="connsiteX125" fmla="*/ 1013460 w 2268220"/>
                    <a:gd name="connsiteY125" fmla="*/ 68580 h 1597660"/>
                    <a:gd name="connsiteX126" fmla="*/ 955040 w 2268220"/>
                    <a:gd name="connsiteY126" fmla="*/ 58420 h 1597660"/>
                    <a:gd name="connsiteX127" fmla="*/ 914400 w 2268220"/>
                    <a:gd name="connsiteY127" fmla="*/ 50800 h 1597660"/>
                    <a:gd name="connsiteX128" fmla="*/ 889000 w 2268220"/>
                    <a:gd name="connsiteY128" fmla="*/ 50800 h 1597660"/>
                    <a:gd name="connsiteX129" fmla="*/ 855980 w 2268220"/>
                    <a:gd name="connsiteY129" fmla="*/ 60960 h 1597660"/>
                    <a:gd name="connsiteX130" fmla="*/ 802640 w 2268220"/>
                    <a:gd name="connsiteY130" fmla="*/ 71120 h 159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2268220" h="1597660">
                      <a:moveTo>
                        <a:pt x="802640" y="71120"/>
                      </a:moveTo>
                      <a:lnTo>
                        <a:pt x="762000" y="27940"/>
                      </a:lnTo>
                      <a:lnTo>
                        <a:pt x="739140" y="0"/>
                      </a:lnTo>
                      <a:lnTo>
                        <a:pt x="693420" y="15240"/>
                      </a:lnTo>
                      <a:lnTo>
                        <a:pt x="665480" y="48260"/>
                      </a:lnTo>
                      <a:lnTo>
                        <a:pt x="635000" y="60960"/>
                      </a:lnTo>
                      <a:lnTo>
                        <a:pt x="609600" y="76200"/>
                      </a:lnTo>
                      <a:lnTo>
                        <a:pt x="579120" y="91440"/>
                      </a:lnTo>
                      <a:lnTo>
                        <a:pt x="589280" y="119380"/>
                      </a:lnTo>
                      <a:lnTo>
                        <a:pt x="617220" y="139700"/>
                      </a:lnTo>
                      <a:lnTo>
                        <a:pt x="629920" y="185420"/>
                      </a:lnTo>
                      <a:lnTo>
                        <a:pt x="622300" y="231140"/>
                      </a:lnTo>
                      <a:lnTo>
                        <a:pt x="584200" y="284480"/>
                      </a:lnTo>
                      <a:lnTo>
                        <a:pt x="551180" y="327660"/>
                      </a:lnTo>
                      <a:lnTo>
                        <a:pt x="485140" y="358140"/>
                      </a:lnTo>
                      <a:lnTo>
                        <a:pt x="439420" y="375920"/>
                      </a:lnTo>
                      <a:lnTo>
                        <a:pt x="401320" y="416560"/>
                      </a:lnTo>
                      <a:lnTo>
                        <a:pt x="393700" y="480060"/>
                      </a:lnTo>
                      <a:lnTo>
                        <a:pt x="383540" y="523240"/>
                      </a:lnTo>
                      <a:lnTo>
                        <a:pt x="388620" y="581660"/>
                      </a:lnTo>
                      <a:lnTo>
                        <a:pt x="337820" y="614680"/>
                      </a:lnTo>
                      <a:lnTo>
                        <a:pt x="312420" y="635000"/>
                      </a:lnTo>
                      <a:lnTo>
                        <a:pt x="307340" y="670560"/>
                      </a:lnTo>
                      <a:lnTo>
                        <a:pt x="269240" y="713740"/>
                      </a:lnTo>
                      <a:lnTo>
                        <a:pt x="241300" y="751840"/>
                      </a:lnTo>
                      <a:lnTo>
                        <a:pt x="215900" y="774700"/>
                      </a:lnTo>
                      <a:lnTo>
                        <a:pt x="170180" y="782320"/>
                      </a:lnTo>
                      <a:lnTo>
                        <a:pt x="101600" y="782320"/>
                      </a:lnTo>
                      <a:lnTo>
                        <a:pt x="68580" y="792480"/>
                      </a:lnTo>
                      <a:lnTo>
                        <a:pt x="17780" y="825500"/>
                      </a:lnTo>
                      <a:lnTo>
                        <a:pt x="2540" y="848360"/>
                      </a:lnTo>
                      <a:lnTo>
                        <a:pt x="0" y="883920"/>
                      </a:lnTo>
                      <a:lnTo>
                        <a:pt x="25400" y="909320"/>
                      </a:lnTo>
                      <a:lnTo>
                        <a:pt x="53340" y="949960"/>
                      </a:lnTo>
                      <a:lnTo>
                        <a:pt x="121920" y="1016000"/>
                      </a:lnTo>
                      <a:lnTo>
                        <a:pt x="162560" y="1099820"/>
                      </a:lnTo>
                      <a:lnTo>
                        <a:pt x="198120" y="1155700"/>
                      </a:lnTo>
                      <a:lnTo>
                        <a:pt x="266700" y="1178560"/>
                      </a:lnTo>
                      <a:lnTo>
                        <a:pt x="307340" y="1231900"/>
                      </a:lnTo>
                      <a:lnTo>
                        <a:pt x="370840" y="1264920"/>
                      </a:lnTo>
                      <a:lnTo>
                        <a:pt x="431800" y="1290320"/>
                      </a:lnTo>
                      <a:lnTo>
                        <a:pt x="490220" y="1323340"/>
                      </a:lnTo>
                      <a:lnTo>
                        <a:pt x="556260" y="1341120"/>
                      </a:lnTo>
                      <a:lnTo>
                        <a:pt x="640080" y="1386840"/>
                      </a:lnTo>
                      <a:lnTo>
                        <a:pt x="698500" y="1430020"/>
                      </a:lnTo>
                      <a:lnTo>
                        <a:pt x="833120" y="1483360"/>
                      </a:lnTo>
                      <a:lnTo>
                        <a:pt x="944880" y="1516380"/>
                      </a:lnTo>
                      <a:lnTo>
                        <a:pt x="1023620" y="1534160"/>
                      </a:lnTo>
                      <a:lnTo>
                        <a:pt x="1069340" y="1551940"/>
                      </a:lnTo>
                      <a:lnTo>
                        <a:pt x="1158240" y="1582420"/>
                      </a:lnTo>
                      <a:lnTo>
                        <a:pt x="1234440" y="1597660"/>
                      </a:lnTo>
                      <a:lnTo>
                        <a:pt x="1295400" y="1590040"/>
                      </a:lnTo>
                      <a:lnTo>
                        <a:pt x="1356360" y="1564640"/>
                      </a:lnTo>
                      <a:lnTo>
                        <a:pt x="1483360" y="1534160"/>
                      </a:lnTo>
                      <a:lnTo>
                        <a:pt x="1551940" y="1511300"/>
                      </a:lnTo>
                      <a:lnTo>
                        <a:pt x="1597660" y="1501140"/>
                      </a:lnTo>
                      <a:lnTo>
                        <a:pt x="1635760" y="1488440"/>
                      </a:lnTo>
                      <a:lnTo>
                        <a:pt x="1658620" y="1457960"/>
                      </a:lnTo>
                      <a:lnTo>
                        <a:pt x="1714500" y="1409700"/>
                      </a:lnTo>
                      <a:lnTo>
                        <a:pt x="1821180" y="1346200"/>
                      </a:lnTo>
                      <a:lnTo>
                        <a:pt x="1877060" y="1287780"/>
                      </a:lnTo>
                      <a:lnTo>
                        <a:pt x="1897380" y="1280160"/>
                      </a:lnTo>
                      <a:lnTo>
                        <a:pt x="1963420" y="1244600"/>
                      </a:lnTo>
                      <a:lnTo>
                        <a:pt x="2016760" y="1186180"/>
                      </a:lnTo>
                      <a:lnTo>
                        <a:pt x="2032000" y="1168400"/>
                      </a:lnTo>
                      <a:lnTo>
                        <a:pt x="2034540" y="1130300"/>
                      </a:lnTo>
                      <a:lnTo>
                        <a:pt x="2120900" y="1018540"/>
                      </a:lnTo>
                      <a:lnTo>
                        <a:pt x="2171700" y="929640"/>
                      </a:lnTo>
                      <a:lnTo>
                        <a:pt x="2214880" y="853440"/>
                      </a:lnTo>
                      <a:lnTo>
                        <a:pt x="2255520" y="822960"/>
                      </a:lnTo>
                      <a:lnTo>
                        <a:pt x="2268220" y="792480"/>
                      </a:lnTo>
                      <a:lnTo>
                        <a:pt x="2230120" y="754380"/>
                      </a:lnTo>
                      <a:lnTo>
                        <a:pt x="2192020" y="711200"/>
                      </a:lnTo>
                      <a:lnTo>
                        <a:pt x="2174240" y="678180"/>
                      </a:lnTo>
                      <a:lnTo>
                        <a:pt x="2153920" y="650240"/>
                      </a:lnTo>
                      <a:lnTo>
                        <a:pt x="2108200" y="635000"/>
                      </a:lnTo>
                      <a:lnTo>
                        <a:pt x="2062480" y="624840"/>
                      </a:lnTo>
                      <a:lnTo>
                        <a:pt x="2029460" y="627380"/>
                      </a:lnTo>
                      <a:lnTo>
                        <a:pt x="1996440" y="619760"/>
                      </a:lnTo>
                      <a:lnTo>
                        <a:pt x="1983740" y="591820"/>
                      </a:lnTo>
                      <a:lnTo>
                        <a:pt x="1983740" y="520700"/>
                      </a:lnTo>
                      <a:lnTo>
                        <a:pt x="1993900" y="444500"/>
                      </a:lnTo>
                      <a:lnTo>
                        <a:pt x="1976120" y="416560"/>
                      </a:lnTo>
                      <a:lnTo>
                        <a:pt x="1948180" y="373380"/>
                      </a:lnTo>
                      <a:lnTo>
                        <a:pt x="1932940" y="337820"/>
                      </a:lnTo>
                      <a:lnTo>
                        <a:pt x="1915160" y="304800"/>
                      </a:lnTo>
                      <a:lnTo>
                        <a:pt x="1905000" y="271780"/>
                      </a:lnTo>
                      <a:lnTo>
                        <a:pt x="1907540" y="223520"/>
                      </a:lnTo>
                      <a:lnTo>
                        <a:pt x="1899920" y="193040"/>
                      </a:lnTo>
                      <a:lnTo>
                        <a:pt x="1856740" y="187960"/>
                      </a:lnTo>
                      <a:lnTo>
                        <a:pt x="1793240" y="198120"/>
                      </a:lnTo>
                      <a:lnTo>
                        <a:pt x="1762760" y="205740"/>
                      </a:lnTo>
                      <a:lnTo>
                        <a:pt x="1755140" y="248920"/>
                      </a:lnTo>
                      <a:lnTo>
                        <a:pt x="1737360" y="287020"/>
                      </a:lnTo>
                      <a:lnTo>
                        <a:pt x="1699260" y="312420"/>
                      </a:lnTo>
                      <a:lnTo>
                        <a:pt x="1653540" y="302260"/>
                      </a:lnTo>
                      <a:lnTo>
                        <a:pt x="1595120" y="320040"/>
                      </a:lnTo>
                      <a:lnTo>
                        <a:pt x="1546860" y="289560"/>
                      </a:lnTo>
                      <a:lnTo>
                        <a:pt x="1529080" y="246380"/>
                      </a:lnTo>
                      <a:lnTo>
                        <a:pt x="1526540" y="208280"/>
                      </a:lnTo>
                      <a:lnTo>
                        <a:pt x="1513840" y="187960"/>
                      </a:lnTo>
                      <a:lnTo>
                        <a:pt x="1463040" y="187960"/>
                      </a:lnTo>
                      <a:lnTo>
                        <a:pt x="1409700" y="182880"/>
                      </a:lnTo>
                      <a:lnTo>
                        <a:pt x="1374140" y="170180"/>
                      </a:lnTo>
                      <a:lnTo>
                        <a:pt x="1351280" y="147320"/>
                      </a:lnTo>
                      <a:lnTo>
                        <a:pt x="1353820" y="114300"/>
                      </a:lnTo>
                      <a:lnTo>
                        <a:pt x="1369060" y="93980"/>
                      </a:lnTo>
                      <a:lnTo>
                        <a:pt x="1358900" y="81280"/>
                      </a:lnTo>
                      <a:lnTo>
                        <a:pt x="1320800" y="73660"/>
                      </a:lnTo>
                      <a:lnTo>
                        <a:pt x="1300480" y="91440"/>
                      </a:lnTo>
                      <a:lnTo>
                        <a:pt x="1285240" y="106680"/>
                      </a:lnTo>
                      <a:lnTo>
                        <a:pt x="1264920" y="101600"/>
                      </a:lnTo>
                      <a:lnTo>
                        <a:pt x="1262380" y="78740"/>
                      </a:lnTo>
                      <a:lnTo>
                        <a:pt x="1239520" y="76200"/>
                      </a:lnTo>
                      <a:lnTo>
                        <a:pt x="1214120" y="86360"/>
                      </a:lnTo>
                      <a:lnTo>
                        <a:pt x="1201420" y="109220"/>
                      </a:lnTo>
                      <a:lnTo>
                        <a:pt x="1178560" y="106680"/>
                      </a:lnTo>
                      <a:lnTo>
                        <a:pt x="1148080" y="99060"/>
                      </a:lnTo>
                      <a:lnTo>
                        <a:pt x="1109980" y="76200"/>
                      </a:lnTo>
                      <a:lnTo>
                        <a:pt x="1089660" y="60960"/>
                      </a:lnTo>
                      <a:lnTo>
                        <a:pt x="1097280" y="30480"/>
                      </a:lnTo>
                      <a:lnTo>
                        <a:pt x="1087120" y="7620"/>
                      </a:lnTo>
                      <a:lnTo>
                        <a:pt x="1061720" y="10160"/>
                      </a:lnTo>
                      <a:lnTo>
                        <a:pt x="1036320" y="30480"/>
                      </a:lnTo>
                      <a:lnTo>
                        <a:pt x="1028700" y="58420"/>
                      </a:lnTo>
                      <a:lnTo>
                        <a:pt x="1013460" y="68580"/>
                      </a:lnTo>
                      <a:lnTo>
                        <a:pt x="955040" y="58420"/>
                      </a:lnTo>
                      <a:lnTo>
                        <a:pt x="914400" y="50800"/>
                      </a:lnTo>
                      <a:lnTo>
                        <a:pt x="889000" y="50800"/>
                      </a:lnTo>
                      <a:lnTo>
                        <a:pt x="855980" y="60960"/>
                      </a:lnTo>
                      <a:lnTo>
                        <a:pt x="802640" y="711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sp>
          <p:nvSpPr>
            <p:cNvPr id="223" name="광명시">
              <a:extLst>
                <a:ext uri="{FF2B5EF4-FFF2-40B4-BE49-F238E27FC236}">
                  <a16:creationId xmlns:a16="http://schemas.microsoft.com/office/drawing/2014/main" id="{780FE774-72CF-8297-7012-55148F0205AE}"/>
                </a:ext>
              </a:extLst>
            </p:cNvPr>
            <p:cNvSpPr/>
            <p:nvPr/>
          </p:nvSpPr>
          <p:spPr>
            <a:xfrm>
              <a:off x="2262351" y="4796876"/>
              <a:ext cx="181137" cy="307588"/>
            </a:xfrm>
            <a:custGeom>
              <a:avLst/>
              <a:gdLst>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1906 w 252413"/>
                <a:gd name="connsiteY44"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7638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2413" h="428625">
                  <a:moveTo>
                    <a:pt x="11906" y="80962"/>
                  </a:moveTo>
                  <a:lnTo>
                    <a:pt x="54769" y="92869"/>
                  </a:lnTo>
                  <a:lnTo>
                    <a:pt x="73819" y="80962"/>
                  </a:lnTo>
                  <a:lnTo>
                    <a:pt x="73819" y="47625"/>
                  </a:lnTo>
                  <a:lnTo>
                    <a:pt x="95250" y="47625"/>
                  </a:lnTo>
                  <a:lnTo>
                    <a:pt x="135731" y="0"/>
                  </a:lnTo>
                  <a:lnTo>
                    <a:pt x="147638" y="11906"/>
                  </a:lnTo>
                  <a:lnTo>
                    <a:pt x="147638" y="45244"/>
                  </a:lnTo>
                  <a:lnTo>
                    <a:pt x="171450" y="97631"/>
                  </a:lnTo>
                  <a:lnTo>
                    <a:pt x="192881" y="121444"/>
                  </a:lnTo>
                  <a:lnTo>
                    <a:pt x="190500" y="140494"/>
                  </a:lnTo>
                  <a:lnTo>
                    <a:pt x="197644" y="169069"/>
                  </a:lnTo>
                  <a:lnTo>
                    <a:pt x="211931" y="183356"/>
                  </a:lnTo>
                  <a:lnTo>
                    <a:pt x="211931" y="183356"/>
                  </a:lnTo>
                  <a:lnTo>
                    <a:pt x="240506" y="209550"/>
                  </a:lnTo>
                  <a:lnTo>
                    <a:pt x="245269" y="233362"/>
                  </a:lnTo>
                  <a:lnTo>
                    <a:pt x="252413" y="259556"/>
                  </a:lnTo>
                  <a:lnTo>
                    <a:pt x="240506" y="280987"/>
                  </a:lnTo>
                  <a:lnTo>
                    <a:pt x="240506" y="280987"/>
                  </a:lnTo>
                  <a:lnTo>
                    <a:pt x="240506" y="311944"/>
                  </a:lnTo>
                  <a:lnTo>
                    <a:pt x="228600" y="333375"/>
                  </a:lnTo>
                  <a:lnTo>
                    <a:pt x="211931" y="338137"/>
                  </a:lnTo>
                  <a:lnTo>
                    <a:pt x="211931" y="371475"/>
                  </a:lnTo>
                  <a:lnTo>
                    <a:pt x="178594" y="392906"/>
                  </a:lnTo>
                  <a:lnTo>
                    <a:pt x="150019" y="364331"/>
                  </a:lnTo>
                  <a:lnTo>
                    <a:pt x="138113" y="390525"/>
                  </a:lnTo>
                  <a:lnTo>
                    <a:pt x="138113" y="390525"/>
                  </a:lnTo>
                  <a:lnTo>
                    <a:pt x="169069" y="407194"/>
                  </a:lnTo>
                  <a:lnTo>
                    <a:pt x="166688" y="428625"/>
                  </a:lnTo>
                  <a:lnTo>
                    <a:pt x="116681" y="421481"/>
                  </a:lnTo>
                  <a:lnTo>
                    <a:pt x="80963" y="395287"/>
                  </a:lnTo>
                  <a:lnTo>
                    <a:pt x="61913" y="361950"/>
                  </a:lnTo>
                  <a:lnTo>
                    <a:pt x="54769" y="328612"/>
                  </a:lnTo>
                  <a:lnTo>
                    <a:pt x="47625" y="300037"/>
                  </a:lnTo>
                  <a:lnTo>
                    <a:pt x="47625" y="300037"/>
                  </a:lnTo>
                  <a:cubicBezTo>
                    <a:pt x="48419" y="291306"/>
                    <a:pt x="48766" y="282523"/>
                    <a:pt x="50006" y="273844"/>
                  </a:cubicBezTo>
                  <a:cubicBezTo>
                    <a:pt x="50361" y="271359"/>
                    <a:pt x="52388" y="266700"/>
                    <a:pt x="52388" y="266700"/>
                  </a:cubicBezTo>
                  <a:lnTo>
                    <a:pt x="38100" y="257175"/>
                  </a:lnTo>
                  <a:lnTo>
                    <a:pt x="23813" y="235744"/>
                  </a:lnTo>
                  <a:lnTo>
                    <a:pt x="45244" y="180975"/>
                  </a:lnTo>
                  <a:lnTo>
                    <a:pt x="30956" y="150019"/>
                  </a:lnTo>
                  <a:lnTo>
                    <a:pt x="19050" y="135731"/>
                  </a:lnTo>
                  <a:lnTo>
                    <a:pt x="4763" y="140494"/>
                  </a:lnTo>
                  <a:lnTo>
                    <a:pt x="0" y="133350"/>
                  </a:lnTo>
                  <a:cubicBezTo>
                    <a:pt x="2381" y="123825"/>
                    <a:pt x="11907" y="116681"/>
                    <a:pt x="14288" y="107156"/>
                  </a:cubicBezTo>
                  <a:lnTo>
                    <a:pt x="11906" y="80962"/>
                  </a:lnTo>
                  <a:close/>
                </a:path>
              </a:pathLst>
            </a:custGeom>
            <a:solidFill>
              <a:schemeClr val="bg1">
                <a:lumMod val="75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24" name="경기 동남부">
              <a:extLst>
                <a:ext uri="{FF2B5EF4-FFF2-40B4-BE49-F238E27FC236}">
                  <a16:creationId xmlns:a16="http://schemas.microsoft.com/office/drawing/2014/main" id="{7AB4B4FE-93DC-F4AE-E116-341FDF3F3D4F}"/>
                </a:ext>
              </a:extLst>
            </p:cNvPr>
            <p:cNvGrpSpPr/>
            <p:nvPr/>
          </p:nvGrpSpPr>
          <p:grpSpPr>
            <a:xfrm>
              <a:off x="2788669" y="4185115"/>
              <a:ext cx="2300082" cy="2171918"/>
              <a:chOff x="4819650" y="2859881"/>
              <a:chExt cx="3205163" cy="3026569"/>
            </a:xfrm>
            <a:pattFill prst="wdUpDiag">
              <a:fgClr>
                <a:schemeClr val="accent1">
                  <a:lumMod val="40000"/>
                  <a:lumOff val="60000"/>
                </a:schemeClr>
              </a:fgClr>
              <a:bgClr>
                <a:schemeClr val="bg1"/>
              </a:bgClr>
            </a:pattFill>
          </p:grpSpPr>
          <p:sp>
            <p:nvSpPr>
              <p:cNvPr id="418" name="하남시">
                <a:extLst>
                  <a:ext uri="{FF2B5EF4-FFF2-40B4-BE49-F238E27FC236}">
                    <a16:creationId xmlns:a16="http://schemas.microsoft.com/office/drawing/2014/main" id="{09219688-DF33-A44B-4B92-C0D5E8A70FAC}"/>
                  </a:ext>
                </a:extLst>
              </p:cNvPr>
              <p:cNvSpPr/>
              <p:nvPr/>
            </p:nvSpPr>
            <p:spPr>
              <a:xfrm>
                <a:off x="5305425" y="3255169"/>
                <a:ext cx="523875" cy="547687"/>
              </a:xfrm>
              <a:custGeom>
                <a:avLst/>
                <a:gdLst>
                  <a:gd name="connsiteX0" fmla="*/ 126206 w 523875"/>
                  <a:gd name="connsiteY0" fmla="*/ 11906 h 547687"/>
                  <a:gd name="connsiteX1" fmla="*/ 157163 w 523875"/>
                  <a:gd name="connsiteY1" fmla="*/ 78581 h 547687"/>
                  <a:gd name="connsiteX2" fmla="*/ 164306 w 523875"/>
                  <a:gd name="connsiteY2" fmla="*/ 140494 h 547687"/>
                  <a:gd name="connsiteX3" fmla="*/ 166688 w 523875"/>
                  <a:gd name="connsiteY3" fmla="*/ 169069 h 547687"/>
                  <a:gd name="connsiteX4" fmla="*/ 147638 w 523875"/>
                  <a:gd name="connsiteY4" fmla="*/ 190500 h 547687"/>
                  <a:gd name="connsiteX5" fmla="*/ 123825 w 523875"/>
                  <a:gd name="connsiteY5" fmla="*/ 202406 h 547687"/>
                  <a:gd name="connsiteX6" fmla="*/ 95250 w 523875"/>
                  <a:gd name="connsiteY6" fmla="*/ 192881 h 547687"/>
                  <a:gd name="connsiteX7" fmla="*/ 83344 w 523875"/>
                  <a:gd name="connsiteY7" fmla="*/ 192881 h 547687"/>
                  <a:gd name="connsiteX8" fmla="*/ 50006 w 523875"/>
                  <a:gd name="connsiteY8" fmla="*/ 216694 h 547687"/>
                  <a:gd name="connsiteX9" fmla="*/ 38100 w 523875"/>
                  <a:gd name="connsiteY9" fmla="*/ 254794 h 547687"/>
                  <a:gd name="connsiteX10" fmla="*/ 28575 w 523875"/>
                  <a:gd name="connsiteY10" fmla="*/ 276225 h 547687"/>
                  <a:gd name="connsiteX11" fmla="*/ 7144 w 523875"/>
                  <a:gd name="connsiteY11" fmla="*/ 300037 h 547687"/>
                  <a:gd name="connsiteX12" fmla="*/ 11906 w 523875"/>
                  <a:gd name="connsiteY12" fmla="*/ 326231 h 547687"/>
                  <a:gd name="connsiteX13" fmla="*/ 0 w 523875"/>
                  <a:gd name="connsiteY13" fmla="*/ 345281 h 547687"/>
                  <a:gd name="connsiteX14" fmla="*/ 9525 w 523875"/>
                  <a:gd name="connsiteY14" fmla="*/ 359569 h 547687"/>
                  <a:gd name="connsiteX15" fmla="*/ 40481 w 523875"/>
                  <a:gd name="connsiteY15" fmla="*/ 359569 h 547687"/>
                  <a:gd name="connsiteX16" fmla="*/ 66675 w 523875"/>
                  <a:gd name="connsiteY16" fmla="*/ 381000 h 547687"/>
                  <a:gd name="connsiteX17" fmla="*/ 80963 w 523875"/>
                  <a:gd name="connsiteY17" fmla="*/ 404812 h 547687"/>
                  <a:gd name="connsiteX18" fmla="*/ 61913 w 523875"/>
                  <a:gd name="connsiteY18" fmla="*/ 450056 h 547687"/>
                  <a:gd name="connsiteX19" fmla="*/ 42863 w 523875"/>
                  <a:gd name="connsiteY19" fmla="*/ 481012 h 547687"/>
                  <a:gd name="connsiteX20" fmla="*/ 30956 w 523875"/>
                  <a:gd name="connsiteY20" fmla="*/ 492919 h 547687"/>
                  <a:gd name="connsiteX21" fmla="*/ 30956 w 523875"/>
                  <a:gd name="connsiteY21" fmla="*/ 509587 h 547687"/>
                  <a:gd name="connsiteX22" fmla="*/ 2381 w 523875"/>
                  <a:gd name="connsiteY22" fmla="*/ 531019 h 547687"/>
                  <a:gd name="connsiteX23" fmla="*/ 33338 w 523875"/>
                  <a:gd name="connsiteY23" fmla="*/ 533400 h 547687"/>
                  <a:gd name="connsiteX24" fmla="*/ 85725 w 523875"/>
                  <a:gd name="connsiteY24" fmla="*/ 547687 h 547687"/>
                  <a:gd name="connsiteX25" fmla="*/ 123825 w 523875"/>
                  <a:gd name="connsiteY25" fmla="*/ 533400 h 547687"/>
                  <a:gd name="connsiteX26" fmla="*/ 95250 w 523875"/>
                  <a:gd name="connsiteY26" fmla="*/ 514350 h 547687"/>
                  <a:gd name="connsiteX27" fmla="*/ 107156 w 523875"/>
                  <a:gd name="connsiteY27" fmla="*/ 476250 h 547687"/>
                  <a:gd name="connsiteX28" fmla="*/ 121444 w 523875"/>
                  <a:gd name="connsiteY28" fmla="*/ 466725 h 547687"/>
                  <a:gd name="connsiteX29" fmla="*/ 154781 w 523875"/>
                  <a:gd name="connsiteY29" fmla="*/ 485775 h 547687"/>
                  <a:gd name="connsiteX30" fmla="*/ 190500 w 523875"/>
                  <a:gd name="connsiteY30" fmla="*/ 485775 h 547687"/>
                  <a:gd name="connsiteX31" fmla="*/ 190500 w 523875"/>
                  <a:gd name="connsiteY31" fmla="*/ 485775 h 547687"/>
                  <a:gd name="connsiteX32" fmla="*/ 204788 w 523875"/>
                  <a:gd name="connsiteY32" fmla="*/ 473869 h 547687"/>
                  <a:gd name="connsiteX33" fmla="*/ 223838 w 523875"/>
                  <a:gd name="connsiteY33" fmla="*/ 490537 h 547687"/>
                  <a:gd name="connsiteX34" fmla="*/ 261938 w 523875"/>
                  <a:gd name="connsiteY34" fmla="*/ 476250 h 547687"/>
                  <a:gd name="connsiteX35" fmla="*/ 304800 w 523875"/>
                  <a:gd name="connsiteY35" fmla="*/ 485775 h 547687"/>
                  <a:gd name="connsiteX36" fmla="*/ 328613 w 523875"/>
                  <a:gd name="connsiteY36" fmla="*/ 507206 h 547687"/>
                  <a:gd name="connsiteX37" fmla="*/ 364331 w 523875"/>
                  <a:gd name="connsiteY37" fmla="*/ 507206 h 547687"/>
                  <a:gd name="connsiteX38" fmla="*/ 381000 w 523875"/>
                  <a:gd name="connsiteY38" fmla="*/ 495300 h 547687"/>
                  <a:gd name="connsiteX39" fmla="*/ 357188 w 523875"/>
                  <a:gd name="connsiteY39" fmla="*/ 473869 h 547687"/>
                  <a:gd name="connsiteX40" fmla="*/ 366713 w 523875"/>
                  <a:gd name="connsiteY40" fmla="*/ 457200 h 547687"/>
                  <a:gd name="connsiteX41" fmla="*/ 385763 w 523875"/>
                  <a:gd name="connsiteY41" fmla="*/ 454819 h 547687"/>
                  <a:gd name="connsiteX42" fmla="*/ 414338 w 523875"/>
                  <a:gd name="connsiteY42" fmla="*/ 454819 h 547687"/>
                  <a:gd name="connsiteX43" fmla="*/ 421481 w 523875"/>
                  <a:gd name="connsiteY43" fmla="*/ 433387 h 547687"/>
                  <a:gd name="connsiteX44" fmla="*/ 402431 w 523875"/>
                  <a:gd name="connsiteY44" fmla="*/ 395287 h 547687"/>
                  <a:gd name="connsiteX45" fmla="*/ 407194 w 523875"/>
                  <a:gd name="connsiteY45" fmla="*/ 366712 h 547687"/>
                  <a:gd name="connsiteX46" fmla="*/ 459581 w 523875"/>
                  <a:gd name="connsiteY46" fmla="*/ 352425 h 547687"/>
                  <a:gd name="connsiteX47" fmla="*/ 492919 w 523875"/>
                  <a:gd name="connsiteY47" fmla="*/ 352425 h 547687"/>
                  <a:gd name="connsiteX48" fmla="*/ 516731 w 523875"/>
                  <a:gd name="connsiteY48" fmla="*/ 328612 h 547687"/>
                  <a:gd name="connsiteX49" fmla="*/ 523875 w 523875"/>
                  <a:gd name="connsiteY49" fmla="*/ 316706 h 547687"/>
                  <a:gd name="connsiteX50" fmla="*/ 509588 w 523875"/>
                  <a:gd name="connsiteY50" fmla="*/ 290512 h 547687"/>
                  <a:gd name="connsiteX51" fmla="*/ 445294 w 523875"/>
                  <a:gd name="connsiteY51" fmla="*/ 257175 h 547687"/>
                  <a:gd name="connsiteX52" fmla="*/ 411956 w 523875"/>
                  <a:gd name="connsiteY52" fmla="*/ 230981 h 547687"/>
                  <a:gd name="connsiteX53" fmla="*/ 350044 w 523875"/>
                  <a:gd name="connsiteY53" fmla="*/ 207169 h 547687"/>
                  <a:gd name="connsiteX54" fmla="*/ 300038 w 523875"/>
                  <a:gd name="connsiteY54" fmla="*/ 173831 h 547687"/>
                  <a:gd name="connsiteX55" fmla="*/ 283369 w 523875"/>
                  <a:gd name="connsiteY55" fmla="*/ 135731 h 547687"/>
                  <a:gd name="connsiteX56" fmla="*/ 261938 w 523875"/>
                  <a:gd name="connsiteY56" fmla="*/ 73819 h 547687"/>
                  <a:gd name="connsiteX57" fmla="*/ 233363 w 523875"/>
                  <a:gd name="connsiteY57" fmla="*/ 47625 h 547687"/>
                  <a:gd name="connsiteX58" fmla="*/ 211931 w 523875"/>
                  <a:gd name="connsiteY58" fmla="*/ 0 h 547687"/>
                  <a:gd name="connsiteX59" fmla="*/ 192881 w 523875"/>
                  <a:gd name="connsiteY59" fmla="*/ 7144 h 547687"/>
                  <a:gd name="connsiteX60" fmla="*/ 126206 w 523875"/>
                  <a:gd name="connsiteY60" fmla="*/ 11906 h 54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875" h="547687">
                    <a:moveTo>
                      <a:pt x="126206" y="11906"/>
                    </a:moveTo>
                    <a:lnTo>
                      <a:pt x="157163" y="78581"/>
                    </a:lnTo>
                    <a:lnTo>
                      <a:pt x="164306" y="140494"/>
                    </a:lnTo>
                    <a:lnTo>
                      <a:pt x="166688" y="169069"/>
                    </a:lnTo>
                    <a:lnTo>
                      <a:pt x="147638" y="190500"/>
                    </a:lnTo>
                    <a:lnTo>
                      <a:pt x="123825" y="202406"/>
                    </a:lnTo>
                    <a:lnTo>
                      <a:pt x="95250" y="192881"/>
                    </a:lnTo>
                    <a:lnTo>
                      <a:pt x="83344" y="192881"/>
                    </a:lnTo>
                    <a:lnTo>
                      <a:pt x="50006" y="216694"/>
                    </a:lnTo>
                    <a:lnTo>
                      <a:pt x="38100" y="254794"/>
                    </a:lnTo>
                    <a:lnTo>
                      <a:pt x="28575" y="276225"/>
                    </a:lnTo>
                    <a:lnTo>
                      <a:pt x="7144" y="300037"/>
                    </a:lnTo>
                    <a:lnTo>
                      <a:pt x="11906" y="326231"/>
                    </a:lnTo>
                    <a:lnTo>
                      <a:pt x="0" y="345281"/>
                    </a:lnTo>
                    <a:lnTo>
                      <a:pt x="9525" y="359569"/>
                    </a:lnTo>
                    <a:lnTo>
                      <a:pt x="40481" y="359569"/>
                    </a:lnTo>
                    <a:lnTo>
                      <a:pt x="66675" y="381000"/>
                    </a:lnTo>
                    <a:lnTo>
                      <a:pt x="80963" y="404812"/>
                    </a:lnTo>
                    <a:lnTo>
                      <a:pt x="61913" y="450056"/>
                    </a:lnTo>
                    <a:lnTo>
                      <a:pt x="42863" y="481012"/>
                    </a:lnTo>
                    <a:lnTo>
                      <a:pt x="30956" y="492919"/>
                    </a:lnTo>
                    <a:lnTo>
                      <a:pt x="30956" y="509587"/>
                    </a:lnTo>
                    <a:lnTo>
                      <a:pt x="2381" y="531019"/>
                    </a:lnTo>
                    <a:lnTo>
                      <a:pt x="33338" y="533400"/>
                    </a:lnTo>
                    <a:lnTo>
                      <a:pt x="85725" y="547687"/>
                    </a:lnTo>
                    <a:lnTo>
                      <a:pt x="123825" y="533400"/>
                    </a:lnTo>
                    <a:lnTo>
                      <a:pt x="95250" y="514350"/>
                    </a:lnTo>
                    <a:lnTo>
                      <a:pt x="107156" y="476250"/>
                    </a:lnTo>
                    <a:lnTo>
                      <a:pt x="121444" y="466725"/>
                    </a:lnTo>
                    <a:lnTo>
                      <a:pt x="154781" y="485775"/>
                    </a:lnTo>
                    <a:lnTo>
                      <a:pt x="190500" y="485775"/>
                    </a:lnTo>
                    <a:lnTo>
                      <a:pt x="190500" y="485775"/>
                    </a:lnTo>
                    <a:lnTo>
                      <a:pt x="204788" y="473869"/>
                    </a:lnTo>
                    <a:lnTo>
                      <a:pt x="223838" y="490537"/>
                    </a:lnTo>
                    <a:lnTo>
                      <a:pt x="261938" y="476250"/>
                    </a:lnTo>
                    <a:lnTo>
                      <a:pt x="304800" y="485775"/>
                    </a:lnTo>
                    <a:lnTo>
                      <a:pt x="328613" y="507206"/>
                    </a:lnTo>
                    <a:lnTo>
                      <a:pt x="364331" y="507206"/>
                    </a:lnTo>
                    <a:lnTo>
                      <a:pt x="381000" y="495300"/>
                    </a:lnTo>
                    <a:lnTo>
                      <a:pt x="357188" y="473869"/>
                    </a:lnTo>
                    <a:lnTo>
                      <a:pt x="366713" y="457200"/>
                    </a:lnTo>
                    <a:lnTo>
                      <a:pt x="385763" y="454819"/>
                    </a:lnTo>
                    <a:lnTo>
                      <a:pt x="414338" y="454819"/>
                    </a:lnTo>
                    <a:lnTo>
                      <a:pt x="421481" y="433387"/>
                    </a:lnTo>
                    <a:lnTo>
                      <a:pt x="402431" y="395287"/>
                    </a:lnTo>
                    <a:lnTo>
                      <a:pt x="407194" y="366712"/>
                    </a:lnTo>
                    <a:lnTo>
                      <a:pt x="459581" y="352425"/>
                    </a:lnTo>
                    <a:lnTo>
                      <a:pt x="492919" y="352425"/>
                    </a:lnTo>
                    <a:lnTo>
                      <a:pt x="516731" y="328612"/>
                    </a:lnTo>
                    <a:lnTo>
                      <a:pt x="523875" y="316706"/>
                    </a:lnTo>
                    <a:lnTo>
                      <a:pt x="509588" y="290512"/>
                    </a:lnTo>
                    <a:lnTo>
                      <a:pt x="445294" y="257175"/>
                    </a:lnTo>
                    <a:lnTo>
                      <a:pt x="411956" y="230981"/>
                    </a:lnTo>
                    <a:lnTo>
                      <a:pt x="350044" y="207169"/>
                    </a:lnTo>
                    <a:lnTo>
                      <a:pt x="300038" y="173831"/>
                    </a:lnTo>
                    <a:lnTo>
                      <a:pt x="283369" y="135731"/>
                    </a:lnTo>
                    <a:lnTo>
                      <a:pt x="261938" y="73819"/>
                    </a:lnTo>
                    <a:lnTo>
                      <a:pt x="233363" y="47625"/>
                    </a:lnTo>
                    <a:lnTo>
                      <a:pt x="211931" y="0"/>
                    </a:lnTo>
                    <a:lnTo>
                      <a:pt x="192881" y="7144"/>
                    </a:lnTo>
                    <a:lnTo>
                      <a:pt x="126206" y="11906"/>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9" name="양평군">
                <a:extLst>
                  <a:ext uri="{FF2B5EF4-FFF2-40B4-BE49-F238E27FC236}">
                    <a16:creationId xmlns:a16="http://schemas.microsoft.com/office/drawing/2014/main" id="{0410CC13-AE1F-FFED-8A08-F61C940068BD}"/>
                  </a:ext>
                </a:extLst>
              </p:cNvPr>
              <p:cNvSpPr/>
              <p:nvPr/>
            </p:nvSpPr>
            <p:spPr>
              <a:xfrm>
                <a:off x="5969794" y="2859881"/>
                <a:ext cx="2055019" cy="1423988"/>
              </a:xfrm>
              <a:custGeom>
                <a:avLst/>
                <a:gdLst>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0 w 2055019"/>
                  <a:gd name="connsiteY240" fmla="*/ 621507 h 1423988"/>
                  <a:gd name="connsiteX241" fmla="*/ 26194 w 2055019"/>
                  <a:gd name="connsiteY241" fmla="*/ 576263 h 1423988"/>
                  <a:gd name="connsiteX242" fmla="*/ 26194 w 2055019"/>
                  <a:gd name="connsiteY242" fmla="*/ 526257 h 1423988"/>
                  <a:gd name="connsiteX243" fmla="*/ 40481 w 2055019"/>
                  <a:gd name="connsiteY243" fmla="*/ 495300 h 1423988"/>
                  <a:gd name="connsiteX244" fmla="*/ 61912 w 2055019"/>
                  <a:gd name="connsiteY244" fmla="*/ 450057 h 1423988"/>
                  <a:gd name="connsiteX245" fmla="*/ 88106 w 2055019"/>
                  <a:gd name="connsiteY245" fmla="*/ 400050 h 1423988"/>
                  <a:gd name="connsiteX246" fmla="*/ 102394 w 2055019"/>
                  <a:gd name="connsiteY246" fmla="*/ 366713 h 1423988"/>
                  <a:gd name="connsiteX247" fmla="*/ 126206 w 2055019"/>
                  <a:gd name="connsiteY247" fmla="*/ 342900 h 1423988"/>
                  <a:gd name="connsiteX248" fmla="*/ 133350 w 2055019"/>
                  <a:gd name="connsiteY248" fmla="*/ 326232 h 1423988"/>
                  <a:gd name="connsiteX249" fmla="*/ 116681 w 2055019"/>
                  <a:gd name="connsiteY249" fmla="*/ 321469 h 1423988"/>
                  <a:gd name="connsiteX250" fmla="*/ 119062 w 2055019"/>
                  <a:gd name="connsiteY250" fmla="*/ 309563 h 1423988"/>
                  <a:gd name="connsiteX251" fmla="*/ 123825 w 2055019"/>
                  <a:gd name="connsiteY251" fmla="*/ 259557 h 1423988"/>
                  <a:gd name="connsiteX252" fmla="*/ 138112 w 2055019"/>
                  <a:gd name="connsiteY252" fmla="*/ 219075 h 1423988"/>
                  <a:gd name="connsiteX253" fmla="*/ 147637 w 2055019"/>
                  <a:gd name="connsiteY253" fmla="*/ 178594 h 1423988"/>
                  <a:gd name="connsiteX254" fmla="*/ 159544 w 2055019"/>
                  <a:gd name="connsiteY254" fmla="*/ 154782 h 1423988"/>
                  <a:gd name="connsiteX255" fmla="*/ 195262 w 2055019"/>
                  <a:gd name="connsiteY255" fmla="*/ 135732 h 1423988"/>
                  <a:gd name="connsiteX256" fmla="*/ 211931 w 2055019"/>
                  <a:gd name="connsiteY256" fmla="*/ 109538 h 1423988"/>
                  <a:gd name="connsiteX257" fmla="*/ 221456 w 2055019"/>
                  <a:gd name="connsiteY257" fmla="*/ 88107 h 1423988"/>
                  <a:gd name="connsiteX258" fmla="*/ 250031 w 2055019"/>
                  <a:gd name="connsiteY258" fmla="*/ 88107 h 1423988"/>
                  <a:gd name="connsiteX259" fmla="*/ 285750 w 2055019"/>
                  <a:gd name="connsiteY259" fmla="*/ 88107 h 1423988"/>
                  <a:gd name="connsiteX260" fmla="*/ 321469 w 2055019"/>
                  <a:gd name="connsiteY260" fmla="*/ 73819 h 1423988"/>
                  <a:gd name="connsiteX261" fmla="*/ 330994 w 2055019"/>
                  <a:gd name="connsiteY261" fmla="*/ 54769 h 1423988"/>
                  <a:gd name="connsiteX262" fmla="*/ 364331 w 2055019"/>
                  <a:gd name="connsiteY262" fmla="*/ 54769 h 1423988"/>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21431 w 2055019"/>
                  <a:gd name="connsiteY240" fmla="*/ 619125 h 1423988"/>
                  <a:gd name="connsiteX241" fmla="*/ 0 w 2055019"/>
                  <a:gd name="connsiteY241" fmla="*/ 621507 h 1423988"/>
                  <a:gd name="connsiteX242" fmla="*/ 26194 w 2055019"/>
                  <a:gd name="connsiteY242" fmla="*/ 576263 h 1423988"/>
                  <a:gd name="connsiteX243" fmla="*/ 26194 w 2055019"/>
                  <a:gd name="connsiteY243" fmla="*/ 526257 h 1423988"/>
                  <a:gd name="connsiteX244" fmla="*/ 40481 w 2055019"/>
                  <a:gd name="connsiteY244" fmla="*/ 495300 h 1423988"/>
                  <a:gd name="connsiteX245" fmla="*/ 61912 w 2055019"/>
                  <a:gd name="connsiteY245" fmla="*/ 450057 h 1423988"/>
                  <a:gd name="connsiteX246" fmla="*/ 88106 w 2055019"/>
                  <a:gd name="connsiteY246" fmla="*/ 400050 h 1423988"/>
                  <a:gd name="connsiteX247" fmla="*/ 102394 w 2055019"/>
                  <a:gd name="connsiteY247" fmla="*/ 366713 h 1423988"/>
                  <a:gd name="connsiteX248" fmla="*/ 126206 w 2055019"/>
                  <a:gd name="connsiteY248" fmla="*/ 342900 h 1423988"/>
                  <a:gd name="connsiteX249" fmla="*/ 133350 w 2055019"/>
                  <a:gd name="connsiteY249" fmla="*/ 326232 h 1423988"/>
                  <a:gd name="connsiteX250" fmla="*/ 116681 w 2055019"/>
                  <a:gd name="connsiteY250" fmla="*/ 321469 h 1423988"/>
                  <a:gd name="connsiteX251" fmla="*/ 119062 w 2055019"/>
                  <a:gd name="connsiteY251" fmla="*/ 309563 h 1423988"/>
                  <a:gd name="connsiteX252" fmla="*/ 123825 w 2055019"/>
                  <a:gd name="connsiteY252" fmla="*/ 259557 h 1423988"/>
                  <a:gd name="connsiteX253" fmla="*/ 138112 w 2055019"/>
                  <a:gd name="connsiteY253" fmla="*/ 219075 h 1423988"/>
                  <a:gd name="connsiteX254" fmla="*/ 147637 w 2055019"/>
                  <a:gd name="connsiteY254" fmla="*/ 178594 h 1423988"/>
                  <a:gd name="connsiteX255" fmla="*/ 159544 w 2055019"/>
                  <a:gd name="connsiteY255" fmla="*/ 154782 h 1423988"/>
                  <a:gd name="connsiteX256" fmla="*/ 195262 w 2055019"/>
                  <a:gd name="connsiteY256" fmla="*/ 135732 h 1423988"/>
                  <a:gd name="connsiteX257" fmla="*/ 211931 w 2055019"/>
                  <a:gd name="connsiteY257" fmla="*/ 109538 h 1423988"/>
                  <a:gd name="connsiteX258" fmla="*/ 221456 w 2055019"/>
                  <a:gd name="connsiteY258" fmla="*/ 88107 h 1423988"/>
                  <a:gd name="connsiteX259" fmla="*/ 250031 w 2055019"/>
                  <a:gd name="connsiteY259" fmla="*/ 88107 h 1423988"/>
                  <a:gd name="connsiteX260" fmla="*/ 285750 w 2055019"/>
                  <a:gd name="connsiteY260" fmla="*/ 88107 h 1423988"/>
                  <a:gd name="connsiteX261" fmla="*/ 321469 w 2055019"/>
                  <a:gd name="connsiteY261" fmla="*/ 73819 h 1423988"/>
                  <a:gd name="connsiteX262" fmla="*/ 330994 w 2055019"/>
                  <a:gd name="connsiteY262" fmla="*/ 54769 h 1423988"/>
                  <a:gd name="connsiteX263" fmla="*/ 364331 w 2055019"/>
                  <a:gd name="connsiteY263" fmla="*/ 54769 h 1423988"/>
                  <a:gd name="connsiteX264" fmla="*/ 411956 w 2055019"/>
                  <a:gd name="connsiteY264" fmla="*/ 0 h 142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055019" h="1423988">
                    <a:moveTo>
                      <a:pt x="411956" y="0"/>
                    </a:moveTo>
                    <a:lnTo>
                      <a:pt x="428625" y="14288"/>
                    </a:lnTo>
                    <a:cubicBezTo>
                      <a:pt x="431800" y="23813"/>
                      <a:pt x="418306" y="50007"/>
                      <a:pt x="421481" y="59532"/>
                    </a:cubicBezTo>
                    <a:lnTo>
                      <a:pt x="438150" y="90488"/>
                    </a:lnTo>
                    <a:lnTo>
                      <a:pt x="478631" y="116682"/>
                    </a:lnTo>
                    <a:lnTo>
                      <a:pt x="507206" y="145257"/>
                    </a:lnTo>
                    <a:lnTo>
                      <a:pt x="514350" y="173832"/>
                    </a:lnTo>
                    <a:lnTo>
                      <a:pt x="519112" y="195263"/>
                    </a:lnTo>
                    <a:lnTo>
                      <a:pt x="566737" y="223838"/>
                    </a:lnTo>
                    <a:lnTo>
                      <a:pt x="561975" y="300038"/>
                    </a:lnTo>
                    <a:lnTo>
                      <a:pt x="550069" y="323850"/>
                    </a:lnTo>
                    <a:lnTo>
                      <a:pt x="550069" y="354807"/>
                    </a:lnTo>
                    <a:lnTo>
                      <a:pt x="564356" y="392907"/>
                    </a:lnTo>
                    <a:lnTo>
                      <a:pt x="583406" y="438150"/>
                    </a:lnTo>
                    <a:lnTo>
                      <a:pt x="635794" y="464344"/>
                    </a:lnTo>
                    <a:lnTo>
                      <a:pt x="690562" y="459582"/>
                    </a:lnTo>
                    <a:lnTo>
                      <a:pt x="735806" y="452438"/>
                    </a:lnTo>
                    <a:lnTo>
                      <a:pt x="771525" y="409575"/>
                    </a:lnTo>
                    <a:lnTo>
                      <a:pt x="792956" y="397669"/>
                    </a:lnTo>
                    <a:lnTo>
                      <a:pt x="831056" y="395288"/>
                    </a:lnTo>
                    <a:lnTo>
                      <a:pt x="888206" y="390525"/>
                    </a:lnTo>
                    <a:lnTo>
                      <a:pt x="921544" y="385763"/>
                    </a:lnTo>
                    <a:lnTo>
                      <a:pt x="940594" y="381000"/>
                    </a:lnTo>
                    <a:lnTo>
                      <a:pt x="940594" y="357188"/>
                    </a:lnTo>
                    <a:lnTo>
                      <a:pt x="952500" y="328613"/>
                    </a:lnTo>
                    <a:lnTo>
                      <a:pt x="959644" y="283369"/>
                    </a:lnTo>
                    <a:lnTo>
                      <a:pt x="976312" y="269082"/>
                    </a:lnTo>
                    <a:lnTo>
                      <a:pt x="983456" y="245269"/>
                    </a:lnTo>
                    <a:lnTo>
                      <a:pt x="971550" y="223838"/>
                    </a:lnTo>
                    <a:lnTo>
                      <a:pt x="945356" y="207169"/>
                    </a:lnTo>
                    <a:lnTo>
                      <a:pt x="933450" y="188119"/>
                    </a:lnTo>
                    <a:lnTo>
                      <a:pt x="933450" y="161925"/>
                    </a:lnTo>
                    <a:lnTo>
                      <a:pt x="952500" y="142875"/>
                    </a:lnTo>
                    <a:lnTo>
                      <a:pt x="966787" y="147638"/>
                    </a:lnTo>
                    <a:lnTo>
                      <a:pt x="985837" y="142875"/>
                    </a:lnTo>
                    <a:lnTo>
                      <a:pt x="1004887" y="147638"/>
                    </a:lnTo>
                    <a:lnTo>
                      <a:pt x="1019175" y="140494"/>
                    </a:lnTo>
                    <a:lnTo>
                      <a:pt x="1026319" y="121444"/>
                    </a:lnTo>
                    <a:lnTo>
                      <a:pt x="1019175" y="104775"/>
                    </a:lnTo>
                    <a:lnTo>
                      <a:pt x="1035844" y="95250"/>
                    </a:lnTo>
                    <a:lnTo>
                      <a:pt x="1054894" y="95250"/>
                    </a:lnTo>
                    <a:lnTo>
                      <a:pt x="1083469" y="73819"/>
                    </a:lnTo>
                    <a:lnTo>
                      <a:pt x="1107281" y="54769"/>
                    </a:lnTo>
                    <a:lnTo>
                      <a:pt x="1128712" y="61913"/>
                    </a:lnTo>
                    <a:lnTo>
                      <a:pt x="1138237" y="80963"/>
                    </a:lnTo>
                    <a:lnTo>
                      <a:pt x="1154906" y="78582"/>
                    </a:lnTo>
                    <a:lnTo>
                      <a:pt x="1157287" y="92869"/>
                    </a:lnTo>
                    <a:lnTo>
                      <a:pt x="1173956" y="107157"/>
                    </a:lnTo>
                    <a:lnTo>
                      <a:pt x="1173956" y="95250"/>
                    </a:lnTo>
                    <a:lnTo>
                      <a:pt x="1185862" y="92869"/>
                    </a:lnTo>
                    <a:lnTo>
                      <a:pt x="1219200" y="102394"/>
                    </a:lnTo>
                    <a:lnTo>
                      <a:pt x="1223962" y="128588"/>
                    </a:lnTo>
                    <a:lnTo>
                      <a:pt x="1238250" y="130969"/>
                    </a:lnTo>
                    <a:lnTo>
                      <a:pt x="1240631" y="142875"/>
                    </a:lnTo>
                    <a:lnTo>
                      <a:pt x="1259681" y="140494"/>
                    </a:lnTo>
                    <a:lnTo>
                      <a:pt x="1273969" y="145257"/>
                    </a:lnTo>
                    <a:lnTo>
                      <a:pt x="1276350" y="171450"/>
                    </a:lnTo>
                    <a:lnTo>
                      <a:pt x="1278731" y="185738"/>
                    </a:lnTo>
                    <a:lnTo>
                      <a:pt x="1295400" y="195263"/>
                    </a:lnTo>
                    <a:lnTo>
                      <a:pt x="1316831" y="183357"/>
                    </a:lnTo>
                    <a:lnTo>
                      <a:pt x="1331119" y="180975"/>
                    </a:lnTo>
                    <a:lnTo>
                      <a:pt x="1343025" y="190500"/>
                    </a:lnTo>
                    <a:lnTo>
                      <a:pt x="1343025" y="221457"/>
                    </a:lnTo>
                    <a:lnTo>
                      <a:pt x="1364456" y="230982"/>
                    </a:lnTo>
                    <a:lnTo>
                      <a:pt x="1397794" y="257175"/>
                    </a:lnTo>
                    <a:lnTo>
                      <a:pt x="1457325" y="304800"/>
                    </a:lnTo>
                    <a:lnTo>
                      <a:pt x="1471612" y="338138"/>
                    </a:lnTo>
                    <a:lnTo>
                      <a:pt x="1478756" y="347663"/>
                    </a:lnTo>
                    <a:lnTo>
                      <a:pt x="1519237" y="359569"/>
                    </a:lnTo>
                    <a:lnTo>
                      <a:pt x="1535906" y="352425"/>
                    </a:lnTo>
                    <a:lnTo>
                      <a:pt x="1571625" y="347663"/>
                    </a:lnTo>
                    <a:lnTo>
                      <a:pt x="1628775" y="357188"/>
                    </a:lnTo>
                    <a:lnTo>
                      <a:pt x="1647825" y="357188"/>
                    </a:lnTo>
                    <a:lnTo>
                      <a:pt x="1669256" y="350044"/>
                    </a:lnTo>
                    <a:lnTo>
                      <a:pt x="1685925" y="333375"/>
                    </a:lnTo>
                    <a:lnTo>
                      <a:pt x="1704975" y="364332"/>
                    </a:lnTo>
                    <a:lnTo>
                      <a:pt x="1721644" y="364332"/>
                    </a:lnTo>
                    <a:lnTo>
                      <a:pt x="1731169" y="376238"/>
                    </a:lnTo>
                    <a:lnTo>
                      <a:pt x="1735931" y="390525"/>
                    </a:lnTo>
                    <a:lnTo>
                      <a:pt x="1764506" y="390525"/>
                    </a:lnTo>
                    <a:lnTo>
                      <a:pt x="1804987" y="404813"/>
                    </a:lnTo>
                    <a:lnTo>
                      <a:pt x="1812131" y="404813"/>
                    </a:lnTo>
                    <a:lnTo>
                      <a:pt x="1826419" y="378619"/>
                    </a:lnTo>
                    <a:lnTo>
                      <a:pt x="1831181" y="369094"/>
                    </a:lnTo>
                    <a:lnTo>
                      <a:pt x="1859756" y="378619"/>
                    </a:lnTo>
                    <a:lnTo>
                      <a:pt x="1883569" y="407194"/>
                    </a:lnTo>
                    <a:lnTo>
                      <a:pt x="1881187" y="426244"/>
                    </a:lnTo>
                    <a:lnTo>
                      <a:pt x="1902619" y="426244"/>
                    </a:lnTo>
                    <a:lnTo>
                      <a:pt x="1909762" y="459582"/>
                    </a:lnTo>
                    <a:lnTo>
                      <a:pt x="1912144" y="478632"/>
                    </a:lnTo>
                    <a:lnTo>
                      <a:pt x="1947862" y="478632"/>
                    </a:lnTo>
                    <a:lnTo>
                      <a:pt x="1962150" y="488157"/>
                    </a:lnTo>
                    <a:lnTo>
                      <a:pt x="1983581" y="481013"/>
                    </a:lnTo>
                    <a:lnTo>
                      <a:pt x="2019300" y="492919"/>
                    </a:lnTo>
                    <a:lnTo>
                      <a:pt x="2028825" y="516732"/>
                    </a:lnTo>
                    <a:lnTo>
                      <a:pt x="2055019" y="528638"/>
                    </a:lnTo>
                    <a:lnTo>
                      <a:pt x="2055019" y="542925"/>
                    </a:lnTo>
                    <a:lnTo>
                      <a:pt x="2038350" y="552450"/>
                    </a:lnTo>
                    <a:lnTo>
                      <a:pt x="2043112" y="566738"/>
                    </a:lnTo>
                    <a:lnTo>
                      <a:pt x="2038350" y="576263"/>
                    </a:lnTo>
                    <a:lnTo>
                      <a:pt x="2026444" y="595313"/>
                    </a:lnTo>
                    <a:lnTo>
                      <a:pt x="1988344" y="590550"/>
                    </a:lnTo>
                    <a:lnTo>
                      <a:pt x="1978819" y="607219"/>
                    </a:lnTo>
                    <a:lnTo>
                      <a:pt x="1957387" y="600075"/>
                    </a:lnTo>
                    <a:lnTo>
                      <a:pt x="1919287" y="595313"/>
                    </a:lnTo>
                    <a:lnTo>
                      <a:pt x="1900237" y="604838"/>
                    </a:lnTo>
                    <a:lnTo>
                      <a:pt x="1900237" y="626269"/>
                    </a:lnTo>
                    <a:lnTo>
                      <a:pt x="1876425" y="640557"/>
                    </a:lnTo>
                    <a:lnTo>
                      <a:pt x="1847850" y="645319"/>
                    </a:lnTo>
                    <a:lnTo>
                      <a:pt x="1852612" y="673894"/>
                    </a:lnTo>
                    <a:lnTo>
                      <a:pt x="1821656" y="683419"/>
                    </a:lnTo>
                    <a:lnTo>
                      <a:pt x="1802606" y="726282"/>
                    </a:lnTo>
                    <a:lnTo>
                      <a:pt x="1788319" y="719138"/>
                    </a:lnTo>
                    <a:lnTo>
                      <a:pt x="1783556" y="733425"/>
                    </a:lnTo>
                    <a:lnTo>
                      <a:pt x="1754981" y="759619"/>
                    </a:lnTo>
                    <a:lnTo>
                      <a:pt x="1735931" y="773907"/>
                    </a:lnTo>
                    <a:lnTo>
                      <a:pt x="1712119" y="762000"/>
                    </a:lnTo>
                    <a:lnTo>
                      <a:pt x="1712119" y="809890"/>
                    </a:lnTo>
                    <a:lnTo>
                      <a:pt x="1735931" y="819150"/>
                    </a:lnTo>
                    <a:lnTo>
                      <a:pt x="1771650" y="821532"/>
                    </a:lnTo>
                    <a:lnTo>
                      <a:pt x="1769269" y="845344"/>
                    </a:lnTo>
                    <a:lnTo>
                      <a:pt x="1790700" y="835819"/>
                    </a:lnTo>
                    <a:lnTo>
                      <a:pt x="1795462" y="854869"/>
                    </a:lnTo>
                    <a:lnTo>
                      <a:pt x="1802606" y="883444"/>
                    </a:lnTo>
                    <a:lnTo>
                      <a:pt x="1828800" y="909638"/>
                    </a:lnTo>
                    <a:lnTo>
                      <a:pt x="1862137" y="909638"/>
                    </a:lnTo>
                    <a:lnTo>
                      <a:pt x="1869281" y="933450"/>
                    </a:lnTo>
                    <a:lnTo>
                      <a:pt x="1862137" y="962025"/>
                    </a:lnTo>
                    <a:lnTo>
                      <a:pt x="1847850" y="966788"/>
                    </a:lnTo>
                    <a:lnTo>
                      <a:pt x="1854994" y="985838"/>
                    </a:lnTo>
                    <a:lnTo>
                      <a:pt x="1862137" y="1021557"/>
                    </a:lnTo>
                    <a:lnTo>
                      <a:pt x="1862137" y="1052513"/>
                    </a:lnTo>
                    <a:lnTo>
                      <a:pt x="1857375" y="1078707"/>
                    </a:lnTo>
                    <a:lnTo>
                      <a:pt x="1881187" y="1116807"/>
                    </a:lnTo>
                    <a:lnTo>
                      <a:pt x="1869281" y="1138238"/>
                    </a:lnTo>
                    <a:lnTo>
                      <a:pt x="1845469" y="1138238"/>
                    </a:lnTo>
                    <a:lnTo>
                      <a:pt x="1831181" y="1183482"/>
                    </a:lnTo>
                    <a:lnTo>
                      <a:pt x="1821656" y="1228725"/>
                    </a:lnTo>
                    <a:lnTo>
                      <a:pt x="1812131" y="1252538"/>
                    </a:lnTo>
                    <a:lnTo>
                      <a:pt x="1809750" y="1278732"/>
                    </a:lnTo>
                    <a:lnTo>
                      <a:pt x="1793081" y="1290638"/>
                    </a:lnTo>
                    <a:lnTo>
                      <a:pt x="1797844" y="1328738"/>
                    </a:lnTo>
                    <a:lnTo>
                      <a:pt x="1776412" y="1333500"/>
                    </a:lnTo>
                    <a:lnTo>
                      <a:pt x="1774031" y="1378744"/>
                    </a:lnTo>
                    <a:lnTo>
                      <a:pt x="1781175" y="1378744"/>
                    </a:lnTo>
                    <a:lnTo>
                      <a:pt x="1785937" y="1404938"/>
                    </a:lnTo>
                    <a:lnTo>
                      <a:pt x="1740694" y="1407319"/>
                    </a:lnTo>
                    <a:lnTo>
                      <a:pt x="1719262" y="1419225"/>
                    </a:lnTo>
                    <a:lnTo>
                      <a:pt x="1702594" y="1423988"/>
                    </a:lnTo>
                    <a:lnTo>
                      <a:pt x="1662112" y="1404938"/>
                    </a:lnTo>
                    <a:lnTo>
                      <a:pt x="1621631" y="1383507"/>
                    </a:lnTo>
                    <a:lnTo>
                      <a:pt x="1593056" y="1371600"/>
                    </a:lnTo>
                    <a:lnTo>
                      <a:pt x="1576387" y="1390650"/>
                    </a:lnTo>
                    <a:lnTo>
                      <a:pt x="1547812" y="1397794"/>
                    </a:lnTo>
                    <a:lnTo>
                      <a:pt x="1528762" y="1388269"/>
                    </a:lnTo>
                    <a:lnTo>
                      <a:pt x="1507331" y="1404938"/>
                    </a:lnTo>
                    <a:lnTo>
                      <a:pt x="1497806" y="1381125"/>
                    </a:lnTo>
                    <a:lnTo>
                      <a:pt x="1507331" y="1359694"/>
                    </a:lnTo>
                    <a:lnTo>
                      <a:pt x="1514475" y="1316832"/>
                    </a:lnTo>
                    <a:lnTo>
                      <a:pt x="1547812" y="1293019"/>
                    </a:lnTo>
                    <a:lnTo>
                      <a:pt x="1554956" y="1264444"/>
                    </a:lnTo>
                    <a:lnTo>
                      <a:pt x="1538287" y="1221582"/>
                    </a:lnTo>
                    <a:lnTo>
                      <a:pt x="1504950" y="1212057"/>
                    </a:lnTo>
                    <a:lnTo>
                      <a:pt x="1471612" y="1228725"/>
                    </a:lnTo>
                    <a:lnTo>
                      <a:pt x="1435894" y="1266825"/>
                    </a:lnTo>
                    <a:lnTo>
                      <a:pt x="1428750" y="1250157"/>
                    </a:lnTo>
                    <a:lnTo>
                      <a:pt x="1447800" y="1231107"/>
                    </a:lnTo>
                    <a:lnTo>
                      <a:pt x="1450181" y="1204913"/>
                    </a:lnTo>
                    <a:lnTo>
                      <a:pt x="1421606" y="1190625"/>
                    </a:lnTo>
                    <a:lnTo>
                      <a:pt x="1388269" y="1202532"/>
                    </a:lnTo>
                    <a:lnTo>
                      <a:pt x="1359694" y="1197769"/>
                    </a:lnTo>
                    <a:lnTo>
                      <a:pt x="1335881" y="1176338"/>
                    </a:lnTo>
                    <a:lnTo>
                      <a:pt x="1302544" y="1193007"/>
                    </a:lnTo>
                    <a:lnTo>
                      <a:pt x="1283494" y="1228725"/>
                    </a:lnTo>
                    <a:lnTo>
                      <a:pt x="1266825" y="1240632"/>
                    </a:lnTo>
                    <a:lnTo>
                      <a:pt x="1266825" y="1214438"/>
                    </a:lnTo>
                    <a:lnTo>
                      <a:pt x="1226344" y="1193007"/>
                    </a:lnTo>
                    <a:lnTo>
                      <a:pt x="1200150" y="1197769"/>
                    </a:lnTo>
                    <a:lnTo>
                      <a:pt x="1169194" y="1200150"/>
                    </a:lnTo>
                    <a:lnTo>
                      <a:pt x="1150144" y="1181100"/>
                    </a:lnTo>
                    <a:lnTo>
                      <a:pt x="1112044" y="1171575"/>
                    </a:lnTo>
                    <a:lnTo>
                      <a:pt x="1092994" y="1166813"/>
                    </a:lnTo>
                    <a:lnTo>
                      <a:pt x="1066800" y="1154907"/>
                    </a:lnTo>
                    <a:lnTo>
                      <a:pt x="1040606" y="1159669"/>
                    </a:lnTo>
                    <a:lnTo>
                      <a:pt x="1031081" y="1188244"/>
                    </a:lnTo>
                    <a:lnTo>
                      <a:pt x="1012031" y="1185863"/>
                    </a:lnTo>
                    <a:lnTo>
                      <a:pt x="973931" y="1200150"/>
                    </a:lnTo>
                    <a:lnTo>
                      <a:pt x="945356" y="1197769"/>
                    </a:lnTo>
                    <a:lnTo>
                      <a:pt x="912019" y="1197769"/>
                    </a:lnTo>
                    <a:lnTo>
                      <a:pt x="885825" y="1228725"/>
                    </a:lnTo>
                    <a:lnTo>
                      <a:pt x="857250" y="1221582"/>
                    </a:lnTo>
                    <a:lnTo>
                      <a:pt x="840581" y="1197769"/>
                    </a:lnTo>
                    <a:lnTo>
                      <a:pt x="838200" y="1162050"/>
                    </a:lnTo>
                    <a:lnTo>
                      <a:pt x="797719" y="1116807"/>
                    </a:lnTo>
                    <a:lnTo>
                      <a:pt x="735806" y="1081088"/>
                    </a:lnTo>
                    <a:lnTo>
                      <a:pt x="709612" y="1088232"/>
                    </a:lnTo>
                    <a:lnTo>
                      <a:pt x="695325" y="1112044"/>
                    </a:lnTo>
                    <a:lnTo>
                      <a:pt x="673894" y="1102519"/>
                    </a:lnTo>
                    <a:lnTo>
                      <a:pt x="647700" y="1102519"/>
                    </a:lnTo>
                    <a:lnTo>
                      <a:pt x="631031" y="1121569"/>
                    </a:lnTo>
                    <a:lnTo>
                      <a:pt x="621506" y="1152525"/>
                    </a:lnTo>
                    <a:lnTo>
                      <a:pt x="602456" y="1152525"/>
                    </a:lnTo>
                    <a:lnTo>
                      <a:pt x="583406" y="1138238"/>
                    </a:lnTo>
                    <a:lnTo>
                      <a:pt x="557212" y="1133475"/>
                    </a:lnTo>
                    <a:lnTo>
                      <a:pt x="521494" y="1104900"/>
                    </a:lnTo>
                    <a:lnTo>
                      <a:pt x="447675" y="1092994"/>
                    </a:lnTo>
                    <a:lnTo>
                      <a:pt x="414337" y="1076325"/>
                    </a:lnTo>
                    <a:lnTo>
                      <a:pt x="388144" y="1085850"/>
                    </a:lnTo>
                    <a:lnTo>
                      <a:pt x="359569" y="1114425"/>
                    </a:lnTo>
                    <a:lnTo>
                      <a:pt x="335756" y="1121569"/>
                    </a:lnTo>
                    <a:lnTo>
                      <a:pt x="323850" y="1150144"/>
                    </a:lnTo>
                    <a:lnTo>
                      <a:pt x="307181" y="1140619"/>
                    </a:lnTo>
                    <a:lnTo>
                      <a:pt x="278606" y="1112044"/>
                    </a:lnTo>
                    <a:lnTo>
                      <a:pt x="264319" y="1083469"/>
                    </a:lnTo>
                    <a:lnTo>
                      <a:pt x="261937" y="1054894"/>
                    </a:lnTo>
                    <a:lnTo>
                      <a:pt x="223837" y="1059657"/>
                    </a:lnTo>
                    <a:lnTo>
                      <a:pt x="223837" y="1040607"/>
                    </a:lnTo>
                    <a:lnTo>
                      <a:pt x="219075" y="1021557"/>
                    </a:lnTo>
                    <a:lnTo>
                      <a:pt x="219075" y="1012032"/>
                    </a:lnTo>
                    <a:lnTo>
                      <a:pt x="240506" y="1012032"/>
                    </a:lnTo>
                    <a:lnTo>
                      <a:pt x="261937" y="1009650"/>
                    </a:lnTo>
                    <a:lnTo>
                      <a:pt x="273844" y="992982"/>
                    </a:lnTo>
                    <a:lnTo>
                      <a:pt x="280987" y="973932"/>
                    </a:lnTo>
                    <a:lnTo>
                      <a:pt x="276225" y="947738"/>
                    </a:lnTo>
                    <a:lnTo>
                      <a:pt x="292894" y="916782"/>
                    </a:lnTo>
                    <a:lnTo>
                      <a:pt x="273844" y="881063"/>
                    </a:lnTo>
                    <a:lnTo>
                      <a:pt x="257175" y="857250"/>
                    </a:lnTo>
                    <a:lnTo>
                      <a:pt x="254794" y="835819"/>
                    </a:lnTo>
                    <a:lnTo>
                      <a:pt x="259556" y="814388"/>
                    </a:lnTo>
                    <a:lnTo>
                      <a:pt x="270771" y="784483"/>
                    </a:lnTo>
                    <a:lnTo>
                      <a:pt x="259556" y="783432"/>
                    </a:lnTo>
                    <a:lnTo>
                      <a:pt x="245269" y="766763"/>
                    </a:lnTo>
                    <a:lnTo>
                      <a:pt x="257175" y="747713"/>
                    </a:lnTo>
                    <a:lnTo>
                      <a:pt x="230981" y="719138"/>
                    </a:lnTo>
                    <a:lnTo>
                      <a:pt x="197644" y="654844"/>
                    </a:lnTo>
                    <a:lnTo>
                      <a:pt x="161925" y="628650"/>
                    </a:lnTo>
                    <a:lnTo>
                      <a:pt x="107156" y="609600"/>
                    </a:lnTo>
                    <a:lnTo>
                      <a:pt x="76200" y="626269"/>
                    </a:lnTo>
                    <a:lnTo>
                      <a:pt x="47625" y="607219"/>
                    </a:lnTo>
                    <a:lnTo>
                      <a:pt x="42862" y="585788"/>
                    </a:lnTo>
                    <a:cubicBezTo>
                      <a:pt x="35718" y="592138"/>
                      <a:pt x="28575" y="612775"/>
                      <a:pt x="21431" y="619125"/>
                    </a:cubicBezTo>
                    <a:lnTo>
                      <a:pt x="0" y="621507"/>
                    </a:lnTo>
                    <a:lnTo>
                      <a:pt x="26194" y="576263"/>
                    </a:lnTo>
                    <a:lnTo>
                      <a:pt x="26194" y="526257"/>
                    </a:lnTo>
                    <a:lnTo>
                      <a:pt x="40481" y="495300"/>
                    </a:lnTo>
                    <a:lnTo>
                      <a:pt x="61912" y="450057"/>
                    </a:lnTo>
                    <a:lnTo>
                      <a:pt x="88106" y="400050"/>
                    </a:lnTo>
                    <a:lnTo>
                      <a:pt x="102394" y="366713"/>
                    </a:lnTo>
                    <a:lnTo>
                      <a:pt x="126206" y="342900"/>
                    </a:lnTo>
                    <a:lnTo>
                      <a:pt x="133350" y="326232"/>
                    </a:lnTo>
                    <a:lnTo>
                      <a:pt x="116681" y="321469"/>
                    </a:lnTo>
                    <a:lnTo>
                      <a:pt x="119062" y="309563"/>
                    </a:lnTo>
                    <a:lnTo>
                      <a:pt x="123825" y="259557"/>
                    </a:lnTo>
                    <a:lnTo>
                      <a:pt x="138112" y="219075"/>
                    </a:lnTo>
                    <a:lnTo>
                      <a:pt x="147637" y="178594"/>
                    </a:lnTo>
                    <a:lnTo>
                      <a:pt x="159544" y="154782"/>
                    </a:lnTo>
                    <a:lnTo>
                      <a:pt x="195262" y="135732"/>
                    </a:lnTo>
                    <a:lnTo>
                      <a:pt x="211931" y="109538"/>
                    </a:lnTo>
                    <a:lnTo>
                      <a:pt x="221456" y="88107"/>
                    </a:lnTo>
                    <a:lnTo>
                      <a:pt x="250031" y="88107"/>
                    </a:lnTo>
                    <a:lnTo>
                      <a:pt x="285750" y="88107"/>
                    </a:lnTo>
                    <a:lnTo>
                      <a:pt x="321469" y="73819"/>
                    </a:lnTo>
                    <a:lnTo>
                      <a:pt x="330994" y="54769"/>
                    </a:lnTo>
                    <a:lnTo>
                      <a:pt x="364331" y="54769"/>
                    </a:lnTo>
                    <a:lnTo>
                      <a:pt x="41195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0" name="광주시">
                <a:extLst>
                  <a:ext uri="{FF2B5EF4-FFF2-40B4-BE49-F238E27FC236}">
                    <a16:creationId xmlns:a16="http://schemas.microsoft.com/office/drawing/2014/main" id="{598FACDF-8223-E345-D1BB-03AB607F4850}"/>
                  </a:ext>
                </a:extLst>
              </p:cNvPr>
              <p:cNvSpPr/>
              <p:nvPr/>
            </p:nvSpPr>
            <p:spPr>
              <a:xfrm>
                <a:off x="5262563" y="3505200"/>
                <a:ext cx="1193006" cy="1276350"/>
              </a:xfrm>
              <a:custGeom>
                <a:avLst/>
                <a:gdLst>
                  <a:gd name="connsiteX0" fmla="*/ 823912 w 1193006"/>
                  <a:gd name="connsiteY0" fmla="*/ 0 h 1276350"/>
                  <a:gd name="connsiteX1" fmla="*/ 850106 w 1193006"/>
                  <a:gd name="connsiteY1" fmla="*/ 7144 h 1276350"/>
                  <a:gd name="connsiteX2" fmla="*/ 881062 w 1193006"/>
                  <a:gd name="connsiteY2" fmla="*/ 28575 h 1276350"/>
                  <a:gd name="connsiteX3" fmla="*/ 907256 w 1193006"/>
                  <a:gd name="connsiteY3" fmla="*/ 100013 h 1276350"/>
                  <a:gd name="connsiteX4" fmla="*/ 933450 w 1193006"/>
                  <a:gd name="connsiteY4" fmla="*/ 109538 h 1276350"/>
                  <a:gd name="connsiteX5" fmla="*/ 935831 w 1193006"/>
                  <a:gd name="connsiteY5" fmla="*/ 135731 h 1276350"/>
                  <a:gd name="connsiteX6" fmla="*/ 947737 w 1193006"/>
                  <a:gd name="connsiteY6" fmla="*/ 164306 h 1276350"/>
                  <a:gd name="connsiteX7" fmla="*/ 942975 w 1193006"/>
                  <a:gd name="connsiteY7" fmla="*/ 202406 h 1276350"/>
                  <a:gd name="connsiteX8" fmla="*/ 940593 w 1193006"/>
                  <a:gd name="connsiteY8" fmla="*/ 223838 h 1276350"/>
                  <a:gd name="connsiteX9" fmla="*/ 957262 w 1193006"/>
                  <a:gd name="connsiteY9" fmla="*/ 240506 h 1276350"/>
                  <a:gd name="connsiteX10" fmla="*/ 976312 w 1193006"/>
                  <a:gd name="connsiteY10" fmla="*/ 278606 h 1276350"/>
                  <a:gd name="connsiteX11" fmla="*/ 959643 w 1193006"/>
                  <a:gd name="connsiteY11" fmla="*/ 302419 h 1276350"/>
                  <a:gd name="connsiteX12" fmla="*/ 969168 w 1193006"/>
                  <a:gd name="connsiteY12" fmla="*/ 323850 h 1276350"/>
                  <a:gd name="connsiteX13" fmla="*/ 954881 w 1193006"/>
                  <a:gd name="connsiteY13" fmla="*/ 347663 h 1276350"/>
                  <a:gd name="connsiteX14" fmla="*/ 928687 w 1193006"/>
                  <a:gd name="connsiteY14" fmla="*/ 345281 h 1276350"/>
                  <a:gd name="connsiteX15" fmla="*/ 912018 w 1193006"/>
                  <a:gd name="connsiteY15" fmla="*/ 354806 h 1276350"/>
                  <a:gd name="connsiteX16" fmla="*/ 897731 w 1193006"/>
                  <a:gd name="connsiteY16" fmla="*/ 364331 h 1276350"/>
                  <a:gd name="connsiteX17" fmla="*/ 914400 w 1193006"/>
                  <a:gd name="connsiteY17" fmla="*/ 385763 h 1276350"/>
                  <a:gd name="connsiteX18" fmla="*/ 912018 w 1193006"/>
                  <a:gd name="connsiteY18" fmla="*/ 423863 h 1276350"/>
                  <a:gd name="connsiteX19" fmla="*/ 919162 w 1193006"/>
                  <a:gd name="connsiteY19" fmla="*/ 433388 h 1276350"/>
                  <a:gd name="connsiteX20" fmla="*/ 940593 w 1193006"/>
                  <a:gd name="connsiteY20" fmla="*/ 438150 h 1276350"/>
                  <a:gd name="connsiteX21" fmla="*/ 957262 w 1193006"/>
                  <a:gd name="connsiteY21" fmla="*/ 442913 h 1276350"/>
                  <a:gd name="connsiteX22" fmla="*/ 957262 w 1193006"/>
                  <a:gd name="connsiteY22" fmla="*/ 466725 h 1276350"/>
                  <a:gd name="connsiteX23" fmla="*/ 969168 w 1193006"/>
                  <a:gd name="connsiteY23" fmla="*/ 485775 h 1276350"/>
                  <a:gd name="connsiteX24" fmla="*/ 990600 w 1193006"/>
                  <a:gd name="connsiteY24" fmla="*/ 511969 h 1276350"/>
                  <a:gd name="connsiteX25" fmla="*/ 1009650 w 1193006"/>
                  <a:gd name="connsiteY25" fmla="*/ 523875 h 1276350"/>
                  <a:gd name="connsiteX26" fmla="*/ 1014412 w 1193006"/>
                  <a:gd name="connsiteY26" fmla="*/ 542925 h 1276350"/>
                  <a:gd name="connsiteX27" fmla="*/ 1004887 w 1193006"/>
                  <a:gd name="connsiteY27" fmla="*/ 559594 h 1276350"/>
                  <a:gd name="connsiteX28" fmla="*/ 1023937 w 1193006"/>
                  <a:gd name="connsiteY28" fmla="*/ 583406 h 1276350"/>
                  <a:gd name="connsiteX29" fmla="*/ 1059656 w 1193006"/>
                  <a:gd name="connsiteY29" fmla="*/ 607219 h 1276350"/>
                  <a:gd name="connsiteX30" fmla="*/ 1064418 w 1193006"/>
                  <a:gd name="connsiteY30" fmla="*/ 616744 h 1276350"/>
                  <a:gd name="connsiteX31" fmla="*/ 1062037 w 1193006"/>
                  <a:gd name="connsiteY31" fmla="*/ 642938 h 1276350"/>
                  <a:gd name="connsiteX32" fmla="*/ 1069181 w 1193006"/>
                  <a:gd name="connsiteY32" fmla="*/ 669131 h 1276350"/>
                  <a:gd name="connsiteX33" fmla="*/ 1095375 w 1193006"/>
                  <a:gd name="connsiteY33" fmla="*/ 704850 h 1276350"/>
                  <a:gd name="connsiteX34" fmla="*/ 1093107 w 1193006"/>
                  <a:gd name="connsiteY34" fmla="*/ 705527 h 1276350"/>
                  <a:gd name="connsiteX35" fmla="*/ 1116806 w 1193006"/>
                  <a:gd name="connsiteY35" fmla="*/ 709613 h 1276350"/>
                  <a:gd name="connsiteX36" fmla="*/ 1159668 w 1193006"/>
                  <a:gd name="connsiteY36" fmla="*/ 709613 h 1276350"/>
                  <a:gd name="connsiteX37" fmla="*/ 1188243 w 1193006"/>
                  <a:gd name="connsiteY37" fmla="*/ 707231 h 1276350"/>
                  <a:gd name="connsiteX38" fmla="*/ 1190625 w 1193006"/>
                  <a:gd name="connsiteY38" fmla="*/ 731044 h 1276350"/>
                  <a:gd name="connsiteX39" fmla="*/ 1181100 w 1193006"/>
                  <a:gd name="connsiteY39" fmla="*/ 752475 h 1276350"/>
                  <a:gd name="connsiteX40" fmla="*/ 1185862 w 1193006"/>
                  <a:gd name="connsiteY40" fmla="*/ 785813 h 1276350"/>
                  <a:gd name="connsiteX41" fmla="*/ 1193006 w 1193006"/>
                  <a:gd name="connsiteY41" fmla="*/ 819150 h 1276350"/>
                  <a:gd name="connsiteX42" fmla="*/ 1169193 w 1193006"/>
                  <a:gd name="connsiteY42" fmla="*/ 833438 h 1276350"/>
                  <a:gd name="connsiteX43" fmla="*/ 1152525 w 1193006"/>
                  <a:gd name="connsiteY43" fmla="*/ 842963 h 1276350"/>
                  <a:gd name="connsiteX44" fmla="*/ 1140618 w 1193006"/>
                  <a:gd name="connsiteY44" fmla="*/ 869156 h 1276350"/>
                  <a:gd name="connsiteX45" fmla="*/ 1128712 w 1193006"/>
                  <a:gd name="connsiteY45" fmla="*/ 885825 h 1276350"/>
                  <a:gd name="connsiteX46" fmla="*/ 1095375 w 1193006"/>
                  <a:gd name="connsiteY46" fmla="*/ 912019 h 1276350"/>
                  <a:gd name="connsiteX47" fmla="*/ 1088231 w 1193006"/>
                  <a:gd name="connsiteY47" fmla="*/ 940594 h 1276350"/>
                  <a:gd name="connsiteX48" fmla="*/ 1057275 w 1193006"/>
                  <a:gd name="connsiteY48" fmla="*/ 942975 h 1276350"/>
                  <a:gd name="connsiteX49" fmla="*/ 1045368 w 1193006"/>
                  <a:gd name="connsiteY49" fmla="*/ 966788 h 1276350"/>
                  <a:gd name="connsiteX50" fmla="*/ 1012031 w 1193006"/>
                  <a:gd name="connsiteY50" fmla="*/ 973931 h 1276350"/>
                  <a:gd name="connsiteX51" fmla="*/ 990600 w 1193006"/>
                  <a:gd name="connsiteY51" fmla="*/ 1000125 h 1276350"/>
                  <a:gd name="connsiteX52" fmla="*/ 957263 w 1193006"/>
                  <a:gd name="connsiteY52" fmla="*/ 1016794 h 1276350"/>
                  <a:gd name="connsiteX53" fmla="*/ 931068 w 1193006"/>
                  <a:gd name="connsiteY53" fmla="*/ 1000125 h 1276350"/>
                  <a:gd name="connsiteX54" fmla="*/ 904875 w 1193006"/>
                  <a:gd name="connsiteY54" fmla="*/ 1023937 h 1276350"/>
                  <a:gd name="connsiteX55" fmla="*/ 869156 w 1193006"/>
                  <a:gd name="connsiteY55" fmla="*/ 1023938 h 1276350"/>
                  <a:gd name="connsiteX56" fmla="*/ 878681 w 1193006"/>
                  <a:gd name="connsiteY56" fmla="*/ 1035844 h 1276350"/>
                  <a:gd name="connsiteX57" fmla="*/ 881062 w 1193006"/>
                  <a:gd name="connsiteY57" fmla="*/ 1047750 h 1276350"/>
                  <a:gd name="connsiteX58" fmla="*/ 866775 w 1193006"/>
                  <a:gd name="connsiteY58" fmla="*/ 1078706 h 1276350"/>
                  <a:gd name="connsiteX59" fmla="*/ 847725 w 1193006"/>
                  <a:gd name="connsiteY59" fmla="*/ 1090613 h 1276350"/>
                  <a:gd name="connsiteX60" fmla="*/ 838200 w 1193006"/>
                  <a:gd name="connsiteY60" fmla="*/ 1112044 h 1276350"/>
                  <a:gd name="connsiteX61" fmla="*/ 847725 w 1193006"/>
                  <a:gd name="connsiteY61" fmla="*/ 1138238 h 1276350"/>
                  <a:gd name="connsiteX62" fmla="*/ 838200 w 1193006"/>
                  <a:gd name="connsiteY62" fmla="*/ 1152525 h 1276350"/>
                  <a:gd name="connsiteX63" fmla="*/ 814387 w 1193006"/>
                  <a:gd name="connsiteY63" fmla="*/ 1157288 h 1276350"/>
                  <a:gd name="connsiteX64" fmla="*/ 792956 w 1193006"/>
                  <a:gd name="connsiteY64" fmla="*/ 1157288 h 1276350"/>
                  <a:gd name="connsiteX65" fmla="*/ 778668 w 1193006"/>
                  <a:gd name="connsiteY65" fmla="*/ 1178719 h 1276350"/>
                  <a:gd name="connsiteX66" fmla="*/ 797718 w 1193006"/>
                  <a:gd name="connsiteY66" fmla="*/ 1202531 h 1276350"/>
                  <a:gd name="connsiteX67" fmla="*/ 807243 w 1193006"/>
                  <a:gd name="connsiteY67" fmla="*/ 1226344 h 1276350"/>
                  <a:gd name="connsiteX68" fmla="*/ 797718 w 1193006"/>
                  <a:gd name="connsiteY68" fmla="*/ 1247775 h 1276350"/>
                  <a:gd name="connsiteX69" fmla="*/ 769143 w 1193006"/>
                  <a:gd name="connsiteY69" fmla="*/ 1254919 h 1276350"/>
                  <a:gd name="connsiteX70" fmla="*/ 752475 w 1193006"/>
                  <a:gd name="connsiteY70" fmla="*/ 1235869 h 1276350"/>
                  <a:gd name="connsiteX71" fmla="*/ 714375 w 1193006"/>
                  <a:gd name="connsiteY71" fmla="*/ 1228725 h 1276350"/>
                  <a:gd name="connsiteX72" fmla="*/ 676275 w 1193006"/>
                  <a:gd name="connsiteY72" fmla="*/ 1238250 h 1276350"/>
                  <a:gd name="connsiteX73" fmla="*/ 647700 w 1193006"/>
                  <a:gd name="connsiteY73" fmla="*/ 1243013 h 1276350"/>
                  <a:gd name="connsiteX74" fmla="*/ 635793 w 1193006"/>
                  <a:gd name="connsiteY74" fmla="*/ 1276350 h 1276350"/>
                  <a:gd name="connsiteX75" fmla="*/ 631031 w 1193006"/>
                  <a:gd name="connsiteY75" fmla="*/ 1252538 h 1276350"/>
                  <a:gd name="connsiteX76" fmla="*/ 588168 w 1193006"/>
                  <a:gd name="connsiteY76" fmla="*/ 1262062 h 1276350"/>
                  <a:gd name="connsiteX77" fmla="*/ 564356 w 1193006"/>
                  <a:gd name="connsiteY77" fmla="*/ 1245394 h 1276350"/>
                  <a:gd name="connsiteX78" fmla="*/ 585787 w 1193006"/>
                  <a:gd name="connsiteY78" fmla="*/ 1216819 h 1276350"/>
                  <a:gd name="connsiteX79" fmla="*/ 583406 w 1193006"/>
                  <a:gd name="connsiteY79" fmla="*/ 1204913 h 1276350"/>
                  <a:gd name="connsiteX80" fmla="*/ 569118 w 1193006"/>
                  <a:gd name="connsiteY80" fmla="*/ 1176337 h 1276350"/>
                  <a:gd name="connsiteX81" fmla="*/ 583406 w 1193006"/>
                  <a:gd name="connsiteY81" fmla="*/ 1133475 h 1276350"/>
                  <a:gd name="connsiteX82" fmla="*/ 571500 w 1193006"/>
                  <a:gd name="connsiteY82" fmla="*/ 1085851 h 1276350"/>
                  <a:gd name="connsiteX83" fmla="*/ 581025 w 1193006"/>
                  <a:gd name="connsiteY83" fmla="*/ 1069181 h 1276350"/>
                  <a:gd name="connsiteX84" fmla="*/ 595312 w 1193006"/>
                  <a:gd name="connsiteY84" fmla="*/ 1031081 h 1276350"/>
                  <a:gd name="connsiteX85" fmla="*/ 595312 w 1193006"/>
                  <a:gd name="connsiteY85" fmla="*/ 1002506 h 1276350"/>
                  <a:gd name="connsiteX86" fmla="*/ 576262 w 1193006"/>
                  <a:gd name="connsiteY86" fmla="*/ 978694 h 1276350"/>
                  <a:gd name="connsiteX87" fmla="*/ 590550 w 1193006"/>
                  <a:gd name="connsiteY87" fmla="*/ 945356 h 1276350"/>
                  <a:gd name="connsiteX88" fmla="*/ 588168 w 1193006"/>
                  <a:gd name="connsiteY88" fmla="*/ 897731 h 1276350"/>
                  <a:gd name="connsiteX89" fmla="*/ 571500 w 1193006"/>
                  <a:gd name="connsiteY89" fmla="*/ 881063 h 1276350"/>
                  <a:gd name="connsiteX90" fmla="*/ 540543 w 1193006"/>
                  <a:gd name="connsiteY90" fmla="*/ 902494 h 1276350"/>
                  <a:gd name="connsiteX91" fmla="*/ 511968 w 1193006"/>
                  <a:gd name="connsiteY91" fmla="*/ 902494 h 1276350"/>
                  <a:gd name="connsiteX92" fmla="*/ 500062 w 1193006"/>
                  <a:gd name="connsiteY92" fmla="*/ 878681 h 1276350"/>
                  <a:gd name="connsiteX93" fmla="*/ 466725 w 1193006"/>
                  <a:gd name="connsiteY93" fmla="*/ 864393 h 1276350"/>
                  <a:gd name="connsiteX94" fmla="*/ 428625 w 1193006"/>
                  <a:gd name="connsiteY94" fmla="*/ 840581 h 1276350"/>
                  <a:gd name="connsiteX95" fmla="*/ 414337 w 1193006"/>
                  <a:gd name="connsiteY95" fmla="*/ 847725 h 1276350"/>
                  <a:gd name="connsiteX96" fmla="*/ 411956 w 1193006"/>
                  <a:gd name="connsiteY96" fmla="*/ 807244 h 1276350"/>
                  <a:gd name="connsiteX97" fmla="*/ 390525 w 1193006"/>
                  <a:gd name="connsiteY97" fmla="*/ 821531 h 1276350"/>
                  <a:gd name="connsiteX98" fmla="*/ 361950 w 1193006"/>
                  <a:gd name="connsiteY98" fmla="*/ 823913 h 1276350"/>
                  <a:gd name="connsiteX99" fmla="*/ 335756 w 1193006"/>
                  <a:gd name="connsiteY99" fmla="*/ 847725 h 1276350"/>
                  <a:gd name="connsiteX100" fmla="*/ 311943 w 1193006"/>
                  <a:gd name="connsiteY100" fmla="*/ 838200 h 1276350"/>
                  <a:gd name="connsiteX101" fmla="*/ 304800 w 1193006"/>
                  <a:gd name="connsiteY101" fmla="*/ 857250 h 1276350"/>
                  <a:gd name="connsiteX102" fmla="*/ 321468 w 1193006"/>
                  <a:gd name="connsiteY102" fmla="*/ 890588 h 1276350"/>
                  <a:gd name="connsiteX103" fmla="*/ 304800 w 1193006"/>
                  <a:gd name="connsiteY103" fmla="*/ 919162 h 1276350"/>
                  <a:gd name="connsiteX104" fmla="*/ 276224 w 1193006"/>
                  <a:gd name="connsiteY104" fmla="*/ 959644 h 1276350"/>
                  <a:gd name="connsiteX105" fmla="*/ 259556 w 1193006"/>
                  <a:gd name="connsiteY105" fmla="*/ 973931 h 1276350"/>
                  <a:gd name="connsiteX106" fmla="*/ 245268 w 1193006"/>
                  <a:gd name="connsiteY106" fmla="*/ 952500 h 1276350"/>
                  <a:gd name="connsiteX107" fmla="*/ 259556 w 1193006"/>
                  <a:gd name="connsiteY107" fmla="*/ 916781 h 1276350"/>
                  <a:gd name="connsiteX108" fmla="*/ 242887 w 1193006"/>
                  <a:gd name="connsiteY108" fmla="*/ 895350 h 1276350"/>
                  <a:gd name="connsiteX109" fmla="*/ 221456 w 1193006"/>
                  <a:gd name="connsiteY109" fmla="*/ 878681 h 1276350"/>
                  <a:gd name="connsiteX110" fmla="*/ 197643 w 1193006"/>
                  <a:gd name="connsiteY110" fmla="*/ 890588 h 1276350"/>
                  <a:gd name="connsiteX111" fmla="*/ 142875 w 1193006"/>
                  <a:gd name="connsiteY111" fmla="*/ 897731 h 1276350"/>
                  <a:gd name="connsiteX112" fmla="*/ 109537 w 1193006"/>
                  <a:gd name="connsiteY112" fmla="*/ 897731 h 1276350"/>
                  <a:gd name="connsiteX113" fmla="*/ 73818 w 1193006"/>
                  <a:gd name="connsiteY113" fmla="*/ 907256 h 1276350"/>
                  <a:gd name="connsiteX114" fmla="*/ 35718 w 1193006"/>
                  <a:gd name="connsiteY114" fmla="*/ 933450 h 1276350"/>
                  <a:gd name="connsiteX115" fmla="*/ 19050 w 1193006"/>
                  <a:gd name="connsiteY115" fmla="*/ 933450 h 1276350"/>
                  <a:gd name="connsiteX116" fmla="*/ 19050 w 1193006"/>
                  <a:gd name="connsiteY116" fmla="*/ 912019 h 1276350"/>
                  <a:gd name="connsiteX117" fmla="*/ 0 w 1193006"/>
                  <a:gd name="connsiteY117" fmla="*/ 881063 h 1276350"/>
                  <a:gd name="connsiteX118" fmla="*/ 4762 w 1193006"/>
                  <a:gd name="connsiteY118" fmla="*/ 854869 h 1276350"/>
                  <a:gd name="connsiteX119" fmla="*/ 19050 w 1193006"/>
                  <a:gd name="connsiteY119" fmla="*/ 850106 h 1276350"/>
                  <a:gd name="connsiteX120" fmla="*/ 59531 w 1193006"/>
                  <a:gd name="connsiteY120" fmla="*/ 840581 h 1276350"/>
                  <a:gd name="connsiteX121" fmla="*/ 71437 w 1193006"/>
                  <a:gd name="connsiteY121" fmla="*/ 823913 h 1276350"/>
                  <a:gd name="connsiteX122" fmla="*/ 88106 w 1193006"/>
                  <a:gd name="connsiteY122" fmla="*/ 807244 h 1276350"/>
                  <a:gd name="connsiteX123" fmla="*/ 107156 w 1193006"/>
                  <a:gd name="connsiteY123" fmla="*/ 778669 h 1276350"/>
                  <a:gd name="connsiteX124" fmla="*/ 109537 w 1193006"/>
                  <a:gd name="connsiteY124" fmla="*/ 750094 h 1276350"/>
                  <a:gd name="connsiteX125" fmla="*/ 140493 w 1193006"/>
                  <a:gd name="connsiteY125" fmla="*/ 740569 h 1276350"/>
                  <a:gd name="connsiteX126" fmla="*/ 171450 w 1193006"/>
                  <a:gd name="connsiteY126" fmla="*/ 721519 h 1276350"/>
                  <a:gd name="connsiteX127" fmla="*/ 176212 w 1193006"/>
                  <a:gd name="connsiteY127" fmla="*/ 690563 h 1276350"/>
                  <a:gd name="connsiteX128" fmla="*/ 154781 w 1193006"/>
                  <a:gd name="connsiteY128" fmla="*/ 681038 h 1276350"/>
                  <a:gd name="connsiteX129" fmla="*/ 142875 w 1193006"/>
                  <a:gd name="connsiteY129" fmla="*/ 664369 h 1276350"/>
                  <a:gd name="connsiteX130" fmla="*/ 150018 w 1193006"/>
                  <a:gd name="connsiteY130" fmla="*/ 621506 h 1276350"/>
                  <a:gd name="connsiteX131" fmla="*/ 164306 w 1193006"/>
                  <a:gd name="connsiteY131" fmla="*/ 590550 h 1276350"/>
                  <a:gd name="connsiteX132" fmla="*/ 169068 w 1193006"/>
                  <a:gd name="connsiteY132" fmla="*/ 566738 h 1276350"/>
                  <a:gd name="connsiteX133" fmla="*/ 190500 w 1193006"/>
                  <a:gd name="connsiteY133" fmla="*/ 566738 h 1276350"/>
                  <a:gd name="connsiteX134" fmla="*/ 196451 w 1193006"/>
                  <a:gd name="connsiteY134" fmla="*/ 564988 h 1276350"/>
                  <a:gd name="connsiteX135" fmla="*/ 195262 w 1193006"/>
                  <a:gd name="connsiteY135" fmla="*/ 564356 h 1276350"/>
                  <a:gd name="connsiteX136" fmla="*/ 197643 w 1193006"/>
                  <a:gd name="connsiteY136" fmla="*/ 542925 h 1276350"/>
                  <a:gd name="connsiteX137" fmla="*/ 233362 w 1193006"/>
                  <a:gd name="connsiteY137" fmla="*/ 528638 h 1276350"/>
                  <a:gd name="connsiteX138" fmla="*/ 245268 w 1193006"/>
                  <a:gd name="connsiteY138" fmla="*/ 500063 h 1276350"/>
                  <a:gd name="connsiteX139" fmla="*/ 233362 w 1193006"/>
                  <a:gd name="connsiteY139" fmla="*/ 473869 h 1276350"/>
                  <a:gd name="connsiteX140" fmla="*/ 233362 w 1193006"/>
                  <a:gd name="connsiteY140" fmla="*/ 440531 h 1276350"/>
                  <a:gd name="connsiteX141" fmla="*/ 242887 w 1193006"/>
                  <a:gd name="connsiteY141" fmla="*/ 395288 h 1276350"/>
                  <a:gd name="connsiteX142" fmla="*/ 233362 w 1193006"/>
                  <a:gd name="connsiteY142" fmla="*/ 359569 h 1276350"/>
                  <a:gd name="connsiteX143" fmla="*/ 207168 w 1193006"/>
                  <a:gd name="connsiteY143" fmla="*/ 345281 h 1276350"/>
                  <a:gd name="connsiteX144" fmla="*/ 188118 w 1193006"/>
                  <a:gd name="connsiteY144" fmla="*/ 314325 h 1276350"/>
                  <a:gd name="connsiteX145" fmla="*/ 188118 w 1193006"/>
                  <a:gd name="connsiteY145" fmla="*/ 283369 h 1276350"/>
                  <a:gd name="connsiteX146" fmla="*/ 188118 w 1193006"/>
                  <a:gd name="connsiteY146" fmla="*/ 269081 h 1276350"/>
                  <a:gd name="connsiteX147" fmla="*/ 161925 w 1193006"/>
                  <a:gd name="connsiteY147" fmla="*/ 254794 h 1276350"/>
                  <a:gd name="connsiteX148" fmla="*/ 173831 w 1193006"/>
                  <a:gd name="connsiteY148" fmla="*/ 238125 h 1276350"/>
                  <a:gd name="connsiteX149" fmla="*/ 180975 w 1193006"/>
                  <a:gd name="connsiteY149" fmla="*/ 250031 h 1276350"/>
                  <a:gd name="connsiteX150" fmla="*/ 202406 w 1193006"/>
                  <a:gd name="connsiteY150" fmla="*/ 254794 h 1276350"/>
                  <a:gd name="connsiteX151" fmla="*/ 230981 w 1193006"/>
                  <a:gd name="connsiteY151" fmla="*/ 257175 h 1276350"/>
                  <a:gd name="connsiteX152" fmla="*/ 247650 w 1193006"/>
                  <a:gd name="connsiteY152" fmla="*/ 252413 h 1276350"/>
                  <a:gd name="connsiteX153" fmla="*/ 261937 w 1193006"/>
                  <a:gd name="connsiteY153" fmla="*/ 261938 h 1276350"/>
                  <a:gd name="connsiteX154" fmla="*/ 295275 w 1193006"/>
                  <a:gd name="connsiteY154" fmla="*/ 252413 h 1276350"/>
                  <a:gd name="connsiteX155" fmla="*/ 319087 w 1193006"/>
                  <a:gd name="connsiteY155" fmla="*/ 252413 h 1276350"/>
                  <a:gd name="connsiteX156" fmla="*/ 342900 w 1193006"/>
                  <a:gd name="connsiteY156" fmla="*/ 257175 h 1276350"/>
                  <a:gd name="connsiteX157" fmla="*/ 359568 w 1193006"/>
                  <a:gd name="connsiteY157" fmla="*/ 276225 h 1276350"/>
                  <a:gd name="connsiteX158" fmla="*/ 385762 w 1193006"/>
                  <a:gd name="connsiteY158" fmla="*/ 276225 h 1276350"/>
                  <a:gd name="connsiteX159" fmla="*/ 423862 w 1193006"/>
                  <a:gd name="connsiteY159" fmla="*/ 273844 h 1276350"/>
                  <a:gd name="connsiteX160" fmla="*/ 442912 w 1193006"/>
                  <a:gd name="connsiteY160" fmla="*/ 257175 h 1276350"/>
                  <a:gd name="connsiteX161" fmla="*/ 450056 w 1193006"/>
                  <a:gd name="connsiteY161" fmla="*/ 240506 h 1276350"/>
                  <a:gd name="connsiteX162" fmla="*/ 433387 w 1193006"/>
                  <a:gd name="connsiteY162" fmla="*/ 230981 h 1276350"/>
                  <a:gd name="connsiteX163" fmla="*/ 435768 w 1193006"/>
                  <a:gd name="connsiteY163" fmla="*/ 221456 h 1276350"/>
                  <a:gd name="connsiteX164" fmla="*/ 442912 w 1193006"/>
                  <a:gd name="connsiteY164" fmla="*/ 223838 h 1276350"/>
                  <a:gd name="connsiteX165" fmla="*/ 469106 w 1193006"/>
                  <a:gd name="connsiteY165" fmla="*/ 221456 h 1276350"/>
                  <a:gd name="connsiteX166" fmla="*/ 478631 w 1193006"/>
                  <a:gd name="connsiteY166" fmla="*/ 192881 h 1276350"/>
                  <a:gd name="connsiteX167" fmla="*/ 478631 w 1193006"/>
                  <a:gd name="connsiteY167" fmla="*/ 171450 h 1276350"/>
                  <a:gd name="connsiteX168" fmla="*/ 471487 w 1193006"/>
                  <a:gd name="connsiteY168" fmla="*/ 145256 h 1276350"/>
                  <a:gd name="connsiteX169" fmla="*/ 473868 w 1193006"/>
                  <a:gd name="connsiteY169" fmla="*/ 128588 h 1276350"/>
                  <a:gd name="connsiteX170" fmla="*/ 497681 w 1193006"/>
                  <a:gd name="connsiteY170" fmla="*/ 126206 h 1276350"/>
                  <a:gd name="connsiteX171" fmla="*/ 523875 w 1193006"/>
                  <a:gd name="connsiteY171" fmla="*/ 128588 h 1276350"/>
                  <a:gd name="connsiteX172" fmla="*/ 545306 w 1193006"/>
                  <a:gd name="connsiteY172" fmla="*/ 126206 h 1276350"/>
                  <a:gd name="connsiteX173" fmla="*/ 573881 w 1193006"/>
                  <a:gd name="connsiteY173" fmla="*/ 90488 h 1276350"/>
                  <a:gd name="connsiteX174" fmla="*/ 585787 w 1193006"/>
                  <a:gd name="connsiteY174" fmla="*/ 90488 h 1276350"/>
                  <a:gd name="connsiteX175" fmla="*/ 581025 w 1193006"/>
                  <a:gd name="connsiteY175" fmla="*/ 150019 h 1276350"/>
                  <a:gd name="connsiteX176" fmla="*/ 578643 w 1193006"/>
                  <a:gd name="connsiteY176" fmla="*/ 183356 h 1276350"/>
                  <a:gd name="connsiteX177" fmla="*/ 585787 w 1193006"/>
                  <a:gd name="connsiteY177" fmla="*/ 214313 h 1276350"/>
                  <a:gd name="connsiteX178" fmla="*/ 600075 w 1193006"/>
                  <a:gd name="connsiteY178" fmla="*/ 216694 h 1276350"/>
                  <a:gd name="connsiteX179" fmla="*/ 607218 w 1193006"/>
                  <a:gd name="connsiteY179" fmla="*/ 202406 h 1276350"/>
                  <a:gd name="connsiteX180" fmla="*/ 614362 w 1193006"/>
                  <a:gd name="connsiteY180" fmla="*/ 221456 h 1276350"/>
                  <a:gd name="connsiteX181" fmla="*/ 616743 w 1193006"/>
                  <a:gd name="connsiteY181" fmla="*/ 261938 h 1276350"/>
                  <a:gd name="connsiteX182" fmla="*/ 602456 w 1193006"/>
                  <a:gd name="connsiteY182" fmla="*/ 300038 h 1276350"/>
                  <a:gd name="connsiteX183" fmla="*/ 607218 w 1193006"/>
                  <a:gd name="connsiteY183" fmla="*/ 326231 h 1276350"/>
                  <a:gd name="connsiteX184" fmla="*/ 623887 w 1193006"/>
                  <a:gd name="connsiteY184" fmla="*/ 376238 h 1276350"/>
                  <a:gd name="connsiteX185" fmla="*/ 631031 w 1193006"/>
                  <a:gd name="connsiteY185" fmla="*/ 411956 h 1276350"/>
                  <a:gd name="connsiteX186" fmla="*/ 642937 w 1193006"/>
                  <a:gd name="connsiteY186" fmla="*/ 438150 h 1276350"/>
                  <a:gd name="connsiteX187" fmla="*/ 657225 w 1193006"/>
                  <a:gd name="connsiteY187" fmla="*/ 428625 h 1276350"/>
                  <a:gd name="connsiteX188" fmla="*/ 645318 w 1193006"/>
                  <a:gd name="connsiteY188" fmla="*/ 395288 h 1276350"/>
                  <a:gd name="connsiteX189" fmla="*/ 652462 w 1193006"/>
                  <a:gd name="connsiteY189" fmla="*/ 359569 h 1276350"/>
                  <a:gd name="connsiteX190" fmla="*/ 645318 w 1193006"/>
                  <a:gd name="connsiteY190" fmla="*/ 323850 h 1276350"/>
                  <a:gd name="connsiteX191" fmla="*/ 633412 w 1193006"/>
                  <a:gd name="connsiteY191" fmla="*/ 290513 h 1276350"/>
                  <a:gd name="connsiteX192" fmla="*/ 633412 w 1193006"/>
                  <a:gd name="connsiteY192" fmla="*/ 266700 h 1276350"/>
                  <a:gd name="connsiteX193" fmla="*/ 645318 w 1193006"/>
                  <a:gd name="connsiteY193" fmla="*/ 257175 h 1276350"/>
                  <a:gd name="connsiteX194" fmla="*/ 647700 w 1193006"/>
                  <a:gd name="connsiteY194" fmla="*/ 228600 h 1276350"/>
                  <a:gd name="connsiteX195" fmla="*/ 669131 w 1193006"/>
                  <a:gd name="connsiteY195" fmla="*/ 216694 h 1276350"/>
                  <a:gd name="connsiteX196" fmla="*/ 666750 w 1193006"/>
                  <a:gd name="connsiteY196" fmla="*/ 197644 h 1276350"/>
                  <a:gd name="connsiteX197" fmla="*/ 631031 w 1193006"/>
                  <a:gd name="connsiteY197" fmla="*/ 192881 h 1276350"/>
                  <a:gd name="connsiteX198" fmla="*/ 631031 w 1193006"/>
                  <a:gd name="connsiteY198" fmla="*/ 173831 h 1276350"/>
                  <a:gd name="connsiteX199" fmla="*/ 647700 w 1193006"/>
                  <a:gd name="connsiteY199" fmla="*/ 152400 h 1276350"/>
                  <a:gd name="connsiteX200" fmla="*/ 678656 w 1193006"/>
                  <a:gd name="connsiteY200" fmla="*/ 123825 h 1276350"/>
                  <a:gd name="connsiteX201" fmla="*/ 700087 w 1193006"/>
                  <a:gd name="connsiteY201" fmla="*/ 100013 h 1276350"/>
                  <a:gd name="connsiteX202" fmla="*/ 681037 w 1193006"/>
                  <a:gd name="connsiteY202" fmla="*/ 90488 h 1276350"/>
                  <a:gd name="connsiteX203" fmla="*/ 711993 w 1193006"/>
                  <a:gd name="connsiteY203" fmla="*/ 54769 h 1276350"/>
                  <a:gd name="connsiteX204" fmla="*/ 723900 w 1193006"/>
                  <a:gd name="connsiteY204" fmla="*/ 28575 h 1276350"/>
                  <a:gd name="connsiteX205" fmla="*/ 752475 w 1193006"/>
                  <a:gd name="connsiteY205" fmla="*/ 16669 h 1276350"/>
                  <a:gd name="connsiteX206" fmla="*/ 778668 w 1193006"/>
                  <a:gd name="connsiteY206" fmla="*/ 2381 h 1276350"/>
                  <a:gd name="connsiteX207" fmla="*/ 797718 w 1193006"/>
                  <a:gd name="connsiteY207" fmla="*/ 9525 h 1276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1193006" h="1276350">
                    <a:moveTo>
                      <a:pt x="823912" y="0"/>
                    </a:moveTo>
                    <a:lnTo>
                      <a:pt x="850106" y="7144"/>
                    </a:lnTo>
                    <a:lnTo>
                      <a:pt x="881062" y="28575"/>
                    </a:lnTo>
                    <a:lnTo>
                      <a:pt x="907256" y="100013"/>
                    </a:lnTo>
                    <a:lnTo>
                      <a:pt x="933450" y="109538"/>
                    </a:lnTo>
                    <a:lnTo>
                      <a:pt x="935831" y="135731"/>
                    </a:lnTo>
                    <a:lnTo>
                      <a:pt x="947737" y="164306"/>
                    </a:lnTo>
                    <a:lnTo>
                      <a:pt x="942975" y="202406"/>
                    </a:lnTo>
                    <a:lnTo>
                      <a:pt x="940593" y="223838"/>
                    </a:lnTo>
                    <a:lnTo>
                      <a:pt x="957262" y="240506"/>
                    </a:lnTo>
                    <a:lnTo>
                      <a:pt x="976312" y="278606"/>
                    </a:lnTo>
                    <a:lnTo>
                      <a:pt x="959643" y="302419"/>
                    </a:lnTo>
                    <a:lnTo>
                      <a:pt x="969168" y="323850"/>
                    </a:lnTo>
                    <a:lnTo>
                      <a:pt x="954881" y="347663"/>
                    </a:lnTo>
                    <a:lnTo>
                      <a:pt x="928687" y="345281"/>
                    </a:lnTo>
                    <a:lnTo>
                      <a:pt x="912018" y="354806"/>
                    </a:lnTo>
                    <a:lnTo>
                      <a:pt x="897731" y="364331"/>
                    </a:lnTo>
                    <a:lnTo>
                      <a:pt x="914400" y="385763"/>
                    </a:lnTo>
                    <a:lnTo>
                      <a:pt x="912018" y="423863"/>
                    </a:lnTo>
                    <a:lnTo>
                      <a:pt x="919162" y="433388"/>
                    </a:lnTo>
                    <a:lnTo>
                      <a:pt x="940593" y="438150"/>
                    </a:lnTo>
                    <a:lnTo>
                      <a:pt x="957262" y="442913"/>
                    </a:lnTo>
                    <a:lnTo>
                      <a:pt x="957262" y="466725"/>
                    </a:lnTo>
                    <a:lnTo>
                      <a:pt x="969168" y="485775"/>
                    </a:lnTo>
                    <a:lnTo>
                      <a:pt x="990600" y="511969"/>
                    </a:lnTo>
                    <a:lnTo>
                      <a:pt x="1009650" y="523875"/>
                    </a:lnTo>
                    <a:lnTo>
                      <a:pt x="1014412" y="542925"/>
                    </a:lnTo>
                    <a:lnTo>
                      <a:pt x="1004887" y="559594"/>
                    </a:lnTo>
                    <a:lnTo>
                      <a:pt x="1023937" y="583406"/>
                    </a:lnTo>
                    <a:lnTo>
                      <a:pt x="1059656" y="607219"/>
                    </a:lnTo>
                    <a:lnTo>
                      <a:pt x="1064418" y="616744"/>
                    </a:lnTo>
                    <a:lnTo>
                      <a:pt x="1062037" y="642938"/>
                    </a:lnTo>
                    <a:lnTo>
                      <a:pt x="1069181" y="669131"/>
                    </a:lnTo>
                    <a:lnTo>
                      <a:pt x="1095375" y="704850"/>
                    </a:lnTo>
                    <a:lnTo>
                      <a:pt x="1093107" y="705527"/>
                    </a:lnTo>
                    <a:lnTo>
                      <a:pt x="1116806" y="709613"/>
                    </a:lnTo>
                    <a:lnTo>
                      <a:pt x="1159668" y="709613"/>
                    </a:lnTo>
                    <a:lnTo>
                      <a:pt x="1188243" y="707231"/>
                    </a:lnTo>
                    <a:lnTo>
                      <a:pt x="1190625" y="731044"/>
                    </a:lnTo>
                    <a:lnTo>
                      <a:pt x="1181100" y="752475"/>
                    </a:lnTo>
                    <a:lnTo>
                      <a:pt x="1185862" y="785813"/>
                    </a:lnTo>
                    <a:lnTo>
                      <a:pt x="1193006" y="819150"/>
                    </a:lnTo>
                    <a:lnTo>
                      <a:pt x="1169193" y="833438"/>
                    </a:lnTo>
                    <a:lnTo>
                      <a:pt x="1152525" y="842963"/>
                    </a:lnTo>
                    <a:lnTo>
                      <a:pt x="1140618" y="869156"/>
                    </a:lnTo>
                    <a:lnTo>
                      <a:pt x="1128712" y="885825"/>
                    </a:lnTo>
                    <a:lnTo>
                      <a:pt x="1095375" y="912019"/>
                    </a:lnTo>
                    <a:lnTo>
                      <a:pt x="1088231" y="940594"/>
                    </a:lnTo>
                    <a:lnTo>
                      <a:pt x="1057275" y="942975"/>
                    </a:lnTo>
                    <a:lnTo>
                      <a:pt x="1045368" y="966788"/>
                    </a:lnTo>
                    <a:lnTo>
                      <a:pt x="1012031" y="973931"/>
                    </a:lnTo>
                    <a:lnTo>
                      <a:pt x="990600" y="1000125"/>
                    </a:lnTo>
                    <a:lnTo>
                      <a:pt x="957263" y="1016794"/>
                    </a:lnTo>
                    <a:lnTo>
                      <a:pt x="931068" y="1000125"/>
                    </a:lnTo>
                    <a:lnTo>
                      <a:pt x="904875" y="1023937"/>
                    </a:lnTo>
                    <a:cubicBezTo>
                      <a:pt x="892969" y="1023937"/>
                      <a:pt x="873522" y="1021954"/>
                      <a:pt x="869156" y="1023938"/>
                    </a:cubicBezTo>
                    <a:cubicBezTo>
                      <a:pt x="864790" y="1025922"/>
                      <a:pt x="876697" y="1031875"/>
                      <a:pt x="878681" y="1035844"/>
                    </a:cubicBezTo>
                    <a:cubicBezTo>
                      <a:pt x="880665" y="1039813"/>
                      <a:pt x="880268" y="1043781"/>
                      <a:pt x="881062" y="1047750"/>
                    </a:cubicBezTo>
                    <a:lnTo>
                      <a:pt x="866775" y="1078706"/>
                    </a:lnTo>
                    <a:lnTo>
                      <a:pt x="847725" y="1090613"/>
                    </a:lnTo>
                    <a:lnTo>
                      <a:pt x="838200" y="1112044"/>
                    </a:lnTo>
                    <a:lnTo>
                      <a:pt x="847725" y="1138238"/>
                    </a:lnTo>
                    <a:lnTo>
                      <a:pt x="838200" y="1152525"/>
                    </a:lnTo>
                    <a:lnTo>
                      <a:pt x="814387" y="1157288"/>
                    </a:lnTo>
                    <a:lnTo>
                      <a:pt x="792956" y="1157288"/>
                    </a:lnTo>
                    <a:lnTo>
                      <a:pt x="778668" y="1178719"/>
                    </a:lnTo>
                    <a:lnTo>
                      <a:pt x="797718" y="1202531"/>
                    </a:lnTo>
                    <a:lnTo>
                      <a:pt x="807243" y="1226344"/>
                    </a:lnTo>
                    <a:lnTo>
                      <a:pt x="797718" y="1247775"/>
                    </a:lnTo>
                    <a:lnTo>
                      <a:pt x="769143" y="1254919"/>
                    </a:lnTo>
                    <a:lnTo>
                      <a:pt x="752475" y="1235869"/>
                    </a:lnTo>
                    <a:lnTo>
                      <a:pt x="714375" y="1228725"/>
                    </a:lnTo>
                    <a:lnTo>
                      <a:pt x="676275" y="1238250"/>
                    </a:lnTo>
                    <a:lnTo>
                      <a:pt x="647700" y="1243013"/>
                    </a:lnTo>
                    <a:lnTo>
                      <a:pt x="635793" y="1276350"/>
                    </a:lnTo>
                    <a:lnTo>
                      <a:pt x="631031" y="1252538"/>
                    </a:lnTo>
                    <a:cubicBezTo>
                      <a:pt x="616743" y="1255713"/>
                      <a:pt x="604838" y="1246981"/>
                      <a:pt x="588168" y="1262062"/>
                    </a:cubicBezTo>
                    <a:lnTo>
                      <a:pt x="564356" y="1245394"/>
                    </a:lnTo>
                    <a:lnTo>
                      <a:pt x="585787" y="1216819"/>
                    </a:lnTo>
                    <a:lnTo>
                      <a:pt x="583406" y="1204913"/>
                    </a:lnTo>
                    <a:lnTo>
                      <a:pt x="569118" y="1176337"/>
                    </a:lnTo>
                    <a:lnTo>
                      <a:pt x="583406" y="1133475"/>
                    </a:lnTo>
                    <a:lnTo>
                      <a:pt x="571500" y="1085851"/>
                    </a:lnTo>
                    <a:lnTo>
                      <a:pt x="581025" y="1069181"/>
                    </a:lnTo>
                    <a:lnTo>
                      <a:pt x="595312" y="1031081"/>
                    </a:lnTo>
                    <a:lnTo>
                      <a:pt x="595312" y="1002506"/>
                    </a:lnTo>
                    <a:lnTo>
                      <a:pt x="576262" y="978694"/>
                    </a:lnTo>
                    <a:lnTo>
                      <a:pt x="590550" y="945356"/>
                    </a:lnTo>
                    <a:lnTo>
                      <a:pt x="588168" y="897731"/>
                    </a:lnTo>
                    <a:lnTo>
                      <a:pt x="571500" y="881063"/>
                    </a:lnTo>
                    <a:lnTo>
                      <a:pt x="540543" y="902494"/>
                    </a:lnTo>
                    <a:lnTo>
                      <a:pt x="511968" y="902494"/>
                    </a:lnTo>
                    <a:lnTo>
                      <a:pt x="500062" y="878681"/>
                    </a:lnTo>
                    <a:lnTo>
                      <a:pt x="466725" y="864393"/>
                    </a:lnTo>
                    <a:lnTo>
                      <a:pt x="428625" y="840581"/>
                    </a:lnTo>
                    <a:lnTo>
                      <a:pt x="414337" y="847725"/>
                    </a:lnTo>
                    <a:lnTo>
                      <a:pt x="411956" y="807244"/>
                    </a:lnTo>
                    <a:lnTo>
                      <a:pt x="390525" y="821531"/>
                    </a:lnTo>
                    <a:lnTo>
                      <a:pt x="361950" y="823913"/>
                    </a:lnTo>
                    <a:lnTo>
                      <a:pt x="335756" y="847725"/>
                    </a:lnTo>
                    <a:lnTo>
                      <a:pt x="311943" y="838200"/>
                    </a:lnTo>
                    <a:lnTo>
                      <a:pt x="304800" y="857250"/>
                    </a:lnTo>
                    <a:lnTo>
                      <a:pt x="321468" y="890588"/>
                    </a:lnTo>
                    <a:lnTo>
                      <a:pt x="304800" y="919162"/>
                    </a:lnTo>
                    <a:lnTo>
                      <a:pt x="276224" y="959644"/>
                    </a:lnTo>
                    <a:lnTo>
                      <a:pt x="259556" y="973931"/>
                    </a:lnTo>
                    <a:lnTo>
                      <a:pt x="245268" y="952500"/>
                    </a:lnTo>
                    <a:lnTo>
                      <a:pt x="259556" y="916781"/>
                    </a:lnTo>
                    <a:lnTo>
                      <a:pt x="242887" y="895350"/>
                    </a:lnTo>
                    <a:lnTo>
                      <a:pt x="221456" y="878681"/>
                    </a:lnTo>
                    <a:lnTo>
                      <a:pt x="197643" y="890588"/>
                    </a:lnTo>
                    <a:lnTo>
                      <a:pt x="142875" y="897731"/>
                    </a:lnTo>
                    <a:lnTo>
                      <a:pt x="109537" y="897731"/>
                    </a:lnTo>
                    <a:lnTo>
                      <a:pt x="73818" y="907256"/>
                    </a:lnTo>
                    <a:lnTo>
                      <a:pt x="35718" y="933450"/>
                    </a:lnTo>
                    <a:lnTo>
                      <a:pt x="19050" y="933450"/>
                    </a:lnTo>
                    <a:lnTo>
                      <a:pt x="19050" y="912019"/>
                    </a:lnTo>
                    <a:lnTo>
                      <a:pt x="0" y="881063"/>
                    </a:lnTo>
                    <a:lnTo>
                      <a:pt x="4762" y="854869"/>
                    </a:lnTo>
                    <a:lnTo>
                      <a:pt x="19050" y="850106"/>
                    </a:lnTo>
                    <a:lnTo>
                      <a:pt x="59531" y="840581"/>
                    </a:lnTo>
                    <a:lnTo>
                      <a:pt x="71437" y="823913"/>
                    </a:lnTo>
                    <a:lnTo>
                      <a:pt x="88106" y="807244"/>
                    </a:lnTo>
                    <a:lnTo>
                      <a:pt x="107156" y="778669"/>
                    </a:lnTo>
                    <a:lnTo>
                      <a:pt x="109537" y="750094"/>
                    </a:lnTo>
                    <a:lnTo>
                      <a:pt x="140493" y="740569"/>
                    </a:lnTo>
                    <a:lnTo>
                      <a:pt x="171450" y="721519"/>
                    </a:lnTo>
                    <a:lnTo>
                      <a:pt x="176212" y="690563"/>
                    </a:lnTo>
                    <a:lnTo>
                      <a:pt x="154781" y="681038"/>
                    </a:lnTo>
                    <a:lnTo>
                      <a:pt x="142875" y="664369"/>
                    </a:lnTo>
                    <a:lnTo>
                      <a:pt x="150018" y="621506"/>
                    </a:lnTo>
                    <a:lnTo>
                      <a:pt x="164306" y="590550"/>
                    </a:lnTo>
                    <a:lnTo>
                      <a:pt x="169068" y="566738"/>
                    </a:lnTo>
                    <a:lnTo>
                      <a:pt x="190500" y="566738"/>
                    </a:lnTo>
                    <a:lnTo>
                      <a:pt x="196451" y="564988"/>
                    </a:lnTo>
                    <a:lnTo>
                      <a:pt x="195262" y="564356"/>
                    </a:lnTo>
                    <a:lnTo>
                      <a:pt x="197643" y="542925"/>
                    </a:lnTo>
                    <a:lnTo>
                      <a:pt x="233362" y="528638"/>
                    </a:lnTo>
                    <a:lnTo>
                      <a:pt x="245268" y="500063"/>
                    </a:lnTo>
                    <a:lnTo>
                      <a:pt x="233362" y="473869"/>
                    </a:lnTo>
                    <a:lnTo>
                      <a:pt x="233362" y="440531"/>
                    </a:lnTo>
                    <a:lnTo>
                      <a:pt x="242887" y="395288"/>
                    </a:lnTo>
                    <a:lnTo>
                      <a:pt x="233362" y="359569"/>
                    </a:lnTo>
                    <a:lnTo>
                      <a:pt x="207168" y="345281"/>
                    </a:lnTo>
                    <a:lnTo>
                      <a:pt x="188118" y="314325"/>
                    </a:lnTo>
                    <a:lnTo>
                      <a:pt x="188118" y="283369"/>
                    </a:lnTo>
                    <a:lnTo>
                      <a:pt x="188118" y="269081"/>
                    </a:lnTo>
                    <a:lnTo>
                      <a:pt x="161925" y="254794"/>
                    </a:lnTo>
                    <a:lnTo>
                      <a:pt x="173831" y="238125"/>
                    </a:lnTo>
                    <a:lnTo>
                      <a:pt x="180975" y="250031"/>
                    </a:lnTo>
                    <a:lnTo>
                      <a:pt x="202406" y="254794"/>
                    </a:lnTo>
                    <a:lnTo>
                      <a:pt x="230981" y="257175"/>
                    </a:lnTo>
                    <a:lnTo>
                      <a:pt x="247650" y="252413"/>
                    </a:lnTo>
                    <a:lnTo>
                      <a:pt x="261937" y="261938"/>
                    </a:lnTo>
                    <a:lnTo>
                      <a:pt x="295275" y="252413"/>
                    </a:lnTo>
                    <a:lnTo>
                      <a:pt x="319087" y="252413"/>
                    </a:lnTo>
                    <a:lnTo>
                      <a:pt x="342900" y="257175"/>
                    </a:lnTo>
                    <a:lnTo>
                      <a:pt x="359568" y="276225"/>
                    </a:lnTo>
                    <a:lnTo>
                      <a:pt x="385762" y="276225"/>
                    </a:lnTo>
                    <a:lnTo>
                      <a:pt x="423862" y="273844"/>
                    </a:lnTo>
                    <a:lnTo>
                      <a:pt x="442912" y="257175"/>
                    </a:lnTo>
                    <a:lnTo>
                      <a:pt x="450056" y="240506"/>
                    </a:lnTo>
                    <a:lnTo>
                      <a:pt x="433387" y="230981"/>
                    </a:lnTo>
                    <a:lnTo>
                      <a:pt x="435768" y="221456"/>
                    </a:lnTo>
                    <a:lnTo>
                      <a:pt x="442912" y="223838"/>
                    </a:lnTo>
                    <a:lnTo>
                      <a:pt x="469106" y="221456"/>
                    </a:lnTo>
                    <a:lnTo>
                      <a:pt x="478631" y="192881"/>
                    </a:lnTo>
                    <a:lnTo>
                      <a:pt x="478631" y="171450"/>
                    </a:lnTo>
                    <a:lnTo>
                      <a:pt x="471487" y="145256"/>
                    </a:lnTo>
                    <a:lnTo>
                      <a:pt x="473868" y="128588"/>
                    </a:lnTo>
                    <a:lnTo>
                      <a:pt x="497681" y="126206"/>
                    </a:lnTo>
                    <a:lnTo>
                      <a:pt x="523875" y="128588"/>
                    </a:lnTo>
                    <a:lnTo>
                      <a:pt x="545306" y="126206"/>
                    </a:lnTo>
                    <a:lnTo>
                      <a:pt x="573881" y="90488"/>
                    </a:lnTo>
                    <a:lnTo>
                      <a:pt x="585787" y="90488"/>
                    </a:lnTo>
                    <a:lnTo>
                      <a:pt x="581025" y="150019"/>
                    </a:lnTo>
                    <a:lnTo>
                      <a:pt x="578643" y="183356"/>
                    </a:lnTo>
                    <a:lnTo>
                      <a:pt x="585787" y="214313"/>
                    </a:lnTo>
                    <a:lnTo>
                      <a:pt x="600075" y="216694"/>
                    </a:lnTo>
                    <a:lnTo>
                      <a:pt x="607218" y="202406"/>
                    </a:lnTo>
                    <a:lnTo>
                      <a:pt x="614362" y="221456"/>
                    </a:lnTo>
                    <a:lnTo>
                      <a:pt x="616743" y="261938"/>
                    </a:lnTo>
                    <a:lnTo>
                      <a:pt x="602456" y="300038"/>
                    </a:lnTo>
                    <a:lnTo>
                      <a:pt x="607218" y="326231"/>
                    </a:lnTo>
                    <a:lnTo>
                      <a:pt x="623887" y="376238"/>
                    </a:lnTo>
                    <a:lnTo>
                      <a:pt x="631031" y="411956"/>
                    </a:lnTo>
                    <a:lnTo>
                      <a:pt x="642937" y="438150"/>
                    </a:lnTo>
                    <a:lnTo>
                      <a:pt x="657225" y="428625"/>
                    </a:lnTo>
                    <a:lnTo>
                      <a:pt x="645318" y="395288"/>
                    </a:lnTo>
                    <a:lnTo>
                      <a:pt x="652462" y="359569"/>
                    </a:lnTo>
                    <a:lnTo>
                      <a:pt x="645318" y="323850"/>
                    </a:lnTo>
                    <a:lnTo>
                      <a:pt x="633412" y="290513"/>
                    </a:lnTo>
                    <a:lnTo>
                      <a:pt x="633412" y="266700"/>
                    </a:lnTo>
                    <a:lnTo>
                      <a:pt x="645318" y="257175"/>
                    </a:lnTo>
                    <a:lnTo>
                      <a:pt x="647700" y="228600"/>
                    </a:lnTo>
                    <a:lnTo>
                      <a:pt x="669131" y="216694"/>
                    </a:lnTo>
                    <a:lnTo>
                      <a:pt x="666750" y="197644"/>
                    </a:lnTo>
                    <a:lnTo>
                      <a:pt x="631031" y="192881"/>
                    </a:lnTo>
                    <a:lnTo>
                      <a:pt x="631031" y="173831"/>
                    </a:lnTo>
                    <a:lnTo>
                      <a:pt x="647700" y="152400"/>
                    </a:lnTo>
                    <a:lnTo>
                      <a:pt x="678656" y="123825"/>
                    </a:lnTo>
                    <a:lnTo>
                      <a:pt x="700087" y="100013"/>
                    </a:lnTo>
                    <a:lnTo>
                      <a:pt x="681037" y="90488"/>
                    </a:lnTo>
                    <a:lnTo>
                      <a:pt x="711993" y="54769"/>
                    </a:lnTo>
                    <a:lnTo>
                      <a:pt x="723900" y="28575"/>
                    </a:lnTo>
                    <a:lnTo>
                      <a:pt x="752475" y="16669"/>
                    </a:lnTo>
                    <a:lnTo>
                      <a:pt x="778668" y="2381"/>
                    </a:lnTo>
                    <a:lnTo>
                      <a:pt x="797718"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1" name="여주군">
                <a:extLst>
                  <a:ext uri="{FF2B5EF4-FFF2-40B4-BE49-F238E27FC236}">
                    <a16:creationId xmlns:a16="http://schemas.microsoft.com/office/drawing/2014/main" id="{4F4162D2-EE78-1BB6-C524-828B58DED9A0}"/>
                  </a:ext>
                </a:extLst>
              </p:cNvPr>
              <p:cNvSpPr/>
              <p:nvPr/>
            </p:nvSpPr>
            <p:spPr>
              <a:xfrm>
                <a:off x="6293644" y="3955256"/>
                <a:ext cx="1426369" cy="1471613"/>
              </a:xfrm>
              <a:custGeom>
                <a:avLst/>
                <a:gdLst>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81100 w 1426369"/>
                  <a:gd name="connsiteY51" fmla="*/ 216694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5780 w 1426369"/>
                  <a:gd name="connsiteY21" fmla="*/ 150019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426369" h="1471613">
                    <a:moveTo>
                      <a:pt x="88106" y="0"/>
                    </a:moveTo>
                    <a:lnTo>
                      <a:pt x="89842" y="744"/>
                    </a:lnTo>
                    <a:lnTo>
                      <a:pt x="90487" y="0"/>
                    </a:lnTo>
                    <a:lnTo>
                      <a:pt x="90895" y="1195"/>
                    </a:lnTo>
                    <a:lnTo>
                      <a:pt x="121444" y="14288"/>
                    </a:lnTo>
                    <a:lnTo>
                      <a:pt x="164306" y="21432"/>
                    </a:lnTo>
                    <a:lnTo>
                      <a:pt x="183356" y="23813"/>
                    </a:lnTo>
                    <a:lnTo>
                      <a:pt x="209550" y="45244"/>
                    </a:lnTo>
                    <a:lnTo>
                      <a:pt x="226219" y="52388"/>
                    </a:lnTo>
                    <a:lnTo>
                      <a:pt x="257175" y="61913"/>
                    </a:lnTo>
                    <a:lnTo>
                      <a:pt x="271462" y="88107"/>
                    </a:lnTo>
                    <a:lnTo>
                      <a:pt x="309562" y="73819"/>
                    </a:lnTo>
                    <a:lnTo>
                      <a:pt x="321469" y="50007"/>
                    </a:lnTo>
                    <a:lnTo>
                      <a:pt x="333375" y="28575"/>
                    </a:lnTo>
                    <a:lnTo>
                      <a:pt x="354806" y="33338"/>
                    </a:lnTo>
                    <a:lnTo>
                      <a:pt x="385762" y="35719"/>
                    </a:lnTo>
                    <a:lnTo>
                      <a:pt x="404812" y="14288"/>
                    </a:lnTo>
                    <a:lnTo>
                      <a:pt x="419100" y="11907"/>
                    </a:lnTo>
                    <a:lnTo>
                      <a:pt x="471487" y="52388"/>
                    </a:lnTo>
                    <a:lnTo>
                      <a:pt x="490537" y="66675"/>
                    </a:lnTo>
                    <a:lnTo>
                      <a:pt x="497681" y="123825"/>
                    </a:lnTo>
                    <a:lnTo>
                      <a:pt x="535780" y="150019"/>
                    </a:lnTo>
                    <a:lnTo>
                      <a:pt x="569119" y="152400"/>
                    </a:lnTo>
                    <a:lnTo>
                      <a:pt x="597694" y="130969"/>
                    </a:lnTo>
                    <a:lnTo>
                      <a:pt x="628650" y="123825"/>
                    </a:lnTo>
                    <a:lnTo>
                      <a:pt x="681037" y="123825"/>
                    </a:lnTo>
                    <a:lnTo>
                      <a:pt x="726281" y="109538"/>
                    </a:lnTo>
                    <a:lnTo>
                      <a:pt x="738187" y="88107"/>
                    </a:lnTo>
                    <a:lnTo>
                      <a:pt x="742950" y="85725"/>
                    </a:lnTo>
                    <a:lnTo>
                      <a:pt x="814387" y="102394"/>
                    </a:lnTo>
                    <a:lnTo>
                      <a:pt x="833437" y="130969"/>
                    </a:lnTo>
                    <a:lnTo>
                      <a:pt x="869156" y="123825"/>
                    </a:lnTo>
                    <a:lnTo>
                      <a:pt x="897731" y="119063"/>
                    </a:lnTo>
                    <a:lnTo>
                      <a:pt x="921544" y="135732"/>
                    </a:lnTo>
                    <a:lnTo>
                      <a:pt x="926306" y="164307"/>
                    </a:lnTo>
                    <a:lnTo>
                      <a:pt x="952500" y="169069"/>
                    </a:lnTo>
                    <a:lnTo>
                      <a:pt x="990600" y="140494"/>
                    </a:lnTo>
                    <a:lnTo>
                      <a:pt x="995362" y="109538"/>
                    </a:lnTo>
                    <a:lnTo>
                      <a:pt x="1004887" y="104775"/>
                    </a:lnTo>
                    <a:lnTo>
                      <a:pt x="1031081" y="121444"/>
                    </a:lnTo>
                    <a:lnTo>
                      <a:pt x="1042987" y="140494"/>
                    </a:lnTo>
                    <a:lnTo>
                      <a:pt x="1085850" y="119063"/>
                    </a:lnTo>
                    <a:lnTo>
                      <a:pt x="1109662" y="123825"/>
                    </a:lnTo>
                    <a:lnTo>
                      <a:pt x="1088231" y="159544"/>
                    </a:lnTo>
                    <a:lnTo>
                      <a:pt x="1092994" y="188119"/>
                    </a:lnTo>
                    <a:lnTo>
                      <a:pt x="1131094" y="188119"/>
                    </a:lnTo>
                    <a:lnTo>
                      <a:pt x="1147762" y="164307"/>
                    </a:lnTo>
                    <a:lnTo>
                      <a:pt x="1173956" y="150019"/>
                    </a:lnTo>
                    <a:lnTo>
                      <a:pt x="1193006" y="142875"/>
                    </a:lnTo>
                    <a:lnTo>
                      <a:pt x="1207294" y="164307"/>
                    </a:lnTo>
                    <a:lnTo>
                      <a:pt x="1209675" y="188119"/>
                    </a:lnTo>
                    <a:lnTo>
                      <a:pt x="1176338" y="207169"/>
                    </a:lnTo>
                    <a:lnTo>
                      <a:pt x="1169194" y="233363"/>
                    </a:lnTo>
                    <a:lnTo>
                      <a:pt x="1157287" y="283369"/>
                    </a:lnTo>
                    <a:lnTo>
                      <a:pt x="1164431" y="321469"/>
                    </a:lnTo>
                    <a:lnTo>
                      <a:pt x="1195387" y="335757"/>
                    </a:lnTo>
                    <a:lnTo>
                      <a:pt x="1214437" y="319088"/>
                    </a:lnTo>
                    <a:lnTo>
                      <a:pt x="1269206" y="307182"/>
                    </a:lnTo>
                    <a:lnTo>
                      <a:pt x="1290637" y="307182"/>
                    </a:lnTo>
                    <a:lnTo>
                      <a:pt x="1343025" y="340519"/>
                    </a:lnTo>
                    <a:lnTo>
                      <a:pt x="1373981" y="352425"/>
                    </a:lnTo>
                    <a:lnTo>
                      <a:pt x="1397794" y="345282"/>
                    </a:lnTo>
                    <a:lnTo>
                      <a:pt x="1388269" y="395288"/>
                    </a:lnTo>
                    <a:lnTo>
                      <a:pt x="1393031" y="416719"/>
                    </a:lnTo>
                    <a:lnTo>
                      <a:pt x="1383506" y="435769"/>
                    </a:lnTo>
                    <a:lnTo>
                      <a:pt x="1388269" y="469107"/>
                    </a:lnTo>
                    <a:lnTo>
                      <a:pt x="1412081" y="497682"/>
                    </a:lnTo>
                    <a:lnTo>
                      <a:pt x="1388269" y="519113"/>
                    </a:lnTo>
                    <a:lnTo>
                      <a:pt x="1407319" y="547688"/>
                    </a:lnTo>
                    <a:lnTo>
                      <a:pt x="1423987" y="592932"/>
                    </a:lnTo>
                    <a:lnTo>
                      <a:pt x="1420231" y="621104"/>
                    </a:lnTo>
                    <a:lnTo>
                      <a:pt x="1426369" y="647700"/>
                    </a:lnTo>
                    <a:lnTo>
                      <a:pt x="1423987" y="664369"/>
                    </a:lnTo>
                    <a:lnTo>
                      <a:pt x="1400175" y="650082"/>
                    </a:lnTo>
                    <a:lnTo>
                      <a:pt x="1383506" y="661988"/>
                    </a:lnTo>
                    <a:lnTo>
                      <a:pt x="1366837" y="666750"/>
                    </a:lnTo>
                    <a:lnTo>
                      <a:pt x="1352550" y="669132"/>
                    </a:lnTo>
                    <a:lnTo>
                      <a:pt x="1350169" y="700088"/>
                    </a:lnTo>
                    <a:lnTo>
                      <a:pt x="1376362" y="723900"/>
                    </a:lnTo>
                    <a:lnTo>
                      <a:pt x="1381125" y="745332"/>
                    </a:lnTo>
                    <a:lnTo>
                      <a:pt x="1388269" y="776288"/>
                    </a:lnTo>
                    <a:lnTo>
                      <a:pt x="1400175" y="797719"/>
                    </a:lnTo>
                    <a:lnTo>
                      <a:pt x="1404937" y="826294"/>
                    </a:lnTo>
                    <a:lnTo>
                      <a:pt x="1390650" y="862013"/>
                    </a:lnTo>
                    <a:lnTo>
                      <a:pt x="1364456" y="900113"/>
                    </a:lnTo>
                    <a:lnTo>
                      <a:pt x="1343025" y="935832"/>
                    </a:lnTo>
                    <a:lnTo>
                      <a:pt x="1343025" y="959644"/>
                    </a:lnTo>
                    <a:lnTo>
                      <a:pt x="1345406" y="988219"/>
                    </a:lnTo>
                    <a:lnTo>
                      <a:pt x="1347787" y="1016794"/>
                    </a:lnTo>
                    <a:lnTo>
                      <a:pt x="1359694" y="1038225"/>
                    </a:lnTo>
                    <a:lnTo>
                      <a:pt x="1352550" y="1069182"/>
                    </a:lnTo>
                    <a:lnTo>
                      <a:pt x="1333500" y="1081088"/>
                    </a:lnTo>
                    <a:lnTo>
                      <a:pt x="1304925" y="1092994"/>
                    </a:lnTo>
                    <a:lnTo>
                      <a:pt x="1295400" y="1121569"/>
                    </a:lnTo>
                    <a:lnTo>
                      <a:pt x="1290637" y="1152525"/>
                    </a:lnTo>
                    <a:lnTo>
                      <a:pt x="1276350" y="1193007"/>
                    </a:lnTo>
                    <a:cubicBezTo>
                      <a:pt x="1276350" y="1207294"/>
                      <a:pt x="1279922" y="1227535"/>
                      <a:pt x="1276350" y="1235869"/>
                    </a:cubicBezTo>
                    <a:cubicBezTo>
                      <a:pt x="1272778" y="1244203"/>
                      <a:pt x="1262855" y="1243806"/>
                      <a:pt x="1254918" y="1243012"/>
                    </a:cubicBezTo>
                    <a:cubicBezTo>
                      <a:pt x="1246981" y="1242218"/>
                      <a:pt x="1235869" y="1229519"/>
                      <a:pt x="1228725" y="1231107"/>
                    </a:cubicBezTo>
                    <a:lnTo>
                      <a:pt x="1209675" y="1271588"/>
                    </a:lnTo>
                    <a:lnTo>
                      <a:pt x="1188244" y="1293019"/>
                    </a:lnTo>
                    <a:lnTo>
                      <a:pt x="1178719" y="1321594"/>
                    </a:lnTo>
                    <a:lnTo>
                      <a:pt x="1173956" y="1371600"/>
                    </a:lnTo>
                    <a:lnTo>
                      <a:pt x="1152525" y="1388269"/>
                    </a:lnTo>
                    <a:lnTo>
                      <a:pt x="1143000" y="1404938"/>
                    </a:lnTo>
                    <a:lnTo>
                      <a:pt x="1150144" y="1443038"/>
                    </a:lnTo>
                    <a:lnTo>
                      <a:pt x="1116806" y="1471613"/>
                    </a:lnTo>
                    <a:lnTo>
                      <a:pt x="1088231" y="1459707"/>
                    </a:lnTo>
                    <a:lnTo>
                      <a:pt x="1057275" y="1464469"/>
                    </a:lnTo>
                    <a:lnTo>
                      <a:pt x="1045369" y="1445419"/>
                    </a:lnTo>
                    <a:lnTo>
                      <a:pt x="1014412" y="1435894"/>
                    </a:lnTo>
                    <a:lnTo>
                      <a:pt x="1000125" y="1404938"/>
                    </a:lnTo>
                    <a:lnTo>
                      <a:pt x="959644" y="1388269"/>
                    </a:lnTo>
                    <a:lnTo>
                      <a:pt x="907256" y="1369219"/>
                    </a:lnTo>
                    <a:lnTo>
                      <a:pt x="902494" y="1359694"/>
                    </a:lnTo>
                    <a:lnTo>
                      <a:pt x="919162" y="1338263"/>
                    </a:lnTo>
                    <a:lnTo>
                      <a:pt x="914400" y="1309688"/>
                    </a:lnTo>
                    <a:lnTo>
                      <a:pt x="881062" y="1304925"/>
                    </a:lnTo>
                    <a:lnTo>
                      <a:pt x="852487" y="1323975"/>
                    </a:lnTo>
                    <a:lnTo>
                      <a:pt x="842962" y="1309688"/>
                    </a:lnTo>
                    <a:lnTo>
                      <a:pt x="838200" y="1283494"/>
                    </a:lnTo>
                    <a:lnTo>
                      <a:pt x="831056" y="1269207"/>
                    </a:lnTo>
                    <a:lnTo>
                      <a:pt x="809625" y="1262063"/>
                    </a:lnTo>
                    <a:lnTo>
                      <a:pt x="795337" y="1226344"/>
                    </a:lnTo>
                    <a:lnTo>
                      <a:pt x="773906" y="1200150"/>
                    </a:lnTo>
                    <a:lnTo>
                      <a:pt x="757237" y="1181100"/>
                    </a:lnTo>
                    <a:lnTo>
                      <a:pt x="738187" y="1195388"/>
                    </a:lnTo>
                    <a:lnTo>
                      <a:pt x="707231" y="1202532"/>
                    </a:lnTo>
                    <a:lnTo>
                      <a:pt x="678656" y="1195388"/>
                    </a:lnTo>
                    <a:lnTo>
                      <a:pt x="659606" y="1228725"/>
                    </a:lnTo>
                    <a:lnTo>
                      <a:pt x="678656" y="1259682"/>
                    </a:lnTo>
                    <a:lnTo>
                      <a:pt x="676275" y="1283494"/>
                    </a:lnTo>
                    <a:lnTo>
                      <a:pt x="654844" y="1262063"/>
                    </a:lnTo>
                    <a:lnTo>
                      <a:pt x="635794" y="1238250"/>
                    </a:lnTo>
                    <a:lnTo>
                      <a:pt x="616744" y="1233488"/>
                    </a:lnTo>
                    <a:lnTo>
                      <a:pt x="597694" y="1254919"/>
                    </a:lnTo>
                    <a:lnTo>
                      <a:pt x="573881" y="1257300"/>
                    </a:lnTo>
                    <a:lnTo>
                      <a:pt x="542925" y="1259682"/>
                    </a:lnTo>
                    <a:lnTo>
                      <a:pt x="507206" y="1276350"/>
                    </a:lnTo>
                    <a:lnTo>
                      <a:pt x="476250" y="1238250"/>
                    </a:lnTo>
                    <a:lnTo>
                      <a:pt x="471487" y="1226344"/>
                    </a:lnTo>
                    <a:lnTo>
                      <a:pt x="495300" y="1200150"/>
                    </a:lnTo>
                    <a:lnTo>
                      <a:pt x="514350" y="1162050"/>
                    </a:lnTo>
                    <a:lnTo>
                      <a:pt x="526256" y="1138238"/>
                    </a:lnTo>
                    <a:lnTo>
                      <a:pt x="523875" y="1102519"/>
                    </a:lnTo>
                    <a:lnTo>
                      <a:pt x="516731" y="1054894"/>
                    </a:lnTo>
                    <a:lnTo>
                      <a:pt x="507206" y="1004888"/>
                    </a:lnTo>
                    <a:lnTo>
                      <a:pt x="504825" y="973932"/>
                    </a:lnTo>
                    <a:lnTo>
                      <a:pt x="511969" y="959644"/>
                    </a:lnTo>
                    <a:lnTo>
                      <a:pt x="540544" y="945357"/>
                    </a:lnTo>
                    <a:lnTo>
                      <a:pt x="554831" y="907257"/>
                    </a:lnTo>
                    <a:lnTo>
                      <a:pt x="540544" y="883444"/>
                    </a:lnTo>
                    <a:lnTo>
                      <a:pt x="521494" y="845344"/>
                    </a:lnTo>
                    <a:lnTo>
                      <a:pt x="516731" y="785813"/>
                    </a:lnTo>
                    <a:lnTo>
                      <a:pt x="533400" y="742950"/>
                    </a:lnTo>
                    <a:lnTo>
                      <a:pt x="554831" y="716757"/>
                    </a:lnTo>
                    <a:lnTo>
                      <a:pt x="573881" y="676275"/>
                    </a:lnTo>
                    <a:lnTo>
                      <a:pt x="578644" y="621507"/>
                    </a:lnTo>
                    <a:lnTo>
                      <a:pt x="557212" y="597694"/>
                    </a:lnTo>
                    <a:lnTo>
                      <a:pt x="531019" y="592932"/>
                    </a:lnTo>
                    <a:lnTo>
                      <a:pt x="521494" y="578644"/>
                    </a:lnTo>
                    <a:lnTo>
                      <a:pt x="497681" y="561975"/>
                    </a:lnTo>
                    <a:lnTo>
                      <a:pt x="509587" y="547688"/>
                    </a:lnTo>
                    <a:lnTo>
                      <a:pt x="504825" y="523875"/>
                    </a:lnTo>
                    <a:lnTo>
                      <a:pt x="483394" y="514350"/>
                    </a:lnTo>
                    <a:lnTo>
                      <a:pt x="464344" y="507207"/>
                    </a:lnTo>
                    <a:lnTo>
                      <a:pt x="457200" y="476250"/>
                    </a:lnTo>
                    <a:lnTo>
                      <a:pt x="431006" y="464344"/>
                    </a:lnTo>
                    <a:lnTo>
                      <a:pt x="397669" y="476250"/>
                    </a:lnTo>
                    <a:lnTo>
                      <a:pt x="385762" y="457200"/>
                    </a:lnTo>
                    <a:lnTo>
                      <a:pt x="366712" y="459582"/>
                    </a:lnTo>
                    <a:lnTo>
                      <a:pt x="352425" y="447675"/>
                    </a:lnTo>
                    <a:lnTo>
                      <a:pt x="342900" y="426244"/>
                    </a:lnTo>
                    <a:lnTo>
                      <a:pt x="311944" y="390525"/>
                    </a:lnTo>
                    <a:lnTo>
                      <a:pt x="297656" y="366713"/>
                    </a:lnTo>
                    <a:lnTo>
                      <a:pt x="264319" y="361950"/>
                    </a:lnTo>
                    <a:lnTo>
                      <a:pt x="238125" y="378619"/>
                    </a:lnTo>
                    <a:lnTo>
                      <a:pt x="223837" y="373857"/>
                    </a:lnTo>
                    <a:lnTo>
                      <a:pt x="195262" y="402432"/>
                    </a:lnTo>
                    <a:lnTo>
                      <a:pt x="171450" y="392907"/>
                    </a:lnTo>
                    <a:lnTo>
                      <a:pt x="188119" y="376238"/>
                    </a:lnTo>
                    <a:lnTo>
                      <a:pt x="180975" y="352425"/>
                    </a:lnTo>
                    <a:lnTo>
                      <a:pt x="169069" y="307182"/>
                    </a:lnTo>
                    <a:lnTo>
                      <a:pt x="176212" y="290513"/>
                    </a:lnTo>
                    <a:lnTo>
                      <a:pt x="183356" y="266700"/>
                    </a:lnTo>
                    <a:lnTo>
                      <a:pt x="173831" y="238125"/>
                    </a:lnTo>
                    <a:lnTo>
                      <a:pt x="142875" y="242888"/>
                    </a:lnTo>
                    <a:lnTo>
                      <a:pt x="100012" y="242888"/>
                    </a:lnTo>
                    <a:lnTo>
                      <a:pt x="73819" y="242888"/>
                    </a:lnTo>
                    <a:lnTo>
                      <a:pt x="59531" y="216694"/>
                    </a:lnTo>
                    <a:lnTo>
                      <a:pt x="50006" y="192882"/>
                    </a:lnTo>
                    <a:lnTo>
                      <a:pt x="57150" y="166688"/>
                    </a:lnTo>
                    <a:lnTo>
                      <a:pt x="47625" y="145257"/>
                    </a:lnTo>
                    <a:lnTo>
                      <a:pt x="21431" y="128588"/>
                    </a:lnTo>
                    <a:lnTo>
                      <a:pt x="0" y="119063"/>
                    </a:lnTo>
                    <a:lnTo>
                      <a:pt x="0" y="92869"/>
                    </a:lnTo>
                    <a:lnTo>
                      <a:pt x="19050" y="71438"/>
                    </a:lnTo>
                    <a:lnTo>
                      <a:pt x="26194" y="52388"/>
                    </a:lnTo>
                    <a:lnTo>
                      <a:pt x="33337" y="35719"/>
                    </a:lnTo>
                    <a:lnTo>
                      <a:pt x="59531" y="35719"/>
                    </a:lnTo>
                    <a:lnTo>
                      <a:pt x="87562" y="3376"/>
                    </a:lnTo>
                    <a:lnTo>
                      <a:pt x="8810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2" name="이천시">
                <a:extLst>
                  <a:ext uri="{FF2B5EF4-FFF2-40B4-BE49-F238E27FC236}">
                    <a16:creationId xmlns:a16="http://schemas.microsoft.com/office/drawing/2014/main" id="{960A1A0C-1A14-3A43-EA57-8C6DB4F9DD01}"/>
                  </a:ext>
                </a:extLst>
              </p:cNvPr>
              <p:cNvSpPr/>
              <p:nvPr/>
            </p:nvSpPr>
            <p:spPr>
              <a:xfrm>
                <a:off x="6029325" y="4338638"/>
                <a:ext cx="1188244" cy="1547812"/>
              </a:xfrm>
              <a:custGeom>
                <a:avLst/>
                <a:gdLst>
                  <a:gd name="connsiteX0" fmla="*/ 540544 w 1188244"/>
                  <a:gd name="connsiteY0" fmla="*/ 0 h 1547812"/>
                  <a:gd name="connsiteX1" fmla="*/ 559594 w 1188244"/>
                  <a:gd name="connsiteY1" fmla="*/ 19050 h 1547812"/>
                  <a:gd name="connsiteX2" fmla="*/ 595313 w 1188244"/>
                  <a:gd name="connsiteY2" fmla="*/ 54768 h 1547812"/>
                  <a:gd name="connsiteX3" fmla="*/ 611981 w 1188244"/>
                  <a:gd name="connsiteY3" fmla="*/ 88106 h 1547812"/>
                  <a:gd name="connsiteX4" fmla="*/ 633413 w 1188244"/>
                  <a:gd name="connsiteY4" fmla="*/ 100012 h 1547812"/>
                  <a:gd name="connsiteX5" fmla="*/ 642938 w 1188244"/>
                  <a:gd name="connsiteY5" fmla="*/ 100012 h 1547812"/>
                  <a:gd name="connsiteX6" fmla="*/ 657225 w 1188244"/>
                  <a:gd name="connsiteY6" fmla="*/ 111918 h 1547812"/>
                  <a:gd name="connsiteX7" fmla="*/ 685800 w 1188244"/>
                  <a:gd name="connsiteY7" fmla="*/ 102393 h 1547812"/>
                  <a:gd name="connsiteX8" fmla="*/ 702469 w 1188244"/>
                  <a:gd name="connsiteY8" fmla="*/ 107156 h 1547812"/>
                  <a:gd name="connsiteX9" fmla="*/ 711994 w 1188244"/>
                  <a:gd name="connsiteY9" fmla="*/ 130968 h 1547812"/>
                  <a:gd name="connsiteX10" fmla="*/ 723900 w 1188244"/>
                  <a:gd name="connsiteY10" fmla="*/ 150018 h 1547812"/>
                  <a:gd name="connsiteX11" fmla="*/ 745331 w 1188244"/>
                  <a:gd name="connsiteY11" fmla="*/ 152400 h 1547812"/>
                  <a:gd name="connsiteX12" fmla="*/ 754856 w 1188244"/>
                  <a:gd name="connsiteY12" fmla="*/ 164306 h 1547812"/>
                  <a:gd name="connsiteX13" fmla="*/ 738188 w 1188244"/>
                  <a:gd name="connsiteY13" fmla="*/ 173831 h 1547812"/>
                  <a:gd name="connsiteX14" fmla="*/ 742950 w 1188244"/>
                  <a:gd name="connsiteY14" fmla="*/ 197643 h 1547812"/>
                  <a:gd name="connsiteX15" fmla="*/ 771525 w 1188244"/>
                  <a:gd name="connsiteY15" fmla="*/ 221456 h 1547812"/>
                  <a:gd name="connsiteX16" fmla="*/ 797719 w 1188244"/>
                  <a:gd name="connsiteY16" fmla="*/ 235743 h 1547812"/>
                  <a:gd name="connsiteX17" fmla="*/ 821531 w 1188244"/>
                  <a:gd name="connsiteY17" fmla="*/ 242887 h 1547812"/>
                  <a:gd name="connsiteX18" fmla="*/ 819150 w 1188244"/>
                  <a:gd name="connsiteY18" fmla="*/ 278606 h 1547812"/>
                  <a:gd name="connsiteX19" fmla="*/ 809625 w 1188244"/>
                  <a:gd name="connsiteY19" fmla="*/ 314325 h 1547812"/>
                  <a:gd name="connsiteX20" fmla="*/ 788194 w 1188244"/>
                  <a:gd name="connsiteY20" fmla="*/ 338137 h 1547812"/>
                  <a:gd name="connsiteX21" fmla="*/ 773906 w 1188244"/>
                  <a:gd name="connsiteY21" fmla="*/ 347662 h 1547812"/>
                  <a:gd name="connsiteX22" fmla="*/ 762000 w 1188244"/>
                  <a:gd name="connsiteY22" fmla="*/ 390525 h 1547812"/>
                  <a:gd name="connsiteX23" fmla="*/ 759619 w 1188244"/>
                  <a:gd name="connsiteY23" fmla="*/ 431006 h 1547812"/>
                  <a:gd name="connsiteX24" fmla="*/ 762000 w 1188244"/>
                  <a:gd name="connsiteY24" fmla="*/ 461962 h 1547812"/>
                  <a:gd name="connsiteX25" fmla="*/ 776288 w 1188244"/>
                  <a:gd name="connsiteY25" fmla="*/ 492918 h 1547812"/>
                  <a:gd name="connsiteX26" fmla="*/ 790575 w 1188244"/>
                  <a:gd name="connsiteY26" fmla="*/ 521493 h 1547812"/>
                  <a:gd name="connsiteX27" fmla="*/ 790575 w 1188244"/>
                  <a:gd name="connsiteY27" fmla="*/ 554831 h 1547812"/>
                  <a:gd name="connsiteX28" fmla="*/ 769144 w 1188244"/>
                  <a:gd name="connsiteY28" fmla="*/ 564356 h 1547812"/>
                  <a:gd name="connsiteX29" fmla="*/ 742950 w 1188244"/>
                  <a:gd name="connsiteY29" fmla="*/ 588168 h 1547812"/>
                  <a:gd name="connsiteX30" fmla="*/ 754856 w 1188244"/>
                  <a:gd name="connsiteY30" fmla="*/ 633412 h 1547812"/>
                  <a:gd name="connsiteX31" fmla="*/ 766763 w 1188244"/>
                  <a:gd name="connsiteY31" fmla="*/ 752475 h 1547812"/>
                  <a:gd name="connsiteX32" fmla="*/ 757238 w 1188244"/>
                  <a:gd name="connsiteY32" fmla="*/ 785812 h 1547812"/>
                  <a:gd name="connsiteX33" fmla="*/ 719138 w 1188244"/>
                  <a:gd name="connsiteY33" fmla="*/ 831056 h 1547812"/>
                  <a:gd name="connsiteX34" fmla="*/ 714375 w 1188244"/>
                  <a:gd name="connsiteY34" fmla="*/ 864393 h 1547812"/>
                  <a:gd name="connsiteX35" fmla="*/ 733425 w 1188244"/>
                  <a:gd name="connsiteY35" fmla="*/ 881062 h 1547812"/>
                  <a:gd name="connsiteX36" fmla="*/ 752475 w 1188244"/>
                  <a:gd name="connsiteY36" fmla="*/ 914400 h 1547812"/>
                  <a:gd name="connsiteX37" fmla="*/ 788194 w 1188244"/>
                  <a:gd name="connsiteY37" fmla="*/ 909637 h 1547812"/>
                  <a:gd name="connsiteX38" fmla="*/ 821531 w 1188244"/>
                  <a:gd name="connsiteY38" fmla="*/ 892968 h 1547812"/>
                  <a:gd name="connsiteX39" fmla="*/ 864394 w 1188244"/>
                  <a:gd name="connsiteY39" fmla="*/ 897731 h 1547812"/>
                  <a:gd name="connsiteX40" fmla="*/ 892969 w 1188244"/>
                  <a:gd name="connsiteY40" fmla="*/ 878681 h 1547812"/>
                  <a:gd name="connsiteX41" fmla="*/ 923925 w 1188244"/>
                  <a:gd name="connsiteY41" fmla="*/ 919162 h 1547812"/>
                  <a:gd name="connsiteX42" fmla="*/ 950119 w 1188244"/>
                  <a:gd name="connsiteY42" fmla="*/ 919162 h 1547812"/>
                  <a:gd name="connsiteX43" fmla="*/ 969169 w 1188244"/>
                  <a:gd name="connsiteY43" fmla="*/ 890587 h 1547812"/>
                  <a:gd name="connsiteX44" fmla="*/ 966788 w 1188244"/>
                  <a:gd name="connsiteY44" fmla="*/ 866775 h 1547812"/>
                  <a:gd name="connsiteX45" fmla="*/ 950119 w 1188244"/>
                  <a:gd name="connsiteY45" fmla="*/ 840581 h 1547812"/>
                  <a:gd name="connsiteX46" fmla="*/ 959644 w 1188244"/>
                  <a:gd name="connsiteY46" fmla="*/ 838200 h 1547812"/>
                  <a:gd name="connsiteX47" fmla="*/ 988219 w 1188244"/>
                  <a:gd name="connsiteY47" fmla="*/ 840581 h 1547812"/>
                  <a:gd name="connsiteX48" fmla="*/ 1016794 w 1188244"/>
                  <a:gd name="connsiteY48" fmla="*/ 828675 h 1547812"/>
                  <a:gd name="connsiteX49" fmla="*/ 1042988 w 1188244"/>
                  <a:gd name="connsiteY49" fmla="*/ 852487 h 1547812"/>
                  <a:gd name="connsiteX50" fmla="*/ 1047750 w 1188244"/>
                  <a:gd name="connsiteY50" fmla="*/ 881062 h 1547812"/>
                  <a:gd name="connsiteX51" fmla="*/ 1073944 w 1188244"/>
                  <a:gd name="connsiteY51" fmla="*/ 907256 h 1547812"/>
                  <a:gd name="connsiteX52" fmla="*/ 1083469 w 1188244"/>
                  <a:gd name="connsiteY52" fmla="*/ 907256 h 1547812"/>
                  <a:gd name="connsiteX53" fmla="*/ 1095375 w 1188244"/>
                  <a:gd name="connsiteY53" fmla="*/ 952500 h 1547812"/>
                  <a:gd name="connsiteX54" fmla="*/ 1116806 w 1188244"/>
                  <a:gd name="connsiteY54" fmla="*/ 964406 h 1547812"/>
                  <a:gd name="connsiteX55" fmla="*/ 1145381 w 1188244"/>
                  <a:gd name="connsiteY55" fmla="*/ 950118 h 1547812"/>
                  <a:gd name="connsiteX56" fmla="*/ 1159669 w 1188244"/>
                  <a:gd name="connsiteY56" fmla="*/ 945356 h 1547812"/>
                  <a:gd name="connsiteX57" fmla="*/ 1164431 w 1188244"/>
                  <a:gd name="connsiteY57" fmla="*/ 957262 h 1547812"/>
                  <a:gd name="connsiteX58" fmla="*/ 1140619 w 1188244"/>
                  <a:gd name="connsiteY58" fmla="*/ 981075 h 1547812"/>
                  <a:gd name="connsiteX59" fmla="*/ 1143000 w 1188244"/>
                  <a:gd name="connsiteY59" fmla="*/ 997743 h 1547812"/>
                  <a:gd name="connsiteX60" fmla="*/ 1166813 w 1188244"/>
                  <a:gd name="connsiteY60" fmla="*/ 1031081 h 1547812"/>
                  <a:gd name="connsiteX61" fmla="*/ 1188244 w 1188244"/>
                  <a:gd name="connsiteY61" fmla="*/ 1062037 h 1547812"/>
                  <a:gd name="connsiteX62" fmla="*/ 1173956 w 1188244"/>
                  <a:gd name="connsiteY62" fmla="*/ 1107281 h 1547812"/>
                  <a:gd name="connsiteX63" fmla="*/ 1169194 w 1188244"/>
                  <a:gd name="connsiteY63" fmla="*/ 1154906 h 1547812"/>
                  <a:gd name="connsiteX64" fmla="*/ 1185863 w 1188244"/>
                  <a:gd name="connsiteY64" fmla="*/ 1185862 h 1547812"/>
                  <a:gd name="connsiteX65" fmla="*/ 1176338 w 1188244"/>
                  <a:gd name="connsiteY65" fmla="*/ 1204912 h 1547812"/>
                  <a:gd name="connsiteX66" fmla="*/ 1183481 w 1188244"/>
                  <a:gd name="connsiteY66" fmla="*/ 1233487 h 1547812"/>
                  <a:gd name="connsiteX67" fmla="*/ 1176338 w 1188244"/>
                  <a:gd name="connsiteY67" fmla="*/ 1266825 h 1547812"/>
                  <a:gd name="connsiteX68" fmla="*/ 1126331 w 1188244"/>
                  <a:gd name="connsiteY68" fmla="*/ 1297781 h 1547812"/>
                  <a:gd name="connsiteX69" fmla="*/ 1076325 w 1188244"/>
                  <a:gd name="connsiteY69" fmla="*/ 1323975 h 1547812"/>
                  <a:gd name="connsiteX70" fmla="*/ 1050131 w 1188244"/>
                  <a:gd name="connsiteY70" fmla="*/ 1316831 h 1547812"/>
                  <a:gd name="connsiteX71" fmla="*/ 1047750 w 1188244"/>
                  <a:gd name="connsiteY71" fmla="*/ 1340643 h 1547812"/>
                  <a:gd name="connsiteX72" fmla="*/ 1069181 w 1188244"/>
                  <a:gd name="connsiteY72" fmla="*/ 1378743 h 1547812"/>
                  <a:gd name="connsiteX73" fmla="*/ 1064419 w 1188244"/>
                  <a:gd name="connsiteY73" fmla="*/ 1412081 h 1547812"/>
                  <a:gd name="connsiteX74" fmla="*/ 1031081 w 1188244"/>
                  <a:gd name="connsiteY74" fmla="*/ 1393031 h 1547812"/>
                  <a:gd name="connsiteX75" fmla="*/ 1012031 w 1188244"/>
                  <a:gd name="connsiteY75" fmla="*/ 1385887 h 1547812"/>
                  <a:gd name="connsiteX76" fmla="*/ 995363 w 1188244"/>
                  <a:gd name="connsiteY76" fmla="*/ 1385887 h 1547812"/>
                  <a:gd name="connsiteX77" fmla="*/ 969169 w 1188244"/>
                  <a:gd name="connsiteY77" fmla="*/ 1371600 h 1547812"/>
                  <a:gd name="connsiteX78" fmla="*/ 952500 w 1188244"/>
                  <a:gd name="connsiteY78" fmla="*/ 1381125 h 1547812"/>
                  <a:gd name="connsiteX79" fmla="*/ 916781 w 1188244"/>
                  <a:gd name="connsiteY79" fmla="*/ 1428750 h 1547812"/>
                  <a:gd name="connsiteX80" fmla="*/ 909638 w 1188244"/>
                  <a:gd name="connsiteY80" fmla="*/ 1447800 h 1547812"/>
                  <a:gd name="connsiteX81" fmla="*/ 909638 w 1188244"/>
                  <a:gd name="connsiteY81" fmla="*/ 1471612 h 1547812"/>
                  <a:gd name="connsiteX82" fmla="*/ 921544 w 1188244"/>
                  <a:gd name="connsiteY82" fmla="*/ 1500187 h 1547812"/>
                  <a:gd name="connsiteX83" fmla="*/ 871538 w 1188244"/>
                  <a:gd name="connsiteY83" fmla="*/ 1547812 h 1547812"/>
                  <a:gd name="connsiteX84" fmla="*/ 859631 w 1188244"/>
                  <a:gd name="connsiteY84" fmla="*/ 1526381 h 1547812"/>
                  <a:gd name="connsiteX85" fmla="*/ 809625 w 1188244"/>
                  <a:gd name="connsiteY85" fmla="*/ 1497805 h 1547812"/>
                  <a:gd name="connsiteX86" fmla="*/ 783431 w 1188244"/>
                  <a:gd name="connsiteY86" fmla="*/ 1473993 h 1547812"/>
                  <a:gd name="connsiteX87" fmla="*/ 735806 w 1188244"/>
                  <a:gd name="connsiteY87" fmla="*/ 1469231 h 1547812"/>
                  <a:gd name="connsiteX88" fmla="*/ 728663 w 1188244"/>
                  <a:gd name="connsiteY88" fmla="*/ 1459706 h 1547812"/>
                  <a:gd name="connsiteX89" fmla="*/ 697706 w 1188244"/>
                  <a:gd name="connsiteY89" fmla="*/ 1473993 h 1547812"/>
                  <a:gd name="connsiteX90" fmla="*/ 697706 w 1188244"/>
                  <a:gd name="connsiteY90" fmla="*/ 1502568 h 1547812"/>
                  <a:gd name="connsiteX91" fmla="*/ 647700 w 1188244"/>
                  <a:gd name="connsiteY91" fmla="*/ 1516856 h 1547812"/>
                  <a:gd name="connsiteX92" fmla="*/ 619125 w 1188244"/>
                  <a:gd name="connsiteY92" fmla="*/ 1495425 h 1547812"/>
                  <a:gd name="connsiteX93" fmla="*/ 611981 w 1188244"/>
                  <a:gd name="connsiteY93" fmla="*/ 1490662 h 1547812"/>
                  <a:gd name="connsiteX94" fmla="*/ 671513 w 1188244"/>
                  <a:gd name="connsiteY94" fmla="*/ 1471612 h 1547812"/>
                  <a:gd name="connsiteX95" fmla="*/ 702469 w 1188244"/>
                  <a:gd name="connsiteY95" fmla="*/ 1435893 h 1547812"/>
                  <a:gd name="connsiteX96" fmla="*/ 720620 w 1188244"/>
                  <a:gd name="connsiteY96" fmla="*/ 1397576 h 1547812"/>
                  <a:gd name="connsiteX97" fmla="*/ 719138 w 1188244"/>
                  <a:gd name="connsiteY97" fmla="*/ 1397793 h 1547812"/>
                  <a:gd name="connsiteX98" fmla="*/ 728663 w 1188244"/>
                  <a:gd name="connsiteY98" fmla="*/ 1378743 h 1547812"/>
                  <a:gd name="connsiteX99" fmla="*/ 728663 w 1188244"/>
                  <a:gd name="connsiteY99" fmla="*/ 1357312 h 1547812"/>
                  <a:gd name="connsiteX100" fmla="*/ 731044 w 1188244"/>
                  <a:gd name="connsiteY100" fmla="*/ 1302543 h 1547812"/>
                  <a:gd name="connsiteX101" fmla="*/ 714375 w 1188244"/>
                  <a:gd name="connsiteY101" fmla="*/ 1266825 h 1547812"/>
                  <a:gd name="connsiteX102" fmla="*/ 723900 w 1188244"/>
                  <a:gd name="connsiteY102" fmla="*/ 1266825 h 1547812"/>
                  <a:gd name="connsiteX103" fmla="*/ 726281 w 1188244"/>
                  <a:gd name="connsiteY103" fmla="*/ 1247775 h 1547812"/>
                  <a:gd name="connsiteX104" fmla="*/ 721519 w 1188244"/>
                  <a:gd name="connsiteY104" fmla="*/ 1219200 h 1547812"/>
                  <a:gd name="connsiteX105" fmla="*/ 697706 w 1188244"/>
                  <a:gd name="connsiteY105" fmla="*/ 1219200 h 1547812"/>
                  <a:gd name="connsiteX106" fmla="*/ 678656 w 1188244"/>
                  <a:gd name="connsiteY106" fmla="*/ 1207293 h 1547812"/>
                  <a:gd name="connsiteX107" fmla="*/ 669131 w 1188244"/>
                  <a:gd name="connsiteY107" fmla="*/ 1166812 h 1547812"/>
                  <a:gd name="connsiteX108" fmla="*/ 659606 w 1188244"/>
                  <a:gd name="connsiteY108" fmla="*/ 1133475 h 1547812"/>
                  <a:gd name="connsiteX109" fmla="*/ 638175 w 1188244"/>
                  <a:gd name="connsiteY109" fmla="*/ 1128712 h 1547812"/>
                  <a:gd name="connsiteX110" fmla="*/ 619125 w 1188244"/>
                  <a:gd name="connsiteY110" fmla="*/ 1128712 h 1547812"/>
                  <a:gd name="connsiteX111" fmla="*/ 571500 w 1188244"/>
                  <a:gd name="connsiteY111" fmla="*/ 1116806 h 1547812"/>
                  <a:gd name="connsiteX112" fmla="*/ 531019 w 1188244"/>
                  <a:gd name="connsiteY112" fmla="*/ 1102518 h 1547812"/>
                  <a:gd name="connsiteX113" fmla="*/ 500063 w 1188244"/>
                  <a:gd name="connsiteY113" fmla="*/ 1100137 h 1547812"/>
                  <a:gd name="connsiteX114" fmla="*/ 485775 w 1188244"/>
                  <a:gd name="connsiteY114" fmla="*/ 1088231 h 1547812"/>
                  <a:gd name="connsiteX115" fmla="*/ 469106 w 1188244"/>
                  <a:gd name="connsiteY115" fmla="*/ 1047750 h 1547812"/>
                  <a:gd name="connsiteX116" fmla="*/ 450056 w 1188244"/>
                  <a:gd name="connsiteY116" fmla="*/ 1026318 h 1547812"/>
                  <a:gd name="connsiteX117" fmla="*/ 423863 w 1188244"/>
                  <a:gd name="connsiteY117" fmla="*/ 1007268 h 1547812"/>
                  <a:gd name="connsiteX118" fmla="*/ 407194 w 1188244"/>
                  <a:gd name="connsiteY118" fmla="*/ 1016793 h 1547812"/>
                  <a:gd name="connsiteX119" fmla="*/ 385763 w 1188244"/>
                  <a:gd name="connsiteY119" fmla="*/ 1016793 h 1547812"/>
                  <a:gd name="connsiteX120" fmla="*/ 364331 w 1188244"/>
                  <a:gd name="connsiteY120" fmla="*/ 1000125 h 1547812"/>
                  <a:gd name="connsiteX121" fmla="*/ 328613 w 1188244"/>
                  <a:gd name="connsiteY121" fmla="*/ 1000125 h 1547812"/>
                  <a:gd name="connsiteX122" fmla="*/ 316706 w 1188244"/>
                  <a:gd name="connsiteY122" fmla="*/ 973931 h 1547812"/>
                  <a:gd name="connsiteX123" fmla="*/ 316706 w 1188244"/>
                  <a:gd name="connsiteY123" fmla="*/ 950118 h 1547812"/>
                  <a:gd name="connsiteX124" fmla="*/ 321469 w 1188244"/>
                  <a:gd name="connsiteY124" fmla="*/ 931068 h 1547812"/>
                  <a:gd name="connsiteX125" fmla="*/ 326231 w 1188244"/>
                  <a:gd name="connsiteY125" fmla="*/ 897731 h 1547812"/>
                  <a:gd name="connsiteX126" fmla="*/ 321469 w 1188244"/>
                  <a:gd name="connsiteY126" fmla="*/ 847725 h 1547812"/>
                  <a:gd name="connsiteX127" fmla="*/ 297656 w 1188244"/>
                  <a:gd name="connsiteY127" fmla="*/ 842962 h 1547812"/>
                  <a:gd name="connsiteX128" fmla="*/ 280988 w 1188244"/>
                  <a:gd name="connsiteY128" fmla="*/ 859631 h 1547812"/>
                  <a:gd name="connsiteX129" fmla="*/ 245269 w 1188244"/>
                  <a:gd name="connsiteY129" fmla="*/ 859631 h 1547812"/>
                  <a:gd name="connsiteX130" fmla="*/ 209550 w 1188244"/>
                  <a:gd name="connsiteY130" fmla="*/ 850106 h 1547812"/>
                  <a:gd name="connsiteX131" fmla="*/ 171450 w 1188244"/>
                  <a:gd name="connsiteY131" fmla="*/ 847725 h 1547812"/>
                  <a:gd name="connsiteX132" fmla="*/ 173831 w 1188244"/>
                  <a:gd name="connsiteY132" fmla="*/ 826293 h 1547812"/>
                  <a:gd name="connsiteX133" fmla="*/ 188119 w 1188244"/>
                  <a:gd name="connsiteY133" fmla="*/ 812006 h 1547812"/>
                  <a:gd name="connsiteX134" fmla="*/ 190500 w 1188244"/>
                  <a:gd name="connsiteY134" fmla="*/ 792956 h 1547812"/>
                  <a:gd name="connsiteX135" fmla="*/ 154781 w 1188244"/>
                  <a:gd name="connsiteY135" fmla="*/ 745331 h 1547812"/>
                  <a:gd name="connsiteX136" fmla="*/ 130969 w 1188244"/>
                  <a:gd name="connsiteY136" fmla="*/ 745331 h 1547812"/>
                  <a:gd name="connsiteX137" fmla="*/ 114300 w 1188244"/>
                  <a:gd name="connsiteY137" fmla="*/ 766762 h 1547812"/>
                  <a:gd name="connsiteX138" fmla="*/ 97631 w 1188244"/>
                  <a:gd name="connsiteY138" fmla="*/ 754856 h 1547812"/>
                  <a:gd name="connsiteX139" fmla="*/ 78581 w 1188244"/>
                  <a:gd name="connsiteY139" fmla="*/ 745331 h 1547812"/>
                  <a:gd name="connsiteX140" fmla="*/ 59531 w 1188244"/>
                  <a:gd name="connsiteY140" fmla="*/ 738187 h 1547812"/>
                  <a:gd name="connsiteX141" fmla="*/ 40481 w 1188244"/>
                  <a:gd name="connsiteY141" fmla="*/ 721518 h 1547812"/>
                  <a:gd name="connsiteX142" fmla="*/ 26194 w 1188244"/>
                  <a:gd name="connsiteY142" fmla="*/ 678656 h 1547812"/>
                  <a:gd name="connsiteX143" fmla="*/ 0 w 1188244"/>
                  <a:gd name="connsiteY143" fmla="*/ 669131 h 1547812"/>
                  <a:gd name="connsiteX144" fmla="*/ 19050 w 1188244"/>
                  <a:gd name="connsiteY144" fmla="*/ 635793 h 1547812"/>
                  <a:gd name="connsiteX145" fmla="*/ 19050 w 1188244"/>
                  <a:gd name="connsiteY145" fmla="*/ 592931 h 1547812"/>
                  <a:gd name="connsiteX146" fmla="*/ 11906 w 1188244"/>
                  <a:gd name="connsiteY146" fmla="*/ 573881 h 1547812"/>
                  <a:gd name="connsiteX147" fmla="*/ 14288 w 1188244"/>
                  <a:gd name="connsiteY147" fmla="*/ 547687 h 1547812"/>
                  <a:gd name="connsiteX148" fmla="*/ 26194 w 1188244"/>
                  <a:gd name="connsiteY148" fmla="*/ 528637 h 1547812"/>
                  <a:gd name="connsiteX149" fmla="*/ 26194 w 1188244"/>
                  <a:gd name="connsiteY149" fmla="*/ 519112 h 1547812"/>
                  <a:gd name="connsiteX150" fmla="*/ 21431 w 1188244"/>
                  <a:gd name="connsiteY150" fmla="*/ 497681 h 1547812"/>
                  <a:gd name="connsiteX151" fmla="*/ 42863 w 1188244"/>
                  <a:gd name="connsiteY151" fmla="*/ 481012 h 1547812"/>
                  <a:gd name="connsiteX152" fmla="*/ 42863 w 1188244"/>
                  <a:gd name="connsiteY152" fmla="*/ 457200 h 1547812"/>
                  <a:gd name="connsiteX153" fmla="*/ 30956 w 1188244"/>
                  <a:gd name="connsiteY153" fmla="*/ 438150 h 1547812"/>
                  <a:gd name="connsiteX154" fmla="*/ 54769 w 1188244"/>
                  <a:gd name="connsiteY154" fmla="*/ 421481 h 1547812"/>
                  <a:gd name="connsiteX155" fmla="*/ 69056 w 1188244"/>
                  <a:gd name="connsiteY155" fmla="*/ 400050 h 1547812"/>
                  <a:gd name="connsiteX156" fmla="*/ 59531 w 1188244"/>
                  <a:gd name="connsiteY156" fmla="*/ 369094 h 1547812"/>
                  <a:gd name="connsiteX157" fmla="*/ 45244 w 1188244"/>
                  <a:gd name="connsiteY157" fmla="*/ 357187 h 1547812"/>
                  <a:gd name="connsiteX158" fmla="*/ 40481 w 1188244"/>
                  <a:gd name="connsiteY158" fmla="*/ 342900 h 1547812"/>
                  <a:gd name="connsiteX159" fmla="*/ 64294 w 1188244"/>
                  <a:gd name="connsiteY159" fmla="*/ 338137 h 1547812"/>
                  <a:gd name="connsiteX160" fmla="*/ 100013 w 1188244"/>
                  <a:gd name="connsiteY160" fmla="*/ 319087 h 1547812"/>
                  <a:gd name="connsiteX161" fmla="*/ 104775 w 1188244"/>
                  <a:gd name="connsiteY161" fmla="*/ 300037 h 1547812"/>
                  <a:gd name="connsiteX162" fmla="*/ 92869 w 1188244"/>
                  <a:gd name="connsiteY162" fmla="*/ 283368 h 1547812"/>
                  <a:gd name="connsiteX163" fmla="*/ 90488 w 1188244"/>
                  <a:gd name="connsiteY163" fmla="*/ 273843 h 1547812"/>
                  <a:gd name="connsiteX164" fmla="*/ 102394 w 1188244"/>
                  <a:gd name="connsiteY164" fmla="*/ 266700 h 1547812"/>
                  <a:gd name="connsiteX165" fmla="*/ 121444 w 1188244"/>
                  <a:gd name="connsiteY165" fmla="*/ 254793 h 1547812"/>
                  <a:gd name="connsiteX166" fmla="*/ 119063 w 1188244"/>
                  <a:gd name="connsiteY166" fmla="*/ 245268 h 1547812"/>
                  <a:gd name="connsiteX167" fmla="*/ 133350 w 1188244"/>
                  <a:gd name="connsiteY167" fmla="*/ 230981 h 1547812"/>
                  <a:gd name="connsiteX168" fmla="*/ 138113 w 1188244"/>
                  <a:gd name="connsiteY168" fmla="*/ 209550 h 1547812"/>
                  <a:gd name="connsiteX169" fmla="*/ 150019 w 1188244"/>
                  <a:gd name="connsiteY169" fmla="*/ 214312 h 1547812"/>
                  <a:gd name="connsiteX170" fmla="*/ 166688 w 1188244"/>
                  <a:gd name="connsiteY170" fmla="*/ 197643 h 1547812"/>
                  <a:gd name="connsiteX171" fmla="*/ 190500 w 1188244"/>
                  <a:gd name="connsiteY171" fmla="*/ 202406 h 1547812"/>
                  <a:gd name="connsiteX172" fmla="*/ 202406 w 1188244"/>
                  <a:gd name="connsiteY172" fmla="*/ 197643 h 1547812"/>
                  <a:gd name="connsiteX173" fmla="*/ 223838 w 1188244"/>
                  <a:gd name="connsiteY173" fmla="*/ 190500 h 1547812"/>
                  <a:gd name="connsiteX174" fmla="*/ 257175 w 1188244"/>
                  <a:gd name="connsiteY174" fmla="*/ 159543 h 1547812"/>
                  <a:gd name="connsiteX175" fmla="*/ 288131 w 1188244"/>
                  <a:gd name="connsiteY175" fmla="*/ 157162 h 1547812"/>
                  <a:gd name="connsiteX176" fmla="*/ 307181 w 1188244"/>
                  <a:gd name="connsiteY176" fmla="*/ 130968 h 1547812"/>
                  <a:gd name="connsiteX177" fmla="*/ 326231 w 1188244"/>
                  <a:gd name="connsiteY177" fmla="*/ 130968 h 1547812"/>
                  <a:gd name="connsiteX178" fmla="*/ 347663 w 1188244"/>
                  <a:gd name="connsiteY178" fmla="*/ 116681 h 1547812"/>
                  <a:gd name="connsiteX179" fmla="*/ 347663 w 1188244"/>
                  <a:gd name="connsiteY179" fmla="*/ 88106 h 1547812"/>
                  <a:gd name="connsiteX180" fmla="*/ 364331 w 1188244"/>
                  <a:gd name="connsiteY180" fmla="*/ 80962 h 1547812"/>
                  <a:gd name="connsiteX181" fmla="*/ 390525 w 1188244"/>
                  <a:gd name="connsiteY181" fmla="*/ 57150 h 1547812"/>
                  <a:gd name="connsiteX182" fmla="*/ 395288 w 1188244"/>
                  <a:gd name="connsiteY182" fmla="*/ 35718 h 1547812"/>
                  <a:gd name="connsiteX183" fmla="*/ 416719 w 1188244"/>
                  <a:gd name="connsiteY183" fmla="*/ 14287 h 1547812"/>
                  <a:gd name="connsiteX184" fmla="*/ 419100 w 1188244"/>
                  <a:gd name="connsiteY184" fmla="*/ 23812 h 1547812"/>
                  <a:gd name="connsiteX185" fmla="*/ 435769 w 1188244"/>
                  <a:gd name="connsiteY185" fmla="*/ 35718 h 1547812"/>
                  <a:gd name="connsiteX186" fmla="*/ 452438 w 1188244"/>
                  <a:gd name="connsiteY186" fmla="*/ 38100 h 1547812"/>
                  <a:gd name="connsiteX187" fmla="*/ 471488 w 1188244"/>
                  <a:gd name="connsiteY187" fmla="*/ 38100 h 1547812"/>
                  <a:gd name="connsiteX188" fmla="*/ 490538 w 1188244"/>
                  <a:gd name="connsiteY188" fmla="*/ 16668 h 1547812"/>
                  <a:gd name="connsiteX189" fmla="*/ 502444 w 1188244"/>
                  <a:gd name="connsiteY189" fmla="*/ 19050 h 1547812"/>
                  <a:gd name="connsiteX190" fmla="*/ 519113 w 1188244"/>
                  <a:gd name="connsiteY190" fmla="*/ 14287 h 1547812"/>
                  <a:gd name="connsiteX191" fmla="*/ 538163 w 1188244"/>
                  <a:gd name="connsiteY191" fmla="*/ 2381 h 1547812"/>
                  <a:gd name="connsiteX192" fmla="*/ 538426 w 1188244"/>
                  <a:gd name="connsiteY192" fmla="*/ 383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188244" h="1547812">
                    <a:moveTo>
                      <a:pt x="540544" y="0"/>
                    </a:moveTo>
                    <a:lnTo>
                      <a:pt x="559594" y="19050"/>
                    </a:lnTo>
                    <a:lnTo>
                      <a:pt x="595313" y="54768"/>
                    </a:lnTo>
                    <a:lnTo>
                      <a:pt x="611981" y="88106"/>
                    </a:lnTo>
                    <a:lnTo>
                      <a:pt x="633413" y="100012"/>
                    </a:lnTo>
                    <a:lnTo>
                      <a:pt x="642938" y="100012"/>
                    </a:lnTo>
                    <a:lnTo>
                      <a:pt x="657225" y="111918"/>
                    </a:lnTo>
                    <a:lnTo>
                      <a:pt x="685800" y="102393"/>
                    </a:lnTo>
                    <a:lnTo>
                      <a:pt x="702469" y="107156"/>
                    </a:lnTo>
                    <a:lnTo>
                      <a:pt x="711994" y="130968"/>
                    </a:lnTo>
                    <a:lnTo>
                      <a:pt x="723900" y="150018"/>
                    </a:lnTo>
                    <a:lnTo>
                      <a:pt x="745331" y="152400"/>
                    </a:lnTo>
                    <a:lnTo>
                      <a:pt x="754856" y="164306"/>
                    </a:lnTo>
                    <a:lnTo>
                      <a:pt x="738188" y="173831"/>
                    </a:lnTo>
                    <a:lnTo>
                      <a:pt x="742950" y="197643"/>
                    </a:lnTo>
                    <a:lnTo>
                      <a:pt x="771525" y="221456"/>
                    </a:lnTo>
                    <a:lnTo>
                      <a:pt x="797719" y="235743"/>
                    </a:lnTo>
                    <a:lnTo>
                      <a:pt x="821531" y="242887"/>
                    </a:lnTo>
                    <a:lnTo>
                      <a:pt x="819150" y="278606"/>
                    </a:lnTo>
                    <a:lnTo>
                      <a:pt x="809625" y="314325"/>
                    </a:lnTo>
                    <a:lnTo>
                      <a:pt x="788194" y="338137"/>
                    </a:lnTo>
                    <a:lnTo>
                      <a:pt x="773906" y="347662"/>
                    </a:lnTo>
                    <a:lnTo>
                      <a:pt x="762000" y="390525"/>
                    </a:lnTo>
                    <a:lnTo>
                      <a:pt x="759619" y="431006"/>
                    </a:lnTo>
                    <a:lnTo>
                      <a:pt x="762000" y="461962"/>
                    </a:lnTo>
                    <a:lnTo>
                      <a:pt x="776288" y="492918"/>
                    </a:lnTo>
                    <a:lnTo>
                      <a:pt x="790575" y="521493"/>
                    </a:lnTo>
                    <a:lnTo>
                      <a:pt x="790575" y="554831"/>
                    </a:lnTo>
                    <a:lnTo>
                      <a:pt x="769144" y="564356"/>
                    </a:lnTo>
                    <a:lnTo>
                      <a:pt x="742950" y="588168"/>
                    </a:lnTo>
                    <a:lnTo>
                      <a:pt x="754856" y="633412"/>
                    </a:lnTo>
                    <a:lnTo>
                      <a:pt x="766763" y="752475"/>
                    </a:lnTo>
                    <a:lnTo>
                      <a:pt x="757238" y="785812"/>
                    </a:lnTo>
                    <a:lnTo>
                      <a:pt x="719138" y="831056"/>
                    </a:lnTo>
                    <a:lnTo>
                      <a:pt x="714375" y="864393"/>
                    </a:lnTo>
                    <a:lnTo>
                      <a:pt x="733425" y="881062"/>
                    </a:lnTo>
                    <a:lnTo>
                      <a:pt x="752475" y="914400"/>
                    </a:lnTo>
                    <a:lnTo>
                      <a:pt x="788194" y="909637"/>
                    </a:lnTo>
                    <a:lnTo>
                      <a:pt x="821531" y="892968"/>
                    </a:lnTo>
                    <a:lnTo>
                      <a:pt x="864394" y="897731"/>
                    </a:lnTo>
                    <a:lnTo>
                      <a:pt x="892969" y="878681"/>
                    </a:lnTo>
                    <a:lnTo>
                      <a:pt x="923925" y="919162"/>
                    </a:lnTo>
                    <a:lnTo>
                      <a:pt x="950119" y="919162"/>
                    </a:lnTo>
                    <a:lnTo>
                      <a:pt x="969169" y="890587"/>
                    </a:lnTo>
                    <a:lnTo>
                      <a:pt x="966788" y="866775"/>
                    </a:lnTo>
                    <a:lnTo>
                      <a:pt x="950119" y="840581"/>
                    </a:lnTo>
                    <a:lnTo>
                      <a:pt x="959644" y="838200"/>
                    </a:lnTo>
                    <a:lnTo>
                      <a:pt x="988219" y="840581"/>
                    </a:lnTo>
                    <a:lnTo>
                      <a:pt x="1016794" y="828675"/>
                    </a:lnTo>
                    <a:lnTo>
                      <a:pt x="1042988" y="852487"/>
                    </a:lnTo>
                    <a:lnTo>
                      <a:pt x="1047750" y="881062"/>
                    </a:lnTo>
                    <a:lnTo>
                      <a:pt x="1073944" y="907256"/>
                    </a:lnTo>
                    <a:lnTo>
                      <a:pt x="1083469" y="907256"/>
                    </a:lnTo>
                    <a:lnTo>
                      <a:pt x="1095375" y="952500"/>
                    </a:lnTo>
                    <a:lnTo>
                      <a:pt x="1116806" y="964406"/>
                    </a:lnTo>
                    <a:lnTo>
                      <a:pt x="1145381" y="950118"/>
                    </a:lnTo>
                    <a:lnTo>
                      <a:pt x="1159669" y="945356"/>
                    </a:lnTo>
                    <a:lnTo>
                      <a:pt x="1164431" y="957262"/>
                    </a:lnTo>
                    <a:lnTo>
                      <a:pt x="1140619" y="981075"/>
                    </a:lnTo>
                    <a:lnTo>
                      <a:pt x="1143000" y="997743"/>
                    </a:lnTo>
                    <a:lnTo>
                      <a:pt x="1166813" y="1031081"/>
                    </a:lnTo>
                    <a:lnTo>
                      <a:pt x="1188244" y="1062037"/>
                    </a:lnTo>
                    <a:lnTo>
                      <a:pt x="1173956" y="1107281"/>
                    </a:lnTo>
                    <a:lnTo>
                      <a:pt x="1169194" y="1154906"/>
                    </a:lnTo>
                    <a:lnTo>
                      <a:pt x="1185863" y="1185862"/>
                    </a:lnTo>
                    <a:lnTo>
                      <a:pt x="1176338" y="1204912"/>
                    </a:lnTo>
                    <a:lnTo>
                      <a:pt x="1183481" y="1233487"/>
                    </a:lnTo>
                    <a:lnTo>
                      <a:pt x="1176338" y="1266825"/>
                    </a:lnTo>
                    <a:lnTo>
                      <a:pt x="1126331" y="1297781"/>
                    </a:lnTo>
                    <a:lnTo>
                      <a:pt x="1076325" y="1323975"/>
                    </a:lnTo>
                    <a:lnTo>
                      <a:pt x="1050131" y="1316831"/>
                    </a:lnTo>
                    <a:lnTo>
                      <a:pt x="1047750" y="1340643"/>
                    </a:lnTo>
                    <a:lnTo>
                      <a:pt x="1069181" y="1378743"/>
                    </a:lnTo>
                    <a:lnTo>
                      <a:pt x="1064419" y="1412081"/>
                    </a:lnTo>
                    <a:lnTo>
                      <a:pt x="1031081" y="1393031"/>
                    </a:lnTo>
                    <a:lnTo>
                      <a:pt x="1012031" y="1385887"/>
                    </a:lnTo>
                    <a:lnTo>
                      <a:pt x="995363" y="1385887"/>
                    </a:lnTo>
                    <a:lnTo>
                      <a:pt x="969169" y="1371600"/>
                    </a:lnTo>
                    <a:lnTo>
                      <a:pt x="952500" y="1381125"/>
                    </a:lnTo>
                    <a:lnTo>
                      <a:pt x="916781" y="1428750"/>
                    </a:lnTo>
                    <a:lnTo>
                      <a:pt x="909638" y="1447800"/>
                    </a:lnTo>
                    <a:lnTo>
                      <a:pt x="909638" y="1471612"/>
                    </a:lnTo>
                    <a:lnTo>
                      <a:pt x="921544" y="1500187"/>
                    </a:lnTo>
                    <a:lnTo>
                      <a:pt x="871538" y="1547812"/>
                    </a:lnTo>
                    <a:lnTo>
                      <a:pt x="859631" y="1526381"/>
                    </a:lnTo>
                    <a:lnTo>
                      <a:pt x="809625" y="1497805"/>
                    </a:lnTo>
                    <a:lnTo>
                      <a:pt x="783431" y="1473993"/>
                    </a:lnTo>
                    <a:lnTo>
                      <a:pt x="735806" y="1469231"/>
                    </a:lnTo>
                    <a:lnTo>
                      <a:pt x="728663" y="1459706"/>
                    </a:lnTo>
                    <a:lnTo>
                      <a:pt x="697706" y="1473993"/>
                    </a:lnTo>
                    <a:lnTo>
                      <a:pt x="697706" y="1502568"/>
                    </a:lnTo>
                    <a:lnTo>
                      <a:pt x="647700" y="1516856"/>
                    </a:lnTo>
                    <a:lnTo>
                      <a:pt x="619125" y="1495425"/>
                    </a:lnTo>
                    <a:lnTo>
                      <a:pt x="611981" y="1490662"/>
                    </a:lnTo>
                    <a:lnTo>
                      <a:pt x="671513" y="1471612"/>
                    </a:lnTo>
                    <a:lnTo>
                      <a:pt x="702469" y="1435893"/>
                    </a:lnTo>
                    <a:lnTo>
                      <a:pt x="720620" y="1397576"/>
                    </a:lnTo>
                    <a:lnTo>
                      <a:pt x="719138" y="1397793"/>
                    </a:lnTo>
                    <a:lnTo>
                      <a:pt x="728663" y="1378743"/>
                    </a:lnTo>
                    <a:lnTo>
                      <a:pt x="728663" y="1357312"/>
                    </a:lnTo>
                    <a:cubicBezTo>
                      <a:pt x="729457" y="1339056"/>
                      <a:pt x="730250" y="1320799"/>
                      <a:pt x="731044" y="1302543"/>
                    </a:cubicBezTo>
                    <a:lnTo>
                      <a:pt x="714375" y="1266825"/>
                    </a:lnTo>
                    <a:lnTo>
                      <a:pt x="723900" y="1266825"/>
                    </a:lnTo>
                    <a:lnTo>
                      <a:pt x="726281" y="1247775"/>
                    </a:lnTo>
                    <a:lnTo>
                      <a:pt x="721519" y="1219200"/>
                    </a:lnTo>
                    <a:lnTo>
                      <a:pt x="697706" y="1219200"/>
                    </a:lnTo>
                    <a:lnTo>
                      <a:pt x="678656" y="1207293"/>
                    </a:lnTo>
                    <a:lnTo>
                      <a:pt x="669131" y="1166812"/>
                    </a:lnTo>
                    <a:lnTo>
                      <a:pt x="659606" y="1133475"/>
                    </a:lnTo>
                    <a:lnTo>
                      <a:pt x="638175" y="1128712"/>
                    </a:lnTo>
                    <a:lnTo>
                      <a:pt x="619125" y="1128712"/>
                    </a:lnTo>
                    <a:lnTo>
                      <a:pt x="571500" y="1116806"/>
                    </a:lnTo>
                    <a:lnTo>
                      <a:pt x="531019" y="1102518"/>
                    </a:lnTo>
                    <a:lnTo>
                      <a:pt x="500063" y="1100137"/>
                    </a:lnTo>
                    <a:lnTo>
                      <a:pt x="485775" y="1088231"/>
                    </a:lnTo>
                    <a:lnTo>
                      <a:pt x="469106" y="1047750"/>
                    </a:lnTo>
                    <a:lnTo>
                      <a:pt x="450056" y="1026318"/>
                    </a:lnTo>
                    <a:lnTo>
                      <a:pt x="423863" y="1007268"/>
                    </a:lnTo>
                    <a:lnTo>
                      <a:pt x="407194" y="1016793"/>
                    </a:lnTo>
                    <a:lnTo>
                      <a:pt x="385763" y="1016793"/>
                    </a:lnTo>
                    <a:lnTo>
                      <a:pt x="364331" y="1000125"/>
                    </a:lnTo>
                    <a:lnTo>
                      <a:pt x="328613" y="1000125"/>
                    </a:lnTo>
                    <a:lnTo>
                      <a:pt x="316706" y="973931"/>
                    </a:lnTo>
                    <a:lnTo>
                      <a:pt x="316706" y="950118"/>
                    </a:lnTo>
                    <a:lnTo>
                      <a:pt x="321469" y="931068"/>
                    </a:lnTo>
                    <a:lnTo>
                      <a:pt x="326231" y="897731"/>
                    </a:lnTo>
                    <a:lnTo>
                      <a:pt x="321469" y="847725"/>
                    </a:lnTo>
                    <a:lnTo>
                      <a:pt x="297656" y="842962"/>
                    </a:lnTo>
                    <a:lnTo>
                      <a:pt x="280988" y="859631"/>
                    </a:lnTo>
                    <a:lnTo>
                      <a:pt x="245269" y="859631"/>
                    </a:lnTo>
                    <a:lnTo>
                      <a:pt x="209550" y="850106"/>
                    </a:lnTo>
                    <a:lnTo>
                      <a:pt x="171450" y="847725"/>
                    </a:lnTo>
                    <a:lnTo>
                      <a:pt x="173831" y="826293"/>
                    </a:lnTo>
                    <a:lnTo>
                      <a:pt x="188119" y="812006"/>
                    </a:lnTo>
                    <a:lnTo>
                      <a:pt x="190500" y="792956"/>
                    </a:lnTo>
                    <a:lnTo>
                      <a:pt x="154781" y="745331"/>
                    </a:lnTo>
                    <a:lnTo>
                      <a:pt x="130969" y="745331"/>
                    </a:lnTo>
                    <a:lnTo>
                      <a:pt x="114300" y="766762"/>
                    </a:lnTo>
                    <a:lnTo>
                      <a:pt x="97631" y="754856"/>
                    </a:lnTo>
                    <a:lnTo>
                      <a:pt x="78581" y="745331"/>
                    </a:lnTo>
                    <a:lnTo>
                      <a:pt x="59531" y="738187"/>
                    </a:lnTo>
                    <a:lnTo>
                      <a:pt x="40481" y="721518"/>
                    </a:lnTo>
                    <a:lnTo>
                      <a:pt x="26194" y="678656"/>
                    </a:lnTo>
                    <a:lnTo>
                      <a:pt x="0" y="669131"/>
                    </a:lnTo>
                    <a:lnTo>
                      <a:pt x="19050" y="635793"/>
                    </a:lnTo>
                    <a:lnTo>
                      <a:pt x="19050" y="592931"/>
                    </a:lnTo>
                    <a:lnTo>
                      <a:pt x="11906" y="573881"/>
                    </a:lnTo>
                    <a:lnTo>
                      <a:pt x="14288" y="547687"/>
                    </a:lnTo>
                    <a:lnTo>
                      <a:pt x="26194" y="528637"/>
                    </a:lnTo>
                    <a:lnTo>
                      <a:pt x="26194" y="519112"/>
                    </a:lnTo>
                    <a:lnTo>
                      <a:pt x="21431" y="497681"/>
                    </a:lnTo>
                    <a:lnTo>
                      <a:pt x="42863" y="481012"/>
                    </a:lnTo>
                    <a:lnTo>
                      <a:pt x="42863" y="457200"/>
                    </a:lnTo>
                    <a:lnTo>
                      <a:pt x="30956" y="438150"/>
                    </a:lnTo>
                    <a:lnTo>
                      <a:pt x="54769" y="421481"/>
                    </a:lnTo>
                    <a:lnTo>
                      <a:pt x="69056" y="400050"/>
                    </a:lnTo>
                    <a:lnTo>
                      <a:pt x="59531" y="369094"/>
                    </a:lnTo>
                    <a:lnTo>
                      <a:pt x="45244" y="357187"/>
                    </a:lnTo>
                    <a:cubicBezTo>
                      <a:pt x="43656" y="352425"/>
                      <a:pt x="37306" y="346075"/>
                      <a:pt x="40481" y="342900"/>
                    </a:cubicBezTo>
                    <a:cubicBezTo>
                      <a:pt x="43656" y="339725"/>
                      <a:pt x="56356" y="339725"/>
                      <a:pt x="64294" y="338137"/>
                    </a:cubicBezTo>
                    <a:lnTo>
                      <a:pt x="100013" y="319087"/>
                    </a:lnTo>
                    <a:lnTo>
                      <a:pt x="104775" y="300037"/>
                    </a:lnTo>
                    <a:lnTo>
                      <a:pt x="92869" y="283368"/>
                    </a:lnTo>
                    <a:lnTo>
                      <a:pt x="90488" y="273843"/>
                    </a:lnTo>
                    <a:lnTo>
                      <a:pt x="102394" y="266700"/>
                    </a:lnTo>
                    <a:lnTo>
                      <a:pt x="121444" y="254793"/>
                    </a:lnTo>
                    <a:lnTo>
                      <a:pt x="119063" y="245268"/>
                    </a:lnTo>
                    <a:lnTo>
                      <a:pt x="133350" y="230981"/>
                    </a:lnTo>
                    <a:lnTo>
                      <a:pt x="138113" y="209550"/>
                    </a:lnTo>
                    <a:lnTo>
                      <a:pt x="150019" y="214312"/>
                    </a:lnTo>
                    <a:lnTo>
                      <a:pt x="166688" y="197643"/>
                    </a:lnTo>
                    <a:lnTo>
                      <a:pt x="190500" y="202406"/>
                    </a:lnTo>
                    <a:lnTo>
                      <a:pt x="202406" y="197643"/>
                    </a:lnTo>
                    <a:lnTo>
                      <a:pt x="223838" y="190500"/>
                    </a:lnTo>
                    <a:lnTo>
                      <a:pt x="257175" y="159543"/>
                    </a:lnTo>
                    <a:lnTo>
                      <a:pt x="288131" y="157162"/>
                    </a:lnTo>
                    <a:lnTo>
                      <a:pt x="307181" y="130968"/>
                    </a:lnTo>
                    <a:lnTo>
                      <a:pt x="326231" y="130968"/>
                    </a:lnTo>
                    <a:lnTo>
                      <a:pt x="347663" y="116681"/>
                    </a:lnTo>
                    <a:lnTo>
                      <a:pt x="347663" y="88106"/>
                    </a:lnTo>
                    <a:lnTo>
                      <a:pt x="364331" y="80962"/>
                    </a:lnTo>
                    <a:lnTo>
                      <a:pt x="390525" y="57150"/>
                    </a:lnTo>
                    <a:lnTo>
                      <a:pt x="395288" y="35718"/>
                    </a:lnTo>
                    <a:lnTo>
                      <a:pt x="416719" y="14287"/>
                    </a:lnTo>
                    <a:lnTo>
                      <a:pt x="419100" y="23812"/>
                    </a:lnTo>
                    <a:lnTo>
                      <a:pt x="435769" y="35718"/>
                    </a:lnTo>
                    <a:lnTo>
                      <a:pt x="452438" y="38100"/>
                    </a:lnTo>
                    <a:lnTo>
                      <a:pt x="471488" y="38100"/>
                    </a:lnTo>
                    <a:lnTo>
                      <a:pt x="490538" y="16668"/>
                    </a:lnTo>
                    <a:lnTo>
                      <a:pt x="502444" y="19050"/>
                    </a:lnTo>
                    <a:lnTo>
                      <a:pt x="519113" y="14287"/>
                    </a:lnTo>
                    <a:lnTo>
                      <a:pt x="538163" y="2381"/>
                    </a:lnTo>
                    <a:lnTo>
                      <a:pt x="538426" y="3833"/>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3" name="용인시">
                <a:extLst>
                  <a:ext uri="{FF2B5EF4-FFF2-40B4-BE49-F238E27FC236}">
                    <a16:creationId xmlns:a16="http://schemas.microsoft.com/office/drawing/2014/main" id="{758A9981-6387-6316-5BDD-7B3637AEE2D8}"/>
                  </a:ext>
                </a:extLst>
              </p:cNvPr>
              <p:cNvSpPr/>
              <p:nvPr/>
            </p:nvSpPr>
            <p:spPr>
              <a:xfrm>
                <a:off x="4819650" y="4286250"/>
                <a:ext cx="1564481" cy="1371600"/>
              </a:xfrm>
              <a:custGeom>
                <a:avLst/>
                <a:gdLst>
                  <a:gd name="connsiteX0" fmla="*/ 35719 w 1564481"/>
                  <a:gd name="connsiteY0" fmla="*/ 0 h 1371600"/>
                  <a:gd name="connsiteX1" fmla="*/ 80963 w 1564481"/>
                  <a:gd name="connsiteY1" fmla="*/ 14288 h 1371600"/>
                  <a:gd name="connsiteX2" fmla="*/ 109538 w 1564481"/>
                  <a:gd name="connsiteY2" fmla="*/ 38100 h 1371600"/>
                  <a:gd name="connsiteX3" fmla="*/ 114300 w 1564481"/>
                  <a:gd name="connsiteY3" fmla="*/ 61913 h 1371600"/>
                  <a:gd name="connsiteX4" fmla="*/ 135731 w 1564481"/>
                  <a:gd name="connsiteY4" fmla="*/ 64294 h 1371600"/>
                  <a:gd name="connsiteX5" fmla="*/ 152400 w 1564481"/>
                  <a:gd name="connsiteY5" fmla="*/ 57150 h 1371600"/>
                  <a:gd name="connsiteX6" fmla="*/ 188119 w 1564481"/>
                  <a:gd name="connsiteY6" fmla="*/ 76200 h 1371600"/>
                  <a:gd name="connsiteX7" fmla="*/ 204788 w 1564481"/>
                  <a:gd name="connsiteY7" fmla="*/ 109538 h 1371600"/>
                  <a:gd name="connsiteX8" fmla="*/ 233363 w 1564481"/>
                  <a:gd name="connsiteY8" fmla="*/ 111919 h 1371600"/>
                  <a:gd name="connsiteX9" fmla="*/ 247650 w 1564481"/>
                  <a:gd name="connsiteY9" fmla="*/ 109538 h 1371600"/>
                  <a:gd name="connsiteX10" fmla="*/ 290513 w 1564481"/>
                  <a:gd name="connsiteY10" fmla="*/ 138113 h 1371600"/>
                  <a:gd name="connsiteX11" fmla="*/ 311944 w 1564481"/>
                  <a:gd name="connsiteY11" fmla="*/ 157163 h 1371600"/>
                  <a:gd name="connsiteX12" fmla="*/ 345281 w 1564481"/>
                  <a:gd name="connsiteY12" fmla="*/ 188119 h 1371600"/>
                  <a:gd name="connsiteX13" fmla="*/ 392906 w 1564481"/>
                  <a:gd name="connsiteY13" fmla="*/ 183356 h 1371600"/>
                  <a:gd name="connsiteX14" fmla="*/ 428625 w 1564481"/>
                  <a:gd name="connsiteY14" fmla="*/ 166688 h 1371600"/>
                  <a:gd name="connsiteX15" fmla="*/ 454819 w 1564481"/>
                  <a:gd name="connsiteY15" fmla="*/ 166688 h 1371600"/>
                  <a:gd name="connsiteX16" fmla="*/ 477494 w 1564481"/>
                  <a:gd name="connsiteY16" fmla="*/ 173903 h 1371600"/>
                  <a:gd name="connsiteX17" fmla="*/ 533400 w 1564481"/>
                  <a:gd name="connsiteY17" fmla="*/ 152401 h 1371600"/>
                  <a:gd name="connsiteX18" fmla="*/ 547688 w 1564481"/>
                  <a:gd name="connsiteY18" fmla="*/ 135732 h 1371600"/>
                  <a:gd name="connsiteX19" fmla="*/ 583406 w 1564481"/>
                  <a:gd name="connsiteY19" fmla="*/ 140494 h 1371600"/>
                  <a:gd name="connsiteX20" fmla="*/ 614363 w 1564481"/>
                  <a:gd name="connsiteY20" fmla="*/ 135732 h 1371600"/>
                  <a:gd name="connsiteX21" fmla="*/ 640556 w 1564481"/>
                  <a:gd name="connsiteY21" fmla="*/ 133350 h 1371600"/>
                  <a:gd name="connsiteX22" fmla="*/ 659606 w 1564481"/>
                  <a:gd name="connsiteY22" fmla="*/ 123825 h 1371600"/>
                  <a:gd name="connsiteX23" fmla="*/ 676275 w 1564481"/>
                  <a:gd name="connsiteY23" fmla="*/ 140494 h 1371600"/>
                  <a:gd name="connsiteX24" fmla="*/ 666750 w 1564481"/>
                  <a:gd name="connsiteY24" fmla="*/ 159544 h 1371600"/>
                  <a:gd name="connsiteX25" fmla="*/ 671513 w 1564481"/>
                  <a:gd name="connsiteY25" fmla="*/ 188119 h 1371600"/>
                  <a:gd name="connsiteX26" fmla="*/ 692944 w 1564481"/>
                  <a:gd name="connsiteY26" fmla="*/ 211931 h 1371600"/>
                  <a:gd name="connsiteX27" fmla="*/ 726281 w 1564481"/>
                  <a:gd name="connsiteY27" fmla="*/ 200025 h 1371600"/>
                  <a:gd name="connsiteX28" fmla="*/ 757238 w 1564481"/>
                  <a:gd name="connsiteY28" fmla="*/ 161925 h 1371600"/>
                  <a:gd name="connsiteX29" fmla="*/ 781050 w 1564481"/>
                  <a:gd name="connsiteY29" fmla="*/ 128588 h 1371600"/>
                  <a:gd name="connsiteX30" fmla="*/ 790575 w 1564481"/>
                  <a:gd name="connsiteY30" fmla="*/ 109538 h 1371600"/>
                  <a:gd name="connsiteX31" fmla="*/ 771525 w 1564481"/>
                  <a:gd name="connsiteY31" fmla="*/ 83344 h 1371600"/>
                  <a:gd name="connsiteX32" fmla="*/ 800100 w 1564481"/>
                  <a:gd name="connsiteY32" fmla="*/ 78581 h 1371600"/>
                  <a:gd name="connsiteX33" fmla="*/ 816769 w 1564481"/>
                  <a:gd name="connsiteY33" fmla="*/ 64294 h 1371600"/>
                  <a:gd name="connsiteX34" fmla="*/ 840581 w 1564481"/>
                  <a:gd name="connsiteY34" fmla="*/ 90488 h 1371600"/>
                  <a:gd name="connsiteX35" fmla="*/ 864394 w 1564481"/>
                  <a:gd name="connsiteY35" fmla="*/ 85725 h 1371600"/>
                  <a:gd name="connsiteX36" fmla="*/ 883444 w 1564481"/>
                  <a:gd name="connsiteY36" fmla="*/ 85725 h 1371600"/>
                  <a:gd name="connsiteX37" fmla="*/ 912019 w 1564481"/>
                  <a:gd name="connsiteY37" fmla="*/ 109538 h 1371600"/>
                  <a:gd name="connsiteX38" fmla="*/ 931069 w 1564481"/>
                  <a:gd name="connsiteY38" fmla="*/ 114300 h 1371600"/>
                  <a:gd name="connsiteX39" fmla="*/ 935831 w 1564481"/>
                  <a:gd name="connsiteY39" fmla="*/ 140494 h 1371600"/>
                  <a:gd name="connsiteX40" fmla="*/ 966788 w 1564481"/>
                  <a:gd name="connsiteY40" fmla="*/ 152400 h 1371600"/>
                  <a:gd name="connsiteX41" fmla="*/ 1004888 w 1564481"/>
                  <a:gd name="connsiteY41" fmla="*/ 128588 h 1371600"/>
                  <a:gd name="connsiteX42" fmla="*/ 1012031 w 1564481"/>
                  <a:gd name="connsiteY42" fmla="*/ 133350 h 1371600"/>
                  <a:gd name="connsiteX43" fmla="*/ 1019175 w 1564481"/>
                  <a:gd name="connsiteY43" fmla="*/ 159544 h 1371600"/>
                  <a:gd name="connsiteX44" fmla="*/ 997744 w 1564481"/>
                  <a:gd name="connsiteY44" fmla="*/ 190500 h 1371600"/>
                  <a:gd name="connsiteX45" fmla="*/ 1002506 w 1564481"/>
                  <a:gd name="connsiteY45" fmla="*/ 204788 h 1371600"/>
                  <a:gd name="connsiteX46" fmla="*/ 1012031 w 1564481"/>
                  <a:gd name="connsiteY46" fmla="*/ 221456 h 1371600"/>
                  <a:gd name="connsiteX47" fmla="*/ 1014413 w 1564481"/>
                  <a:gd name="connsiteY47" fmla="*/ 273844 h 1371600"/>
                  <a:gd name="connsiteX48" fmla="*/ 997744 w 1564481"/>
                  <a:gd name="connsiteY48" fmla="*/ 302419 h 1371600"/>
                  <a:gd name="connsiteX49" fmla="*/ 1000125 w 1564481"/>
                  <a:gd name="connsiteY49" fmla="*/ 330994 h 1371600"/>
                  <a:gd name="connsiteX50" fmla="*/ 1002506 w 1564481"/>
                  <a:gd name="connsiteY50" fmla="*/ 359569 h 1371600"/>
                  <a:gd name="connsiteX51" fmla="*/ 1000125 w 1564481"/>
                  <a:gd name="connsiteY51" fmla="*/ 385763 h 1371600"/>
                  <a:gd name="connsiteX52" fmla="*/ 992981 w 1564481"/>
                  <a:gd name="connsiteY52" fmla="*/ 407194 h 1371600"/>
                  <a:gd name="connsiteX53" fmla="*/ 1004888 w 1564481"/>
                  <a:gd name="connsiteY53" fmla="*/ 431006 h 1371600"/>
                  <a:gd name="connsiteX54" fmla="*/ 988219 w 1564481"/>
                  <a:gd name="connsiteY54" fmla="*/ 459581 h 1371600"/>
                  <a:gd name="connsiteX55" fmla="*/ 988219 w 1564481"/>
                  <a:gd name="connsiteY55" fmla="*/ 481013 h 1371600"/>
                  <a:gd name="connsiteX56" fmla="*/ 1023938 w 1564481"/>
                  <a:gd name="connsiteY56" fmla="*/ 500063 h 1371600"/>
                  <a:gd name="connsiteX57" fmla="*/ 1057275 w 1564481"/>
                  <a:gd name="connsiteY57" fmla="*/ 492919 h 1371600"/>
                  <a:gd name="connsiteX58" fmla="*/ 1066800 w 1564481"/>
                  <a:gd name="connsiteY58" fmla="*/ 514350 h 1371600"/>
                  <a:gd name="connsiteX59" fmla="*/ 1081088 w 1564481"/>
                  <a:gd name="connsiteY59" fmla="*/ 514350 h 1371600"/>
                  <a:gd name="connsiteX60" fmla="*/ 1095375 w 1564481"/>
                  <a:gd name="connsiteY60" fmla="*/ 507206 h 1371600"/>
                  <a:gd name="connsiteX61" fmla="*/ 1104900 w 1564481"/>
                  <a:gd name="connsiteY61" fmla="*/ 488156 h 1371600"/>
                  <a:gd name="connsiteX62" fmla="*/ 1128713 w 1564481"/>
                  <a:gd name="connsiteY62" fmla="*/ 476250 h 1371600"/>
                  <a:gd name="connsiteX63" fmla="*/ 1157288 w 1564481"/>
                  <a:gd name="connsiteY63" fmla="*/ 473869 h 1371600"/>
                  <a:gd name="connsiteX64" fmla="*/ 1171575 w 1564481"/>
                  <a:gd name="connsiteY64" fmla="*/ 473869 h 1371600"/>
                  <a:gd name="connsiteX65" fmla="*/ 1193006 w 1564481"/>
                  <a:gd name="connsiteY65" fmla="*/ 485775 h 1371600"/>
                  <a:gd name="connsiteX66" fmla="*/ 1212056 w 1564481"/>
                  <a:gd name="connsiteY66" fmla="*/ 495300 h 1371600"/>
                  <a:gd name="connsiteX67" fmla="*/ 1223962 w 1564481"/>
                  <a:gd name="connsiteY67" fmla="*/ 509588 h 1371600"/>
                  <a:gd name="connsiteX68" fmla="*/ 1228725 w 1564481"/>
                  <a:gd name="connsiteY68" fmla="*/ 519113 h 1371600"/>
                  <a:gd name="connsiteX69" fmla="*/ 1216819 w 1564481"/>
                  <a:gd name="connsiteY69" fmla="*/ 531019 h 1371600"/>
                  <a:gd name="connsiteX70" fmla="*/ 1209675 w 1564481"/>
                  <a:gd name="connsiteY70" fmla="*/ 550069 h 1371600"/>
                  <a:gd name="connsiteX71" fmla="*/ 1209675 w 1564481"/>
                  <a:gd name="connsiteY71" fmla="*/ 566738 h 1371600"/>
                  <a:gd name="connsiteX72" fmla="*/ 1193006 w 1564481"/>
                  <a:gd name="connsiteY72" fmla="*/ 607219 h 1371600"/>
                  <a:gd name="connsiteX73" fmla="*/ 1200150 w 1564481"/>
                  <a:gd name="connsiteY73" fmla="*/ 631031 h 1371600"/>
                  <a:gd name="connsiteX74" fmla="*/ 1209675 w 1564481"/>
                  <a:gd name="connsiteY74" fmla="*/ 661988 h 1371600"/>
                  <a:gd name="connsiteX75" fmla="*/ 1207294 w 1564481"/>
                  <a:gd name="connsiteY75" fmla="*/ 685800 h 1371600"/>
                  <a:gd name="connsiteX76" fmla="*/ 1188244 w 1564481"/>
                  <a:gd name="connsiteY76" fmla="*/ 714375 h 1371600"/>
                  <a:gd name="connsiteX77" fmla="*/ 1195388 w 1564481"/>
                  <a:gd name="connsiteY77" fmla="*/ 745331 h 1371600"/>
                  <a:gd name="connsiteX78" fmla="*/ 1216819 w 1564481"/>
                  <a:gd name="connsiteY78" fmla="*/ 750094 h 1371600"/>
                  <a:gd name="connsiteX79" fmla="*/ 1238250 w 1564481"/>
                  <a:gd name="connsiteY79" fmla="*/ 792956 h 1371600"/>
                  <a:gd name="connsiteX80" fmla="*/ 1264444 w 1564481"/>
                  <a:gd name="connsiteY80" fmla="*/ 812006 h 1371600"/>
                  <a:gd name="connsiteX81" fmla="*/ 1309688 w 1564481"/>
                  <a:gd name="connsiteY81" fmla="*/ 833438 h 1371600"/>
                  <a:gd name="connsiteX82" fmla="*/ 1335881 w 1564481"/>
                  <a:gd name="connsiteY82" fmla="*/ 838200 h 1371600"/>
                  <a:gd name="connsiteX83" fmla="*/ 1347788 w 1564481"/>
                  <a:gd name="connsiteY83" fmla="*/ 823913 h 1371600"/>
                  <a:gd name="connsiteX84" fmla="*/ 1354931 w 1564481"/>
                  <a:gd name="connsiteY84" fmla="*/ 819150 h 1371600"/>
                  <a:gd name="connsiteX85" fmla="*/ 1378744 w 1564481"/>
                  <a:gd name="connsiteY85" fmla="*/ 847725 h 1371600"/>
                  <a:gd name="connsiteX86" fmla="*/ 1366838 w 1564481"/>
                  <a:gd name="connsiteY86" fmla="*/ 871538 h 1371600"/>
                  <a:gd name="connsiteX87" fmla="*/ 1359695 w 1564481"/>
                  <a:gd name="connsiteY87" fmla="*/ 897731 h 1371600"/>
                  <a:gd name="connsiteX88" fmla="*/ 1378744 w 1564481"/>
                  <a:gd name="connsiteY88" fmla="*/ 919163 h 1371600"/>
                  <a:gd name="connsiteX89" fmla="*/ 1450181 w 1564481"/>
                  <a:gd name="connsiteY89" fmla="*/ 933450 h 1371600"/>
                  <a:gd name="connsiteX90" fmla="*/ 1485900 w 1564481"/>
                  <a:gd name="connsiteY90" fmla="*/ 935831 h 1371600"/>
                  <a:gd name="connsiteX91" fmla="*/ 1512094 w 1564481"/>
                  <a:gd name="connsiteY91" fmla="*/ 921544 h 1371600"/>
                  <a:gd name="connsiteX92" fmla="*/ 1519238 w 1564481"/>
                  <a:gd name="connsiteY92" fmla="*/ 928688 h 1371600"/>
                  <a:gd name="connsiteX93" fmla="*/ 1512094 w 1564481"/>
                  <a:gd name="connsiteY93" fmla="*/ 978694 h 1371600"/>
                  <a:gd name="connsiteX94" fmla="*/ 1507331 w 1564481"/>
                  <a:gd name="connsiteY94" fmla="*/ 1002506 h 1371600"/>
                  <a:gd name="connsiteX95" fmla="*/ 1509713 w 1564481"/>
                  <a:gd name="connsiteY95" fmla="*/ 1023938 h 1371600"/>
                  <a:gd name="connsiteX96" fmla="*/ 1514475 w 1564481"/>
                  <a:gd name="connsiteY96" fmla="*/ 1035844 h 1371600"/>
                  <a:gd name="connsiteX97" fmla="*/ 1507343 w 1564481"/>
                  <a:gd name="connsiteY97" fmla="*/ 1033591 h 1371600"/>
                  <a:gd name="connsiteX98" fmla="*/ 1509713 w 1564481"/>
                  <a:gd name="connsiteY98" fmla="*/ 1059656 h 1371600"/>
                  <a:gd name="connsiteX99" fmla="*/ 1533525 w 1564481"/>
                  <a:gd name="connsiteY99" fmla="*/ 1069181 h 1371600"/>
                  <a:gd name="connsiteX100" fmla="*/ 1550194 w 1564481"/>
                  <a:gd name="connsiteY100" fmla="*/ 1069181 h 1371600"/>
                  <a:gd name="connsiteX101" fmla="*/ 1562100 w 1564481"/>
                  <a:gd name="connsiteY101" fmla="*/ 1076325 h 1371600"/>
                  <a:gd name="connsiteX102" fmla="*/ 1564481 w 1564481"/>
                  <a:gd name="connsiteY102" fmla="*/ 1095375 h 1371600"/>
                  <a:gd name="connsiteX103" fmla="*/ 1562100 w 1564481"/>
                  <a:gd name="connsiteY103" fmla="*/ 1123950 h 1371600"/>
                  <a:gd name="connsiteX104" fmla="*/ 1554956 w 1564481"/>
                  <a:gd name="connsiteY104" fmla="*/ 1147763 h 1371600"/>
                  <a:gd name="connsiteX105" fmla="*/ 1550194 w 1564481"/>
                  <a:gd name="connsiteY105" fmla="*/ 1176338 h 1371600"/>
                  <a:gd name="connsiteX106" fmla="*/ 1526381 w 1564481"/>
                  <a:gd name="connsiteY106" fmla="*/ 1188244 h 1371600"/>
                  <a:gd name="connsiteX107" fmla="*/ 1507331 w 1564481"/>
                  <a:gd name="connsiteY107" fmla="*/ 1214438 h 1371600"/>
                  <a:gd name="connsiteX108" fmla="*/ 1519238 w 1564481"/>
                  <a:gd name="connsiteY108" fmla="*/ 1247775 h 1371600"/>
                  <a:gd name="connsiteX109" fmla="*/ 1545431 w 1564481"/>
                  <a:gd name="connsiteY109" fmla="*/ 1247775 h 1371600"/>
                  <a:gd name="connsiteX110" fmla="*/ 1564481 w 1564481"/>
                  <a:gd name="connsiteY110" fmla="*/ 1254919 h 1371600"/>
                  <a:gd name="connsiteX111" fmla="*/ 1554956 w 1564481"/>
                  <a:gd name="connsiteY111" fmla="*/ 1269206 h 1371600"/>
                  <a:gd name="connsiteX112" fmla="*/ 1543050 w 1564481"/>
                  <a:gd name="connsiteY112" fmla="*/ 1283494 h 1371600"/>
                  <a:gd name="connsiteX113" fmla="*/ 1554956 w 1564481"/>
                  <a:gd name="connsiteY113" fmla="*/ 1309688 h 1371600"/>
                  <a:gd name="connsiteX114" fmla="*/ 1528763 w 1564481"/>
                  <a:gd name="connsiteY114" fmla="*/ 1312069 h 1371600"/>
                  <a:gd name="connsiteX115" fmla="*/ 1533525 w 1564481"/>
                  <a:gd name="connsiteY115" fmla="*/ 1340644 h 1371600"/>
                  <a:gd name="connsiteX116" fmla="*/ 1526381 w 1564481"/>
                  <a:gd name="connsiteY116" fmla="*/ 1350169 h 1371600"/>
                  <a:gd name="connsiteX117" fmla="*/ 1504950 w 1564481"/>
                  <a:gd name="connsiteY117" fmla="*/ 1333500 h 1371600"/>
                  <a:gd name="connsiteX118" fmla="*/ 1488281 w 1564481"/>
                  <a:gd name="connsiteY118" fmla="*/ 1338263 h 1371600"/>
                  <a:gd name="connsiteX119" fmla="*/ 1485900 w 1564481"/>
                  <a:gd name="connsiteY119" fmla="*/ 1314450 h 1371600"/>
                  <a:gd name="connsiteX120" fmla="*/ 1473994 w 1564481"/>
                  <a:gd name="connsiteY120" fmla="*/ 1290638 h 1371600"/>
                  <a:gd name="connsiteX121" fmla="*/ 1457325 w 1564481"/>
                  <a:gd name="connsiteY121" fmla="*/ 1264444 h 1371600"/>
                  <a:gd name="connsiteX122" fmla="*/ 1428750 w 1564481"/>
                  <a:gd name="connsiteY122" fmla="*/ 1257300 h 1371600"/>
                  <a:gd name="connsiteX123" fmla="*/ 1407319 w 1564481"/>
                  <a:gd name="connsiteY123" fmla="*/ 1264444 h 1371600"/>
                  <a:gd name="connsiteX124" fmla="*/ 1376363 w 1564481"/>
                  <a:gd name="connsiteY124" fmla="*/ 1276350 h 1371600"/>
                  <a:gd name="connsiteX125" fmla="*/ 1331119 w 1564481"/>
                  <a:gd name="connsiteY125" fmla="*/ 1262063 h 1371600"/>
                  <a:gd name="connsiteX126" fmla="*/ 1300163 w 1564481"/>
                  <a:gd name="connsiteY126" fmla="*/ 1269206 h 1371600"/>
                  <a:gd name="connsiteX127" fmla="*/ 1281113 w 1564481"/>
                  <a:gd name="connsiteY127" fmla="*/ 1285875 h 1371600"/>
                  <a:gd name="connsiteX128" fmla="*/ 1262063 w 1564481"/>
                  <a:gd name="connsiteY128" fmla="*/ 1276350 h 1371600"/>
                  <a:gd name="connsiteX129" fmla="*/ 1257300 w 1564481"/>
                  <a:gd name="connsiteY129" fmla="*/ 1254919 h 1371600"/>
                  <a:gd name="connsiteX130" fmla="*/ 1233488 w 1564481"/>
                  <a:gd name="connsiteY130" fmla="*/ 1245394 h 1371600"/>
                  <a:gd name="connsiteX131" fmla="*/ 1214438 w 1564481"/>
                  <a:gd name="connsiteY131" fmla="*/ 1219200 h 1371600"/>
                  <a:gd name="connsiteX132" fmla="*/ 1200150 w 1564481"/>
                  <a:gd name="connsiteY132" fmla="*/ 1204913 h 1371600"/>
                  <a:gd name="connsiteX133" fmla="*/ 1176338 w 1564481"/>
                  <a:gd name="connsiteY133" fmla="*/ 1212056 h 1371600"/>
                  <a:gd name="connsiteX134" fmla="*/ 1159669 w 1564481"/>
                  <a:gd name="connsiteY134" fmla="*/ 1238250 h 1371600"/>
                  <a:gd name="connsiteX135" fmla="*/ 1143000 w 1564481"/>
                  <a:gd name="connsiteY135" fmla="*/ 1243013 h 1371600"/>
                  <a:gd name="connsiteX136" fmla="*/ 1121569 w 1564481"/>
                  <a:gd name="connsiteY136" fmla="*/ 1273969 h 1371600"/>
                  <a:gd name="connsiteX137" fmla="*/ 1095375 w 1564481"/>
                  <a:gd name="connsiteY137" fmla="*/ 1245394 h 1371600"/>
                  <a:gd name="connsiteX138" fmla="*/ 1092994 w 1564481"/>
                  <a:gd name="connsiteY138" fmla="*/ 1221581 h 1371600"/>
                  <a:gd name="connsiteX139" fmla="*/ 1073944 w 1564481"/>
                  <a:gd name="connsiteY139" fmla="*/ 1197769 h 1371600"/>
                  <a:gd name="connsiteX140" fmla="*/ 1052513 w 1564481"/>
                  <a:gd name="connsiteY140" fmla="*/ 1154906 h 1371600"/>
                  <a:gd name="connsiteX141" fmla="*/ 1026319 w 1564481"/>
                  <a:gd name="connsiteY141" fmla="*/ 1143000 h 1371600"/>
                  <a:gd name="connsiteX142" fmla="*/ 992981 w 1564481"/>
                  <a:gd name="connsiteY142" fmla="*/ 1138238 h 1371600"/>
                  <a:gd name="connsiteX143" fmla="*/ 985838 w 1564481"/>
                  <a:gd name="connsiteY143" fmla="*/ 1121569 h 1371600"/>
                  <a:gd name="connsiteX144" fmla="*/ 990600 w 1564481"/>
                  <a:gd name="connsiteY144" fmla="*/ 1097756 h 1371600"/>
                  <a:gd name="connsiteX145" fmla="*/ 976313 w 1564481"/>
                  <a:gd name="connsiteY145" fmla="*/ 1081088 h 1371600"/>
                  <a:gd name="connsiteX146" fmla="*/ 981075 w 1564481"/>
                  <a:gd name="connsiteY146" fmla="*/ 1045369 h 1371600"/>
                  <a:gd name="connsiteX147" fmla="*/ 962025 w 1564481"/>
                  <a:gd name="connsiteY147" fmla="*/ 1033463 h 1371600"/>
                  <a:gd name="connsiteX148" fmla="*/ 933450 w 1564481"/>
                  <a:gd name="connsiteY148" fmla="*/ 1035844 h 1371600"/>
                  <a:gd name="connsiteX149" fmla="*/ 916781 w 1564481"/>
                  <a:gd name="connsiteY149" fmla="*/ 1042988 h 1371600"/>
                  <a:gd name="connsiteX150" fmla="*/ 897731 w 1564481"/>
                  <a:gd name="connsiteY150" fmla="*/ 1069181 h 1371600"/>
                  <a:gd name="connsiteX151" fmla="*/ 881063 w 1564481"/>
                  <a:gd name="connsiteY151" fmla="*/ 1097756 h 1371600"/>
                  <a:gd name="connsiteX152" fmla="*/ 888206 w 1564481"/>
                  <a:gd name="connsiteY152" fmla="*/ 1123950 h 1371600"/>
                  <a:gd name="connsiteX153" fmla="*/ 869156 w 1564481"/>
                  <a:gd name="connsiteY153" fmla="*/ 1150144 h 1371600"/>
                  <a:gd name="connsiteX154" fmla="*/ 883444 w 1564481"/>
                  <a:gd name="connsiteY154" fmla="*/ 1171575 h 1371600"/>
                  <a:gd name="connsiteX155" fmla="*/ 878681 w 1564481"/>
                  <a:gd name="connsiteY155" fmla="*/ 1190625 h 1371600"/>
                  <a:gd name="connsiteX156" fmla="*/ 840581 w 1564481"/>
                  <a:gd name="connsiteY156" fmla="*/ 1193006 h 1371600"/>
                  <a:gd name="connsiteX157" fmla="*/ 821531 w 1564481"/>
                  <a:gd name="connsiteY157" fmla="*/ 1214438 h 1371600"/>
                  <a:gd name="connsiteX158" fmla="*/ 800100 w 1564481"/>
                  <a:gd name="connsiteY158" fmla="*/ 1216819 h 1371600"/>
                  <a:gd name="connsiteX159" fmla="*/ 781050 w 1564481"/>
                  <a:gd name="connsiteY159" fmla="*/ 1235869 h 1371600"/>
                  <a:gd name="connsiteX160" fmla="*/ 754856 w 1564481"/>
                  <a:gd name="connsiteY160" fmla="*/ 1245394 h 1371600"/>
                  <a:gd name="connsiteX161" fmla="*/ 733425 w 1564481"/>
                  <a:gd name="connsiteY161" fmla="*/ 1238250 h 1371600"/>
                  <a:gd name="connsiteX162" fmla="*/ 709613 w 1564481"/>
                  <a:gd name="connsiteY162" fmla="*/ 1252538 h 1371600"/>
                  <a:gd name="connsiteX163" fmla="*/ 714375 w 1564481"/>
                  <a:gd name="connsiteY163" fmla="*/ 1285875 h 1371600"/>
                  <a:gd name="connsiteX164" fmla="*/ 690563 w 1564481"/>
                  <a:gd name="connsiteY164" fmla="*/ 1302544 h 1371600"/>
                  <a:gd name="connsiteX165" fmla="*/ 673894 w 1564481"/>
                  <a:gd name="connsiteY165" fmla="*/ 1338263 h 1371600"/>
                  <a:gd name="connsiteX166" fmla="*/ 631031 w 1564481"/>
                  <a:gd name="connsiteY166" fmla="*/ 1371600 h 1371600"/>
                  <a:gd name="connsiteX167" fmla="*/ 604838 w 1564481"/>
                  <a:gd name="connsiteY167" fmla="*/ 1354931 h 1371600"/>
                  <a:gd name="connsiteX168" fmla="*/ 581025 w 1564481"/>
                  <a:gd name="connsiteY168" fmla="*/ 1366838 h 1371600"/>
                  <a:gd name="connsiteX169" fmla="*/ 554831 w 1564481"/>
                  <a:gd name="connsiteY169" fmla="*/ 1354931 h 1371600"/>
                  <a:gd name="connsiteX170" fmla="*/ 523875 w 1564481"/>
                  <a:gd name="connsiteY170" fmla="*/ 1345406 h 1371600"/>
                  <a:gd name="connsiteX171" fmla="*/ 495300 w 1564481"/>
                  <a:gd name="connsiteY171" fmla="*/ 1338263 h 1371600"/>
                  <a:gd name="connsiteX172" fmla="*/ 461963 w 1564481"/>
                  <a:gd name="connsiteY172" fmla="*/ 1359694 h 1371600"/>
                  <a:gd name="connsiteX173" fmla="*/ 452438 w 1564481"/>
                  <a:gd name="connsiteY173" fmla="*/ 1352550 h 1371600"/>
                  <a:gd name="connsiteX174" fmla="*/ 438150 w 1564481"/>
                  <a:gd name="connsiteY174" fmla="*/ 1338263 h 1371600"/>
                  <a:gd name="connsiteX175" fmla="*/ 407194 w 1564481"/>
                  <a:gd name="connsiteY175" fmla="*/ 1350169 h 1371600"/>
                  <a:gd name="connsiteX176" fmla="*/ 397669 w 1564481"/>
                  <a:gd name="connsiteY176" fmla="*/ 1333500 h 1371600"/>
                  <a:gd name="connsiteX177" fmla="*/ 378619 w 1564481"/>
                  <a:gd name="connsiteY177" fmla="*/ 1271588 h 1371600"/>
                  <a:gd name="connsiteX178" fmla="*/ 359569 w 1564481"/>
                  <a:gd name="connsiteY178" fmla="*/ 1228725 h 1371600"/>
                  <a:gd name="connsiteX179" fmla="*/ 352425 w 1564481"/>
                  <a:gd name="connsiteY179" fmla="*/ 1207294 h 1371600"/>
                  <a:gd name="connsiteX180" fmla="*/ 369094 w 1564481"/>
                  <a:gd name="connsiteY180" fmla="*/ 1190625 h 1371600"/>
                  <a:gd name="connsiteX181" fmla="*/ 390525 w 1564481"/>
                  <a:gd name="connsiteY181" fmla="*/ 1190625 h 1371600"/>
                  <a:gd name="connsiteX182" fmla="*/ 404813 w 1564481"/>
                  <a:gd name="connsiteY182" fmla="*/ 1154906 h 1371600"/>
                  <a:gd name="connsiteX183" fmla="*/ 402431 w 1564481"/>
                  <a:gd name="connsiteY183" fmla="*/ 1133475 h 1371600"/>
                  <a:gd name="connsiteX184" fmla="*/ 402431 w 1564481"/>
                  <a:gd name="connsiteY184" fmla="*/ 1114425 h 1371600"/>
                  <a:gd name="connsiteX185" fmla="*/ 428625 w 1564481"/>
                  <a:gd name="connsiteY185" fmla="*/ 1102519 h 1371600"/>
                  <a:gd name="connsiteX186" fmla="*/ 440531 w 1564481"/>
                  <a:gd name="connsiteY186" fmla="*/ 1071563 h 1371600"/>
                  <a:gd name="connsiteX187" fmla="*/ 438150 w 1564481"/>
                  <a:gd name="connsiteY187" fmla="*/ 1050131 h 1371600"/>
                  <a:gd name="connsiteX188" fmla="*/ 428625 w 1564481"/>
                  <a:gd name="connsiteY188" fmla="*/ 1028700 h 1371600"/>
                  <a:gd name="connsiteX189" fmla="*/ 447675 w 1564481"/>
                  <a:gd name="connsiteY189" fmla="*/ 1002506 h 1371600"/>
                  <a:gd name="connsiteX190" fmla="*/ 457200 w 1564481"/>
                  <a:gd name="connsiteY190" fmla="*/ 997744 h 1371600"/>
                  <a:gd name="connsiteX191" fmla="*/ 490538 w 1564481"/>
                  <a:gd name="connsiteY191" fmla="*/ 995363 h 1371600"/>
                  <a:gd name="connsiteX192" fmla="*/ 514350 w 1564481"/>
                  <a:gd name="connsiteY192" fmla="*/ 981075 h 1371600"/>
                  <a:gd name="connsiteX193" fmla="*/ 526256 w 1564481"/>
                  <a:gd name="connsiteY193" fmla="*/ 964406 h 1371600"/>
                  <a:gd name="connsiteX194" fmla="*/ 554831 w 1564481"/>
                  <a:gd name="connsiteY194" fmla="*/ 942975 h 1371600"/>
                  <a:gd name="connsiteX195" fmla="*/ 557213 w 1564481"/>
                  <a:gd name="connsiteY195" fmla="*/ 921544 h 1371600"/>
                  <a:gd name="connsiteX196" fmla="*/ 557213 w 1564481"/>
                  <a:gd name="connsiteY196" fmla="*/ 883444 h 1371600"/>
                  <a:gd name="connsiteX197" fmla="*/ 554831 w 1564481"/>
                  <a:gd name="connsiteY197" fmla="*/ 854869 h 1371600"/>
                  <a:gd name="connsiteX198" fmla="*/ 528638 w 1564481"/>
                  <a:gd name="connsiteY198" fmla="*/ 831056 h 1371600"/>
                  <a:gd name="connsiteX199" fmla="*/ 542925 w 1564481"/>
                  <a:gd name="connsiteY199" fmla="*/ 807244 h 1371600"/>
                  <a:gd name="connsiteX200" fmla="*/ 538163 w 1564481"/>
                  <a:gd name="connsiteY200" fmla="*/ 778669 h 1371600"/>
                  <a:gd name="connsiteX201" fmla="*/ 521494 w 1564481"/>
                  <a:gd name="connsiteY201" fmla="*/ 757238 h 1371600"/>
                  <a:gd name="connsiteX202" fmla="*/ 516731 w 1564481"/>
                  <a:gd name="connsiteY202" fmla="*/ 731044 h 1371600"/>
                  <a:gd name="connsiteX203" fmla="*/ 517420 w 1564481"/>
                  <a:gd name="connsiteY203" fmla="*/ 730183 h 1371600"/>
                  <a:gd name="connsiteX204" fmla="*/ 488156 w 1564481"/>
                  <a:gd name="connsiteY204" fmla="*/ 726281 h 1371600"/>
                  <a:gd name="connsiteX205" fmla="*/ 447675 w 1564481"/>
                  <a:gd name="connsiteY205" fmla="*/ 750094 h 1371600"/>
                  <a:gd name="connsiteX206" fmla="*/ 423863 w 1564481"/>
                  <a:gd name="connsiteY206" fmla="*/ 723900 h 1371600"/>
                  <a:gd name="connsiteX207" fmla="*/ 361950 w 1564481"/>
                  <a:gd name="connsiteY207" fmla="*/ 726281 h 1371600"/>
                  <a:gd name="connsiteX208" fmla="*/ 300038 w 1564481"/>
                  <a:gd name="connsiteY208" fmla="*/ 721519 h 1371600"/>
                  <a:gd name="connsiteX209" fmla="*/ 261938 w 1564481"/>
                  <a:gd name="connsiteY209" fmla="*/ 742950 h 1371600"/>
                  <a:gd name="connsiteX210" fmla="*/ 221456 w 1564481"/>
                  <a:gd name="connsiteY210" fmla="*/ 707231 h 1371600"/>
                  <a:gd name="connsiteX211" fmla="*/ 219075 w 1564481"/>
                  <a:gd name="connsiteY211" fmla="*/ 681038 h 1371600"/>
                  <a:gd name="connsiteX212" fmla="*/ 197644 w 1564481"/>
                  <a:gd name="connsiteY212" fmla="*/ 685800 h 1371600"/>
                  <a:gd name="connsiteX213" fmla="*/ 183356 w 1564481"/>
                  <a:gd name="connsiteY213" fmla="*/ 642938 h 1371600"/>
                  <a:gd name="connsiteX214" fmla="*/ 190500 w 1564481"/>
                  <a:gd name="connsiteY214" fmla="*/ 616744 h 1371600"/>
                  <a:gd name="connsiteX215" fmla="*/ 230981 w 1564481"/>
                  <a:gd name="connsiteY215" fmla="*/ 614363 h 1371600"/>
                  <a:gd name="connsiteX216" fmla="*/ 245269 w 1564481"/>
                  <a:gd name="connsiteY216" fmla="*/ 590550 h 1371600"/>
                  <a:gd name="connsiteX217" fmla="*/ 257175 w 1564481"/>
                  <a:gd name="connsiteY217" fmla="*/ 535781 h 1371600"/>
                  <a:gd name="connsiteX218" fmla="*/ 264319 w 1564481"/>
                  <a:gd name="connsiteY218" fmla="*/ 507206 h 1371600"/>
                  <a:gd name="connsiteX219" fmla="*/ 247650 w 1564481"/>
                  <a:gd name="connsiteY219" fmla="*/ 476250 h 1371600"/>
                  <a:gd name="connsiteX220" fmla="*/ 226219 w 1564481"/>
                  <a:gd name="connsiteY220" fmla="*/ 495300 h 1371600"/>
                  <a:gd name="connsiteX221" fmla="*/ 195263 w 1564481"/>
                  <a:gd name="connsiteY221" fmla="*/ 495300 h 1371600"/>
                  <a:gd name="connsiteX222" fmla="*/ 183356 w 1564481"/>
                  <a:gd name="connsiteY222" fmla="*/ 471488 h 1371600"/>
                  <a:gd name="connsiteX223" fmla="*/ 211931 w 1564481"/>
                  <a:gd name="connsiteY223" fmla="*/ 438150 h 1371600"/>
                  <a:gd name="connsiteX224" fmla="*/ 252413 w 1564481"/>
                  <a:gd name="connsiteY224" fmla="*/ 426244 h 1371600"/>
                  <a:gd name="connsiteX225" fmla="*/ 269081 w 1564481"/>
                  <a:gd name="connsiteY225" fmla="*/ 400050 h 1371600"/>
                  <a:gd name="connsiteX226" fmla="*/ 271463 w 1564481"/>
                  <a:gd name="connsiteY226" fmla="*/ 361950 h 1371600"/>
                  <a:gd name="connsiteX227" fmla="*/ 274908 w 1564481"/>
                  <a:gd name="connsiteY227" fmla="*/ 346791 h 1371600"/>
                  <a:gd name="connsiteX228" fmla="*/ 250031 w 1564481"/>
                  <a:gd name="connsiteY228" fmla="*/ 338138 h 1371600"/>
                  <a:gd name="connsiteX229" fmla="*/ 219075 w 1564481"/>
                  <a:gd name="connsiteY229" fmla="*/ 354806 h 1371600"/>
                  <a:gd name="connsiteX230" fmla="*/ 190500 w 1564481"/>
                  <a:gd name="connsiteY230" fmla="*/ 338138 h 1371600"/>
                  <a:gd name="connsiteX231" fmla="*/ 169069 w 1564481"/>
                  <a:gd name="connsiteY231" fmla="*/ 369094 h 1371600"/>
                  <a:gd name="connsiteX232" fmla="*/ 152400 w 1564481"/>
                  <a:gd name="connsiteY232" fmla="*/ 359569 h 1371600"/>
                  <a:gd name="connsiteX233" fmla="*/ 154781 w 1564481"/>
                  <a:gd name="connsiteY233" fmla="*/ 330994 h 1371600"/>
                  <a:gd name="connsiteX234" fmla="*/ 171450 w 1564481"/>
                  <a:gd name="connsiteY234" fmla="*/ 300038 h 1371600"/>
                  <a:gd name="connsiteX235" fmla="*/ 154781 w 1564481"/>
                  <a:gd name="connsiteY235" fmla="*/ 266700 h 1371600"/>
                  <a:gd name="connsiteX236" fmla="*/ 135731 w 1564481"/>
                  <a:gd name="connsiteY236" fmla="*/ 245269 h 1371600"/>
                  <a:gd name="connsiteX237" fmla="*/ 109538 w 1564481"/>
                  <a:gd name="connsiteY237" fmla="*/ 250031 h 1371600"/>
                  <a:gd name="connsiteX238" fmla="*/ 78581 w 1564481"/>
                  <a:gd name="connsiteY238" fmla="*/ 230981 h 1371600"/>
                  <a:gd name="connsiteX239" fmla="*/ 69056 w 1564481"/>
                  <a:gd name="connsiteY239" fmla="*/ 197644 h 1371600"/>
                  <a:gd name="connsiteX240" fmla="*/ 52388 w 1564481"/>
                  <a:gd name="connsiteY240" fmla="*/ 169069 h 1371600"/>
                  <a:gd name="connsiteX241" fmla="*/ 52388 w 1564481"/>
                  <a:gd name="connsiteY241" fmla="*/ 150019 h 1371600"/>
                  <a:gd name="connsiteX242" fmla="*/ 54769 w 1564481"/>
                  <a:gd name="connsiteY242" fmla="*/ 128588 h 1371600"/>
                  <a:gd name="connsiteX243" fmla="*/ 50006 w 1564481"/>
                  <a:gd name="connsiteY243" fmla="*/ 107156 h 1371600"/>
                  <a:gd name="connsiteX244" fmla="*/ 14288 w 1564481"/>
                  <a:gd name="connsiteY244" fmla="*/ 90488 h 1371600"/>
                  <a:gd name="connsiteX245" fmla="*/ 0 w 1564481"/>
                  <a:gd name="connsiteY245" fmla="*/ 85725 h 1371600"/>
                  <a:gd name="connsiteX246" fmla="*/ 0 w 1564481"/>
                  <a:gd name="connsiteY246" fmla="*/ 64294 h 1371600"/>
                  <a:gd name="connsiteX247" fmla="*/ 26194 w 1564481"/>
                  <a:gd name="connsiteY247" fmla="*/ 38100 h 1371600"/>
                  <a:gd name="connsiteX248" fmla="*/ 35719 w 1564481"/>
                  <a:gd name="connsiteY248" fmla="*/ 952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564481" h="1371600">
                    <a:moveTo>
                      <a:pt x="35719" y="0"/>
                    </a:moveTo>
                    <a:lnTo>
                      <a:pt x="80963" y="14288"/>
                    </a:lnTo>
                    <a:lnTo>
                      <a:pt x="109538" y="38100"/>
                    </a:lnTo>
                    <a:lnTo>
                      <a:pt x="114300" y="61913"/>
                    </a:lnTo>
                    <a:lnTo>
                      <a:pt x="135731" y="64294"/>
                    </a:lnTo>
                    <a:lnTo>
                      <a:pt x="152400" y="57150"/>
                    </a:lnTo>
                    <a:lnTo>
                      <a:pt x="188119" y="76200"/>
                    </a:lnTo>
                    <a:lnTo>
                      <a:pt x="204788" y="109538"/>
                    </a:lnTo>
                    <a:lnTo>
                      <a:pt x="233363" y="111919"/>
                    </a:lnTo>
                    <a:lnTo>
                      <a:pt x="247650" y="109538"/>
                    </a:lnTo>
                    <a:lnTo>
                      <a:pt x="290513" y="138113"/>
                    </a:lnTo>
                    <a:lnTo>
                      <a:pt x="311944" y="157163"/>
                    </a:lnTo>
                    <a:lnTo>
                      <a:pt x="345281" y="188119"/>
                    </a:lnTo>
                    <a:lnTo>
                      <a:pt x="392906" y="183356"/>
                    </a:lnTo>
                    <a:lnTo>
                      <a:pt x="428625" y="166688"/>
                    </a:lnTo>
                    <a:lnTo>
                      <a:pt x="454819" y="166688"/>
                    </a:lnTo>
                    <a:lnTo>
                      <a:pt x="477494" y="173903"/>
                    </a:lnTo>
                    <a:lnTo>
                      <a:pt x="533400" y="152401"/>
                    </a:lnTo>
                    <a:lnTo>
                      <a:pt x="547688" y="135732"/>
                    </a:lnTo>
                    <a:lnTo>
                      <a:pt x="583406" y="140494"/>
                    </a:lnTo>
                    <a:lnTo>
                      <a:pt x="614363" y="135732"/>
                    </a:lnTo>
                    <a:lnTo>
                      <a:pt x="640556" y="133350"/>
                    </a:lnTo>
                    <a:lnTo>
                      <a:pt x="659606" y="123825"/>
                    </a:lnTo>
                    <a:lnTo>
                      <a:pt x="676275" y="140494"/>
                    </a:lnTo>
                    <a:lnTo>
                      <a:pt x="666750" y="159544"/>
                    </a:lnTo>
                    <a:lnTo>
                      <a:pt x="671513" y="188119"/>
                    </a:lnTo>
                    <a:lnTo>
                      <a:pt x="692944" y="211931"/>
                    </a:lnTo>
                    <a:lnTo>
                      <a:pt x="726281" y="200025"/>
                    </a:lnTo>
                    <a:lnTo>
                      <a:pt x="757238" y="161925"/>
                    </a:lnTo>
                    <a:lnTo>
                      <a:pt x="781050" y="128588"/>
                    </a:lnTo>
                    <a:lnTo>
                      <a:pt x="790575" y="109538"/>
                    </a:lnTo>
                    <a:lnTo>
                      <a:pt x="771525" y="83344"/>
                    </a:lnTo>
                    <a:lnTo>
                      <a:pt x="800100" y="78581"/>
                    </a:lnTo>
                    <a:lnTo>
                      <a:pt x="816769" y="64294"/>
                    </a:lnTo>
                    <a:lnTo>
                      <a:pt x="840581" y="90488"/>
                    </a:lnTo>
                    <a:lnTo>
                      <a:pt x="864394" y="85725"/>
                    </a:lnTo>
                    <a:lnTo>
                      <a:pt x="883444" y="85725"/>
                    </a:lnTo>
                    <a:lnTo>
                      <a:pt x="912019" y="109538"/>
                    </a:lnTo>
                    <a:lnTo>
                      <a:pt x="931069" y="114300"/>
                    </a:lnTo>
                    <a:lnTo>
                      <a:pt x="935831" y="140494"/>
                    </a:lnTo>
                    <a:lnTo>
                      <a:pt x="966788" y="152400"/>
                    </a:lnTo>
                    <a:lnTo>
                      <a:pt x="1004888" y="128588"/>
                    </a:lnTo>
                    <a:lnTo>
                      <a:pt x="1012031" y="133350"/>
                    </a:lnTo>
                    <a:lnTo>
                      <a:pt x="1019175" y="159544"/>
                    </a:lnTo>
                    <a:lnTo>
                      <a:pt x="997744" y="190500"/>
                    </a:lnTo>
                    <a:lnTo>
                      <a:pt x="1002506" y="204788"/>
                    </a:lnTo>
                    <a:lnTo>
                      <a:pt x="1012031" y="221456"/>
                    </a:lnTo>
                    <a:lnTo>
                      <a:pt x="1014413" y="273844"/>
                    </a:lnTo>
                    <a:lnTo>
                      <a:pt x="997744" y="302419"/>
                    </a:lnTo>
                    <a:lnTo>
                      <a:pt x="1000125" y="330994"/>
                    </a:lnTo>
                    <a:lnTo>
                      <a:pt x="1002506" y="359569"/>
                    </a:lnTo>
                    <a:lnTo>
                      <a:pt x="1000125" y="385763"/>
                    </a:lnTo>
                    <a:lnTo>
                      <a:pt x="992981" y="407194"/>
                    </a:lnTo>
                    <a:lnTo>
                      <a:pt x="1004888" y="431006"/>
                    </a:lnTo>
                    <a:lnTo>
                      <a:pt x="988219" y="459581"/>
                    </a:lnTo>
                    <a:lnTo>
                      <a:pt x="988219" y="481013"/>
                    </a:lnTo>
                    <a:lnTo>
                      <a:pt x="1023938" y="500063"/>
                    </a:lnTo>
                    <a:lnTo>
                      <a:pt x="1057275" y="492919"/>
                    </a:lnTo>
                    <a:lnTo>
                      <a:pt x="1066800" y="514350"/>
                    </a:lnTo>
                    <a:lnTo>
                      <a:pt x="1081088" y="514350"/>
                    </a:lnTo>
                    <a:lnTo>
                      <a:pt x="1095375" y="507206"/>
                    </a:lnTo>
                    <a:lnTo>
                      <a:pt x="1104900" y="488156"/>
                    </a:lnTo>
                    <a:lnTo>
                      <a:pt x="1128713" y="476250"/>
                    </a:lnTo>
                    <a:lnTo>
                      <a:pt x="1157288" y="473869"/>
                    </a:lnTo>
                    <a:lnTo>
                      <a:pt x="1171575" y="473869"/>
                    </a:lnTo>
                    <a:lnTo>
                      <a:pt x="1193006" y="485775"/>
                    </a:lnTo>
                    <a:lnTo>
                      <a:pt x="1212056" y="495300"/>
                    </a:lnTo>
                    <a:lnTo>
                      <a:pt x="1223962" y="509588"/>
                    </a:lnTo>
                    <a:lnTo>
                      <a:pt x="1228725" y="519113"/>
                    </a:lnTo>
                    <a:lnTo>
                      <a:pt x="1216819" y="531019"/>
                    </a:lnTo>
                    <a:lnTo>
                      <a:pt x="1209675" y="550069"/>
                    </a:lnTo>
                    <a:lnTo>
                      <a:pt x="1209675" y="566738"/>
                    </a:lnTo>
                    <a:lnTo>
                      <a:pt x="1193006" y="607219"/>
                    </a:lnTo>
                    <a:lnTo>
                      <a:pt x="1200150" y="631031"/>
                    </a:lnTo>
                    <a:lnTo>
                      <a:pt x="1209675" y="661988"/>
                    </a:lnTo>
                    <a:lnTo>
                      <a:pt x="1207294" y="685800"/>
                    </a:lnTo>
                    <a:lnTo>
                      <a:pt x="1188244" y="714375"/>
                    </a:lnTo>
                    <a:lnTo>
                      <a:pt x="1195388" y="745331"/>
                    </a:lnTo>
                    <a:lnTo>
                      <a:pt x="1216819" y="750094"/>
                    </a:lnTo>
                    <a:lnTo>
                      <a:pt x="1238250" y="792956"/>
                    </a:lnTo>
                    <a:lnTo>
                      <a:pt x="1264444" y="812006"/>
                    </a:lnTo>
                    <a:lnTo>
                      <a:pt x="1309688" y="833438"/>
                    </a:lnTo>
                    <a:lnTo>
                      <a:pt x="1335881" y="838200"/>
                    </a:lnTo>
                    <a:lnTo>
                      <a:pt x="1347788" y="823913"/>
                    </a:lnTo>
                    <a:lnTo>
                      <a:pt x="1354931" y="819150"/>
                    </a:lnTo>
                    <a:lnTo>
                      <a:pt x="1378744" y="847725"/>
                    </a:lnTo>
                    <a:lnTo>
                      <a:pt x="1366838" y="871538"/>
                    </a:lnTo>
                    <a:lnTo>
                      <a:pt x="1359695" y="897731"/>
                    </a:lnTo>
                    <a:lnTo>
                      <a:pt x="1378744" y="919163"/>
                    </a:lnTo>
                    <a:lnTo>
                      <a:pt x="1450181" y="933450"/>
                    </a:lnTo>
                    <a:lnTo>
                      <a:pt x="1485900" y="935831"/>
                    </a:lnTo>
                    <a:lnTo>
                      <a:pt x="1512094" y="921544"/>
                    </a:lnTo>
                    <a:lnTo>
                      <a:pt x="1519238" y="928688"/>
                    </a:lnTo>
                    <a:lnTo>
                      <a:pt x="1512094" y="978694"/>
                    </a:lnTo>
                    <a:lnTo>
                      <a:pt x="1507331" y="1002506"/>
                    </a:lnTo>
                    <a:cubicBezTo>
                      <a:pt x="1508125" y="1009650"/>
                      <a:pt x="1508531" y="1016848"/>
                      <a:pt x="1509713" y="1023938"/>
                    </a:cubicBezTo>
                    <a:cubicBezTo>
                      <a:pt x="1510448" y="1028350"/>
                      <a:pt x="1512533" y="1031958"/>
                      <a:pt x="1514475" y="1035844"/>
                    </a:cubicBezTo>
                    <a:lnTo>
                      <a:pt x="1507343" y="1033591"/>
                    </a:lnTo>
                    <a:lnTo>
                      <a:pt x="1509713" y="1059656"/>
                    </a:lnTo>
                    <a:lnTo>
                      <a:pt x="1533525" y="1069181"/>
                    </a:lnTo>
                    <a:lnTo>
                      <a:pt x="1550194" y="1069181"/>
                    </a:lnTo>
                    <a:lnTo>
                      <a:pt x="1562100" y="1076325"/>
                    </a:lnTo>
                    <a:lnTo>
                      <a:pt x="1564481" y="1095375"/>
                    </a:lnTo>
                    <a:lnTo>
                      <a:pt x="1562100" y="1123950"/>
                    </a:lnTo>
                    <a:lnTo>
                      <a:pt x="1554956" y="1147763"/>
                    </a:lnTo>
                    <a:lnTo>
                      <a:pt x="1550194" y="1176338"/>
                    </a:lnTo>
                    <a:lnTo>
                      <a:pt x="1526381" y="1188244"/>
                    </a:lnTo>
                    <a:lnTo>
                      <a:pt x="1507331" y="1214438"/>
                    </a:lnTo>
                    <a:lnTo>
                      <a:pt x="1519238" y="1247775"/>
                    </a:lnTo>
                    <a:lnTo>
                      <a:pt x="1545431" y="1247775"/>
                    </a:lnTo>
                    <a:lnTo>
                      <a:pt x="1564481" y="1254919"/>
                    </a:lnTo>
                    <a:lnTo>
                      <a:pt x="1554956" y="1269206"/>
                    </a:lnTo>
                    <a:lnTo>
                      <a:pt x="1543050" y="1283494"/>
                    </a:lnTo>
                    <a:lnTo>
                      <a:pt x="1554956" y="1309688"/>
                    </a:lnTo>
                    <a:lnTo>
                      <a:pt x="1528763" y="1312069"/>
                    </a:lnTo>
                    <a:lnTo>
                      <a:pt x="1533525" y="1340644"/>
                    </a:lnTo>
                    <a:lnTo>
                      <a:pt x="1526381" y="1350169"/>
                    </a:lnTo>
                    <a:lnTo>
                      <a:pt x="1504950" y="1333500"/>
                    </a:lnTo>
                    <a:lnTo>
                      <a:pt x="1488281" y="1338263"/>
                    </a:lnTo>
                    <a:lnTo>
                      <a:pt x="1485900" y="1314450"/>
                    </a:lnTo>
                    <a:lnTo>
                      <a:pt x="1473994" y="1290638"/>
                    </a:lnTo>
                    <a:lnTo>
                      <a:pt x="1457325" y="1264444"/>
                    </a:lnTo>
                    <a:lnTo>
                      <a:pt x="1428750" y="1257300"/>
                    </a:lnTo>
                    <a:lnTo>
                      <a:pt x="1407319" y="1264444"/>
                    </a:lnTo>
                    <a:lnTo>
                      <a:pt x="1376363" y="1276350"/>
                    </a:lnTo>
                    <a:lnTo>
                      <a:pt x="1331119" y="1262063"/>
                    </a:lnTo>
                    <a:lnTo>
                      <a:pt x="1300163" y="1269206"/>
                    </a:lnTo>
                    <a:lnTo>
                      <a:pt x="1281113" y="1285875"/>
                    </a:lnTo>
                    <a:lnTo>
                      <a:pt x="1262063" y="1276350"/>
                    </a:lnTo>
                    <a:lnTo>
                      <a:pt x="1257300" y="1254919"/>
                    </a:lnTo>
                    <a:lnTo>
                      <a:pt x="1233488" y="1245394"/>
                    </a:lnTo>
                    <a:lnTo>
                      <a:pt x="1214438" y="1219200"/>
                    </a:lnTo>
                    <a:lnTo>
                      <a:pt x="1200150" y="1204913"/>
                    </a:lnTo>
                    <a:lnTo>
                      <a:pt x="1176338" y="1212056"/>
                    </a:lnTo>
                    <a:lnTo>
                      <a:pt x="1159669" y="1238250"/>
                    </a:lnTo>
                    <a:lnTo>
                      <a:pt x="1143000" y="1243013"/>
                    </a:lnTo>
                    <a:lnTo>
                      <a:pt x="1121569" y="1273969"/>
                    </a:lnTo>
                    <a:lnTo>
                      <a:pt x="1095375" y="1245394"/>
                    </a:lnTo>
                    <a:lnTo>
                      <a:pt x="1092994" y="1221581"/>
                    </a:lnTo>
                    <a:lnTo>
                      <a:pt x="1073944" y="1197769"/>
                    </a:lnTo>
                    <a:lnTo>
                      <a:pt x="1052513" y="1154906"/>
                    </a:lnTo>
                    <a:lnTo>
                      <a:pt x="1026319" y="1143000"/>
                    </a:lnTo>
                    <a:lnTo>
                      <a:pt x="992981" y="1138238"/>
                    </a:lnTo>
                    <a:lnTo>
                      <a:pt x="985838" y="1121569"/>
                    </a:lnTo>
                    <a:lnTo>
                      <a:pt x="990600" y="1097756"/>
                    </a:lnTo>
                    <a:lnTo>
                      <a:pt x="976313" y="1081088"/>
                    </a:lnTo>
                    <a:lnTo>
                      <a:pt x="981075" y="1045369"/>
                    </a:lnTo>
                    <a:lnTo>
                      <a:pt x="962025" y="1033463"/>
                    </a:lnTo>
                    <a:lnTo>
                      <a:pt x="933450" y="1035844"/>
                    </a:lnTo>
                    <a:lnTo>
                      <a:pt x="916781" y="1042988"/>
                    </a:lnTo>
                    <a:lnTo>
                      <a:pt x="897731" y="1069181"/>
                    </a:lnTo>
                    <a:lnTo>
                      <a:pt x="881063" y="1097756"/>
                    </a:lnTo>
                    <a:lnTo>
                      <a:pt x="888206" y="1123950"/>
                    </a:lnTo>
                    <a:lnTo>
                      <a:pt x="869156" y="1150144"/>
                    </a:lnTo>
                    <a:lnTo>
                      <a:pt x="883444" y="1171575"/>
                    </a:lnTo>
                    <a:lnTo>
                      <a:pt x="878681" y="1190625"/>
                    </a:lnTo>
                    <a:lnTo>
                      <a:pt x="840581" y="1193006"/>
                    </a:lnTo>
                    <a:lnTo>
                      <a:pt x="821531" y="1214438"/>
                    </a:lnTo>
                    <a:lnTo>
                      <a:pt x="800100" y="1216819"/>
                    </a:lnTo>
                    <a:lnTo>
                      <a:pt x="781050" y="1235869"/>
                    </a:lnTo>
                    <a:lnTo>
                      <a:pt x="754856" y="1245394"/>
                    </a:lnTo>
                    <a:lnTo>
                      <a:pt x="733425" y="1238250"/>
                    </a:lnTo>
                    <a:lnTo>
                      <a:pt x="709613" y="1252538"/>
                    </a:lnTo>
                    <a:lnTo>
                      <a:pt x="714375" y="1285875"/>
                    </a:lnTo>
                    <a:lnTo>
                      <a:pt x="690563" y="1302544"/>
                    </a:lnTo>
                    <a:lnTo>
                      <a:pt x="673894" y="1338263"/>
                    </a:lnTo>
                    <a:lnTo>
                      <a:pt x="631031" y="1371600"/>
                    </a:lnTo>
                    <a:lnTo>
                      <a:pt x="604838" y="1354931"/>
                    </a:lnTo>
                    <a:lnTo>
                      <a:pt x="581025" y="1366838"/>
                    </a:lnTo>
                    <a:lnTo>
                      <a:pt x="554831" y="1354931"/>
                    </a:lnTo>
                    <a:lnTo>
                      <a:pt x="523875" y="1345406"/>
                    </a:lnTo>
                    <a:lnTo>
                      <a:pt x="495300" y="1338263"/>
                    </a:lnTo>
                    <a:lnTo>
                      <a:pt x="461963" y="1359694"/>
                    </a:lnTo>
                    <a:lnTo>
                      <a:pt x="452438" y="1352550"/>
                    </a:lnTo>
                    <a:lnTo>
                      <a:pt x="438150" y="1338263"/>
                    </a:lnTo>
                    <a:lnTo>
                      <a:pt x="407194" y="1350169"/>
                    </a:lnTo>
                    <a:lnTo>
                      <a:pt x="397669" y="1333500"/>
                    </a:lnTo>
                    <a:lnTo>
                      <a:pt x="378619" y="1271588"/>
                    </a:lnTo>
                    <a:lnTo>
                      <a:pt x="359569" y="1228725"/>
                    </a:lnTo>
                    <a:lnTo>
                      <a:pt x="352425" y="1207294"/>
                    </a:lnTo>
                    <a:lnTo>
                      <a:pt x="369094" y="1190625"/>
                    </a:lnTo>
                    <a:lnTo>
                      <a:pt x="390525" y="1190625"/>
                    </a:lnTo>
                    <a:lnTo>
                      <a:pt x="404813" y="1154906"/>
                    </a:lnTo>
                    <a:lnTo>
                      <a:pt x="402431" y="1133475"/>
                    </a:lnTo>
                    <a:lnTo>
                      <a:pt x="402431" y="1114425"/>
                    </a:lnTo>
                    <a:lnTo>
                      <a:pt x="428625" y="1102519"/>
                    </a:lnTo>
                    <a:lnTo>
                      <a:pt x="440531" y="1071563"/>
                    </a:lnTo>
                    <a:lnTo>
                      <a:pt x="438150" y="1050131"/>
                    </a:lnTo>
                    <a:lnTo>
                      <a:pt x="428625" y="1028700"/>
                    </a:lnTo>
                    <a:lnTo>
                      <a:pt x="447675" y="1002506"/>
                    </a:lnTo>
                    <a:lnTo>
                      <a:pt x="457200" y="997744"/>
                    </a:lnTo>
                    <a:lnTo>
                      <a:pt x="490538" y="995363"/>
                    </a:lnTo>
                    <a:lnTo>
                      <a:pt x="514350" y="981075"/>
                    </a:lnTo>
                    <a:lnTo>
                      <a:pt x="526256" y="964406"/>
                    </a:lnTo>
                    <a:lnTo>
                      <a:pt x="554831" y="942975"/>
                    </a:lnTo>
                    <a:lnTo>
                      <a:pt x="557213" y="921544"/>
                    </a:lnTo>
                    <a:lnTo>
                      <a:pt x="557213" y="883444"/>
                    </a:lnTo>
                    <a:lnTo>
                      <a:pt x="554831" y="854869"/>
                    </a:lnTo>
                    <a:lnTo>
                      <a:pt x="528638" y="831056"/>
                    </a:lnTo>
                    <a:lnTo>
                      <a:pt x="542925" y="807244"/>
                    </a:lnTo>
                    <a:lnTo>
                      <a:pt x="538163" y="778669"/>
                    </a:lnTo>
                    <a:lnTo>
                      <a:pt x="521494" y="757238"/>
                    </a:lnTo>
                    <a:lnTo>
                      <a:pt x="516731" y="731044"/>
                    </a:lnTo>
                    <a:lnTo>
                      <a:pt x="517420" y="730183"/>
                    </a:lnTo>
                    <a:lnTo>
                      <a:pt x="488156" y="726281"/>
                    </a:lnTo>
                    <a:lnTo>
                      <a:pt x="447675" y="750094"/>
                    </a:lnTo>
                    <a:lnTo>
                      <a:pt x="423863" y="723900"/>
                    </a:lnTo>
                    <a:lnTo>
                      <a:pt x="361950" y="726281"/>
                    </a:lnTo>
                    <a:lnTo>
                      <a:pt x="300038" y="721519"/>
                    </a:lnTo>
                    <a:lnTo>
                      <a:pt x="261938" y="742950"/>
                    </a:lnTo>
                    <a:lnTo>
                      <a:pt x="221456" y="707231"/>
                    </a:lnTo>
                    <a:lnTo>
                      <a:pt x="219075" y="681038"/>
                    </a:lnTo>
                    <a:lnTo>
                      <a:pt x="197644" y="685800"/>
                    </a:lnTo>
                    <a:lnTo>
                      <a:pt x="183356" y="642938"/>
                    </a:lnTo>
                    <a:lnTo>
                      <a:pt x="190500" y="616744"/>
                    </a:lnTo>
                    <a:lnTo>
                      <a:pt x="230981" y="614363"/>
                    </a:lnTo>
                    <a:lnTo>
                      <a:pt x="245269" y="590550"/>
                    </a:lnTo>
                    <a:lnTo>
                      <a:pt x="257175" y="535781"/>
                    </a:lnTo>
                    <a:lnTo>
                      <a:pt x="264319" y="507206"/>
                    </a:lnTo>
                    <a:lnTo>
                      <a:pt x="247650" y="476250"/>
                    </a:lnTo>
                    <a:lnTo>
                      <a:pt x="226219" y="495300"/>
                    </a:lnTo>
                    <a:lnTo>
                      <a:pt x="195263" y="495300"/>
                    </a:lnTo>
                    <a:lnTo>
                      <a:pt x="183356" y="471488"/>
                    </a:lnTo>
                    <a:lnTo>
                      <a:pt x="211931" y="438150"/>
                    </a:lnTo>
                    <a:lnTo>
                      <a:pt x="252413" y="426244"/>
                    </a:lnTo>
                    <a:lnTo>
                      <a:pt x="269081" y="400050"/>
                    </a:lnTo>
                    <a:lnTo>
                      <a:pt x="271463" y="361950"/>
                    </a:lnTo>
                    <a:lnTo>
                      <a:pt x="274908" y="346791"/>
                    </a:lnTo>
                    <a:lnTo>
                      <a:pt x="250031" y="338138"/>
                    </a:lnTo>
                    <a:lnTo>
                      <a:pt x="219075" y="354806"/>
                    </a:lnTo>
                    <a:lnTo>
                      <a:pt x="190500" y="338138"/>
                    </a:lnTo>
                    <a:lnTo>
                      <a:pt x="169069" y="369094"/>
                    </a:lnTo>
                    <a:lnTo>
                      <a:pt x="152400" y="359569"/>
                    </a:lnTo>
                    <a:lnTo>
                      <a:pt x="154781" y="330994"/>
                    </a:lnTo>
                    <a:lnTo>
                      <a:pt x="171450" y="300038"/>
                    </a:lnTo>
                    <a:lnTo>
                      <a:pt x="154781" y="266700"/>
                    </a:lnTo>
                    <a:lnTo>
                      <a:pt x="135731" y="245269"/>
                    </a:lnTo>
                    <a:lnTo>
                      <a:pt x="109538" y="250031"/>
                    </a:lnTo>
                    <a:lnTo>
                      <a:pt x="78581" y="230981"/>
                    </a:lnTo>
                    <a:lnTo>
                      <a:pt x="69056" y="197644"/>
                    </a:lnTo>
                    <a:lnTo>
                      <a:pt x="52388" y="169069"/>
                    </a:lnTo>
                    <a:lnTo>
                      <a:pt x="52388" y="150019"/>
                    </a:lnTo>
                    <a:lnTo>
                      <a:pt x="54769" y="128588"/>
                    </a:lnTo>
                    <a:lnTo>
                      <a:pt x="50006" y="107156"/>
                    </a:lnTo>
                    <a:lnTo>
                      <a:pt x="14288" y="90488"/>
                    </a:lnTo>
                    <a:lnTo>
                      <a:pt x="0" y="85725"/>
                    </a:lnTo>
                    <a:lnTo>
                      <a:pt x="0" y="64294"/>
                    </a:lnTo>
                    <a:lnTo>
                      <a:pt x="26194" y="38100"/>
                    </a:lnTo>
                    <a:lnTo>
                      <a:pt x="35719"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4" name="성남시">
                <a:extLst>
                  <a:ext uri="{FF2B5EF4-FFF2-40B4-BE49-F238E27FC236}">
                    <a16:creationId xmlns:a16="http://schemas.microsoft.com/office/drawing/2014/main" id="{6D8DDC97-FDC6-F00B-D4A1-12877D022543}"/>
                  </a:ext>
                </a:extLst>
              </p:cNvPr>
              <p:cNvSpPr/>
              <p:nvPr/>
            </p:nvSpPr>
            <p:spPr>
              <a:xfrm>
                <a:off x="4862513" y="3798094"/>
                <a:ext cx="621506" cy="654844"/>
              </a:xfrm>
              <a:custGeom>
                <a:avLst/>
                <a:gdLst>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5243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5794 h 659606"/>
                  <a:gd name="connsiteX0" fmla="*/ 395287 w 621506"/>
                  <a:gd name="connsiteY0" fmla="*/ 631031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1031 h 659606"/>
                  <a:gd name="connsiteX0" fmla="*/ 395287 w 621506"/>
                  <a:gd name="connsiteY0" fmla="*/ 631031 h 654844"/>
                  <a:gd name="connsiteX1" fmla="*/ 347662 w 621506"/>
                  <a:gd name="connsiteY1" fmla="*/ 654844 h 654844"/>
                  <a:gd name="connsiteX2" fmla="*/ 314325 w 621506"/>
                  <a:gd name="connsiteY2" fmla="*/ 652462 h 654844"/>
                  <a:gd name="connsiteX3" fmla="*/ 280987 w 621506"/>
                  <a:gd name="connsiteY3" fmla="*/ 635794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21506" h="654844">
                    <a:moveTo>
                      <a:pt x="395287" y="631031"/>
                    </a:moveTo>
                    <a:lnTo>
                      <a:pt x="347662" y="654844"/>
                    </a:lnTo>
                    <a:lnTo>
                      <a:pt x="314325" y="652462"/>
                    </a:lnTo>
                    <a:lnTo>
                      <a:pt x="283368" y="628650"/>
                    </a:lnTo>
                    <a:lnTo>
                      <a:pt x="264318" y="602456"/>
                    </a:lnTo>
                    <a:lnTo>
                      <a:pt x="221456" y="583406"/>
                    </a:lnTo>
                    <a:lnTo>
                      <a:pt x="178593" y="583406"/>
                    </a:lnTo>
                    <a:lnTo>
                      <a:pt x="164306" y="552450"/>
                    </a:lnTo>
                    <a:lnTo>
                      <a:pt x="126206" y="521494"/>
                    </a:lnTo>
                    <a:lnTo>
                      <a:pt x="85725" y="528637"/>
                    </a:lnTo>
                    <a:lnTo>
                      <a:pt x="66675" y="495300"/>
                    </a:lnTo>
                    <a:lnTo>
                      <a:pt x="19050" y="476250"/>
                    </a:lnTo>
                    <a:lnTo>
                      <a:pt x="0" y="476250"/>
                    </a:lnTo>
                    <a:lnTo>
                      <a:pt x="0" y="450056"/>
                    </a:lnTo>
                    <a:lnTo>
                      <a:pt x="28575" y="423862"/>
                    </a:lnTo>
                    <a:lnTo>
                      <a:pt x="40481" y="395287"/>
                    </a:lnTo>
                    <a:cubicBezTo>
                      <a:pt x="40481" y="383381"/>
                      <a:pt x="40480" y="371475"/>
                      <a:pt x="40480" y="359569"/>
                    </a:cubicBezTo>
                    <a:cubicBezTo>
                      <a:pt x="40480" y="351631"/>
                      <a:pt x="40481" y="343694"/>
                      <a:pt x="40481" y="335756"/>
                    </a:cubicBezTo>
                    <a:lnTo>
                      <a:pt x="69056" y="300037"/>
                    </a:lnTo>
                    <a:lnTo>
                      <a:pt x="71437" y="276225"/>
                    </a:lnTo>
                    <a:lnTo>
                      <a:pt x="50006" y="254794"/>
                    </a:lnTo>
                    <a:lnTo>
                      <a:pt x="50006" y="226219"/>
                    </a:lnTo>
                    <a:lnTo>
                      <a:pt x="57150" y="211931"/>
                    </a:lnTo>
                    <a:lnTo>
                      <a:pt x="85725" y="226218"/>
                    </a:lnTo>
                    <a:lnTo>
                      <a:pt x="145256" y="223837"/>
                    </a:lnTo>
                    <a:lnTo>
                      <a:pt x="164306" y="188119"/>
                    </a:lnTo>
                    <a:lnTo>
                      <a:pt x="176212" y="166687"/>
                    </a:lnTo>
                    <a:lnTo>
                      <a:pt x="226218" y="152400"/>
                    </a:lnTo>
                    <a:lnTo>
                      <a:pt x="238125" y="126206"/>
                    </a:lnTo>
                    <a:lnTo>
                      <a:pt x="233362" y="104775"/>
                    </a:lnTo>
                    <a:lnTo>
                      <a:pt x="238125" y="76200"/>
                    </a:lnTo>
                    <a:lnTo>
                      <a:pt x="257175" y="76200"/>
                    </a:lnTo>
                    <a:lnTo>
                      <a:pt x="278606" y="80962"/>
                    </a:lnTo>
                    <a:lnTo>
                      <a:pt x="295275" y="66675"/>
                    </a:lnTo>
                    <a:lnTo>
                      <a:pt x="321468" y="76200"/>
                    </a:lnTo>
                    <a:lnTo>
                      <a:pt x="347662" y="66675"/>
                    </a:lnTo>
                    <a:lnTo>
                      <a:pt x="354806" y="42862"/>
                    </a:lnTo>
                    <a:lnTo>
                      <a:pt x="378618" y="28575"/>
                    </a:lnTo>
                    <a:lnTo>
                      <a:pt x="402431" y="30956"/>
                    </a:lnTo>
                    <a:lnTo>
                      <a:pt x="421481" y="23812"/>
                    </a:lnTo>
                    <a:lnTo>
                      <a:pt x="409575" y="2381"/>
                    </a:lnTo>
                    <a:lnTo>
                      <a:pt x="416718" y="0"/>
                    </a:lnTo>
                    <a:lnTo>
                      <a:pt x="452437" y="4762"/>
                    </a:lnTo>
                    <a:lnTo>
                      <a:pt x="497681" y="19050"/>
                    </a:lnTo>
                    <a:lnTo>
                      <a:pt x="533400" y="26194"/>
                    </a:lnTo>
                    <a:lnTo>
                      <a:pt x="566737" y="14287"/>
                    </a:lnTo>
                    <a:lnTo>
                      <a:pt x="571500" y="38100"/>
                    </a:lnTo>
                    <a:lnTo>
                      <a:pt x="595312" y="59531"/>
                    </a:lnTo>
                    <a:lnTo>
                      <a:pt x="614362" y="83344"/>
                    </a:lnTo>
                    <a:lnTo>
                      <a:pt x="619125" y="109537"/>
                    </a:lnTo>
                    <a:lnTo>
                      <a:pt x="611981" y="133350"/>
                    </a:lnTo>
                    <a:lnTo>
                      <a:pt x="611981" y="183356"/>
                    </a:lnTo>
                    <a:lnTo>
                      <a:pt x="621506" y="209550"/>
                    </a:lnTo>
                    <a:lnTo>
                      <a:pt x="619125" y="226219"/>
                    </a:lnTo>
                    <a:lnTo>
                      <a:pt x="592931" y="233362"/>
                    </a:lnTo>
                    <a:lnTo>
                      <a:pt x="573881" y="242887"/>
                    </a:lnTo>
                    <a:lnTo>
                      <a:pt x="573881" y="252412"/>
                    </a:lnTo>
                    <a:lnTo>
                      <a:pt x="540543" y="254794"/>
                    </a:lnTo>
                    <a:lnTo>
                      <a:pt x="540543" y="280987"/>
                    </a:lnTo>
                    <a:lnTo>
                      <a:pt x="514349" y="354806"/>
                    </a:lnTo>
                    <a:lnTo>
                      <a:pt x="523875" y="383381"/>
                    </a:lnTo>
                    <a:lnTo>
                      <a:pt x="538162" y="402431"/>
                    </a:lnTo>
                    <a:lnTo>
                      <a:pt x="550068" y="414337"/>
                    </a:lnTo>
                    <a:lnTo>
                      <a:pt x="538162" y="433387"/>
                    </a:lnTo>
                    <a:lnTo>
                      <a:pt x="500062" y="438150"/>
                    </a:lnTo>
                    <a:lnTo>
                      <a:pt x="500062" y="438150"/>
                    </a:lnTo>
                    <a:lnTo>
                      <a:pt x="485775" y="478631"/>
                    </a:lnTo>
                    <a:lnTo>
                      <a:pt x="447674" y="526256"/>
                    </a:lnTo>
                    <a:lnTo>
                      <a:pt x="426243" y="540544"/>
                    </a:lnTo>
                    <a:lnTo>
                      <a:pt x="397668" y="540544"/>
                    </a:lnTo>
                    <a:lnTo>
                      <a:pt x="385762" y="554831"/>
                    </a:lnTo>
                    <a:lnTo>
                      <a:pt x="376237" y="590549"/>
                    </a:lnTo>
                    <a:lnTo>
                      <a:pt x="395287" y="631031"/>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5" name="그룹 224">
              <a:extLst>
                <a:ext uri="{FF2B5EF4-FFF2-40B4-BE49-F238E27FC236}">
                  <a16:creationId xmlns:a16="http://schemas.microsoft.com/office/drawing/2014/main" id="{6E81AA8E-E44A-3D49-59E3-CB0F6796AEB8}"/>
                </a:ext>
              </a:extLst>
            </p:cNvPr>
            <p:cNvGrpSpPr/>
            <p:nvPr/>
          </p:nvGrpSpPr>
          <p:grpSpPr>
            <a:xfrm>
              <a:off x="1807803" y="2163573"/>
              <a:ext cx="1431997" cy="1907051"/>
              <a:chOff x="3352580" y="2698588"/>
              <a:chExt cx="1107111" cy="1474387"/>
            </a:xfrm>
            <a:pattFill prst="wdUpDiag">
              <a:fgClr>
                <a:schemeClr val="accent4">
                  <a:lumMod val="40000"/>
                  <a:lumOff val="60000"/>
                </a:schemeClr>
              </a:fgClr>
              <a:bgClr>
                <a:schemeClr val="bg1"/>
              </a:bgClr>
            </a:pattFill>
          </p:grpSpPr>
          <p:sp>
            <p:nvSpPr>
              <p:cNvPr id="416" name="연천군">
                <a:extLst>
                  <a:ext uri="{FF2B5EF4-FFF2-40B4-BE49-F238E27FC236}">
                    <a16:creationId xmlns:a16="http://schemas.microsoft.com/office/drawing/2014/main" id="{C690DFE2-E91C-8D99-7B4B-574A5F3E16AB}"/>
                  </a:ext>
                </a:extLst>
              </p:cNvPr>
              <p:cNvSpPr/>
              <p:nvPr/>
            </p:nvSpPr>
            <p:spPr>
              <a:xfrm>
                <a:off x="3648514" y="2698588"/>
                <a:ext cx="811177" cy="830994"/>
              </a:xfrm>
              <a:custGeom>
                <a:avLst/>
                <a:gdLst>
                  <a:gd name="connsiteX0" fmla="*/ 1171575 w 1462087"/>
                  <a:gd name="connsiteY0" fmla="*/ 4762 h 1497806"/>
                  <a:gd name="connsiteX1" fmla="*/ 1143000 w 1462087"/>
                  <a:gd name="connsiteY1" fmla="*/ 16668 h 1497806"/>
                  <a:gd name="connsiteX2" fmla="*/ 1107281 w 1462087"/>
                  <a:gd name="connsiteY2" fmla="*/ 16668 h 1497806"/>
                  <a:gd name="connsiteX3" fmla="*/ 1081087 w 1462087"/>
                  <a:gd name="connsiteY3" fmla="*/ 23812 h 1497806"/>
                  <a:gd name="connsiteX4" fmla="*/ 1028700 w 1462087"/>
                  <a:gd name="connsiteY4" fmla="*/ 30956 h 1497806"/>
                  <a:gd name="connsiteX5" fmla="*/ 1009650 w 1462087"/>
                  <a:gd name="connsiteY5" fmla="*/ 0 h 1497806"/>
                  <a:gd name="connsiteX6" fmla="*/ 976312 w 1462087"/>
                  <a:gd name="connsiteY6" fmla="*/ 19050 h 1497806"/>
                  <a:gd name="connsiteX7" fmla="*/ 976312 w 1462087"/>
                  <a:gd name="connsiteY7" fmla="*/ 64293 h 1497806"/>
                  <a:gd name="connsiteX8" fmla="*/ 942975 w 1462087"/>
                  <a:gd name="connsiteY8" fmla="*/ 111918 h 1497806"/>
                  <a:gd name="connsiteX9" fmla="*/ 938212 w 1462087"/>
                  <a:gd name="connsiteY9" fmla="*/ 135731 h 1497806"/>
                  <a:gd name="connsiteX10" fmla="*/ 942975 w 1462087"/>
                  <a:gd name="connsiteY10" fmla="*/ 164306 h 1497806"/>
                  <a:gd name="connsiteX11" fmla="*/ 914400 w 1462087"/>
                  <a:gd name="connsiteY11" fmla="*/ 180975 h 1497806"/>
                  <a:gd name="connsiteX12" fmla="*/ 852487 w 1462087"/>
                  <a:gd name="connsiteY12" fmla="*/ 180975 h 1497806"/>
                  <a:gd name="connsiteX13" fmla="*/ 845343 w 1462087"/>
                  <a:gd name="connsiteY13" fmla="*/ 135731 h 1497806"/>
                  <a:gd name="connsiteX14" fmla="*/ 859631 w 1462087"/>
                  <a:gd name="connsiteY14" fmla="*/ 102393 h 1497806"/>
                  <a:gd name="connsiteX15" fmla="*/ 809625 w 1462087"/>
                  <a:gd name="connsiteY15" fmla="*/ 95250 h 1497806"/>
                  <a:gd name="connsiteX16" fmla="*/ 776287 w 1462087"/>
                  <a:gd name="connsiteY16" fmla="*/ 76200 h 1497806"/>
                  <a:gd name="connsiteX17" fmla="*/ 757237 w 1462087"/>
                  <a:gd name="connsiteY17" fmla="*/ 100012 h 1497806"/>
                  <a:gd name="connsiteX18" fmla="*/ 711993 w 1462087"/>
                  <a:gd name="connsiteY18" fmla="*/ 61912 h 1497806"/>
                  <a:gd name="connsiteX19" fmla="*/ 673893 w 1462087"/>
                  <a:gd name="connsiteY19" fmla="*/ 80962 h 1497806"/>
                  <a:gd name="connsiteX20" fmla="*/ 659606 w 1462087"/>
                  <a:gd name="connsiteY20" fmla="*/ 126206 h 1497806"/>
                  <a:gd name="connsiteX21" fmla="*/ 704850 w 1462087"/>
                  <a:gd name="connsiteY21" fmla="*/ 197643 h 1497806"/>
                  <a:gd name="connsiteX22" fmla="*/ 671512 w 1462087"/>
                  <a:gd name="connsiteY22" fmla="*/ 235743 h 1497806"/>
                  <a:gd name="connsiteX23" fmla="*/ 671512 w 1462087"/>
                  <a:gd name="connsiteY23" fmla="*/ 259556 h 1497806"/>
                  <a:gd name="connsiteX24" fmla="*/ 628650 w 1462087"/>
                  <a:gd name="connsiteY24" fmla="*/ 285750 h 1497806"/>
                  <a:gd name="connsiteX25" fmla="*/ 604837 w 1462087"/>
                  <a:gd name="connsiteY25" fmla="*/ 335756 h 1497806"/>
                  <a:gd name="connsiteX26" fmla="*/ 611981 w 1462087"/>
                  <a:gd name="connsiteY26" fmla="*/ 359568 h 1497806"/>
                  <a:gd name="connsiteX27" fmla="*/ 550068 w 1462087"/>
                  <a:gd name="connsiteY27" fmla="*/ 390525 h 1497806"/>
                  <a:gd name="connsiteX28" fmla="*/ 552450 w 1462087"/>
                  <a:gd name="connsiteY28" fmla="*/ 419100 h 1497806"/>
                  <a:gd name="connsiteX29" fmla="*/ 628650 w 1462087"/>
                  <a:gd name="connsiteY29" fmla="*/ 464343 h 1497806"/>
                  <a:gd name="connsiteX30" fmla="*/ 626268 w 1462087"/>
                  <a:gd name="connsiteY30" fmla="*/ 502443 h 1497806"/>
                  <a:gd name="connsiteX31" fmla="*/ 595312 w 1462087"/>
                  <a:gd name="connsiteY31" fmla="*/ 526256 h 1497806"/>
                  <a:gd name="connsiteX32" fmla="*/ 502443 w 1462087"/>
                  <a:gd name="connsiteY32" fmla="*/ 533400 h 1497806"/>
                  <a:gd name="connsiteX33" fmla="*/ 485775 w 1462087"/>
                  <a:gd name="connsiteY33" fmla="*/ 564356 h 1497806"/>
                  <a:gd name="connsiteX34" fmla="*/ 464343 w 1462087"/>
                  <a:gd name="connsiteY34" fmla="*/ 564356 h 1497806"/>
                  <a:gd name="connsiteX35" fmla="*/ 426243 w 1462087"/>
                  <a:gd name="connsiteY35" fmla="*/ 514350 h 1497806"/>
                  <a:gd name="connsiteX36" fmla="*/ 390525 w 1462087"/>
                  <a:gd name="connsiteY36" fmla="*/ 509587 h 1497806"/>
                  <a:gd name="connsiteX37" fmla="*/ 304800 w 1462087"/>
                  <a:gd name="connsiteY37" fmla="*/ 569118 h 1497806"/>
                  <a:gd name="connsiteX38" fmla="*/ 295275 w 1462087"/>
                  <a:gd name="connsiteY38" fmla="*/ 621506 h 1497806"/>
                  <a:gd name="connsiteX39" fmla="*/ 226218 w 1462087"/>
                  <a:gd name="connsiteY39" fmla="*/ 652462 h 1497806"/>
                  <a:gd name="connsiteX40" fmla="*/ 180975 w 1462087"/>
                  <a:gd name="connsiteY40" fmla="*/ 702468 h 1497806"/>
                  <a:gd name="connsiteX41" fmla="*/ 190500 w 1462087"/>
                  <a:gd name="connsiteY41" fmla="*/ 716756 h 1497806"/>
                  <a:gd name="connsiteX42" fmla="*/ 216693 w 1462087"/>
                  <a:gd name="connsiteY42" fmla="*/ 721518 h 1497806"/>
                  <a:gd name="connsiteX43" fmla="*/ 202406 w 1462087"/>
                  <a:gd name="connsiteY43" fmla="*/ 747712 h 1497806"/>
                  <a:gd name="connsiteX44" fmla="*/ 235743 w 1462087"/>
                  <a:gd name="connsiteY44" fmla="*/ 785812 h 1497806"/>
                  <a:gd name="connsiteX45" fmla="*/ 250031 w 1462087"/>
                  <a:gd name="connsiteY45" fmla="*/ 814387 h 1497806"/>
                  <a:gd name="connsiteX46" fmla="*/ 226218 w 1462087"/>
                  <a:gd name="connsiteY46" fmla="*/ 862012 h 1497806"/>
                  <a:gd name="connsiteX47" fmla="*/ 202406 w 1462087"/>
                  <a:gd name="connsiteY47" fmla="*/ 895350 h 1497806"/>
                  <a:gd name="connsiteX48" fmla="*/ 200025 w 1462087"/>
                  <a:gd name="connsiteY48" fmla="*/ 931068 h 1497806"/>
                  <a:gd name="connsiteX49" fmla="*/ 183356 w 1462087"/>
                  <a:gd name="connsiteY49" fmla="*/ 945356 h 1497806"/>
                  <a:gd name="connsiteX50" fmla="*/ 188118 w 1462087"/>
                  <a:gd name="connsiteY50" fmla="*/ 1007268 h 1497806"/>
                  <a:gd name="connsiteX51" fmla="*/ 178593 w 1462087"/>
                  <a:gd name="connsiteY51" fmla="*/ 1033462 h 1497806"/>
                  <a:gd name="connsiteX52" fmla="*/ 145256 w 1462087"/>
                  <a:gd name="connsiteY52" fmla="*/ 1023937 h 1497806"/>
                  <a:gd name="connsiteX53" fmla="*/ 126206 w 1462087"/>
                  <a:gd name="connsiteY53" fmla="*/ 1047750 h 1497806"/>
                  <a:gd name="connsiteX54" fmla="*/ 107156 w 1462087"/>
                  <a:gd name="connsiteY54" fmla="*/ 1097756 h 1497806"/>
                  <a:gd name="connsiteX55" fmla="*/ 92868 w 1462087"/>
                  <a:gd name="connsiteY55" fmla="*/ 1159668 h 1497806"/>
                  <a:gd name="connsiteX56" fmla="*/ 90487 w 1462087"/>
                  <a:gd name="connsiteY56" fmla="*/ 1188243 h 1497806"/>
                  <a:gd name="connsiteX57" fmla="*/ 100012 w 1462087"/>
                  <a:gd name="connsiteY57" fmla="*/ 1207293 h 1497806"/>
                  <a:gd name="connsiteX58" fmla="*/ 83343 w 1462087"/>
                  <a:gd name="connsiteY58" fmla="*/ 1219200 h 1497806"/>
                  <a:gd name="connsiteX59" fmla="*/ 21431 w 1462087"/>
                  <a:gd name="connsiteY59" fmla="*/ 1214437 h 1497806"/>
                  <a:gd name="connsiteX60" fmla="*/ 0 w 1462087"/>
                  <a:gd name="connsiteY60" fmla="*/ 1231106 h 1497806"/>
                  <a:gd name="connsiteX61" fmla="*/ 21431 w 1462087"/>
                  <a:gd name="connsiteY61" fmla="*/ 1266825 h 1497806"/>
                  <a:gd name="connsiteX62" fmla="*/ 54768 w 1462087"/>
                  <a:gd name="connsiteY62" fmla="*/ 1328737 h 1497806"/>
                  <a:gd name="connsiteX63" fmla="*/ 71437 w 1462087"/>
                  <a:gd name="connsiteY63" fmla="*/ 1364456 h 1497806"/>
                  <a:gd name="connsiteX64" fmla="*/ 114300 w 1462087"/>
                  <a:gd name="connsiteY64" fmla="*/ 1357312 h 1497806"/>
                  <a:gd name="connsiteX65" fmla="*/ 128587 w 1462087"/>
                  <a:gd name="connsiteY65" fmla="*/ 1250156 h 1497806"/>
                  <a:gd name="connsiteX66" fmla="*/ 166687 w 1462087"/>
                  <a:gd name="connsiteY66" fmla="*/ 1226343 h 1497806"/>
                  <a:gd name="connsiteX67" fmla="*/ 202406 w 1462087"/>
                  <a:gd name="connsiteY67" fmla="*/ 1238250 h 1497806"/>
                  <a:gd name="connsiteX68" fmla="*/ 233362 w 1462087"/>
                  <a:gd name="connsiteY68" fmla="*/ 1273968 h 1497806"/>
                  <a:gd name="connsiteX69" fmla="*/ 280987 w 1462087"/>
                  <a:gd name="connsiteY69" fmla="*/ 1321593 h 1497806"/>
                  <a:gd name="connsiteX70" fmla="*/ 314325 w 1462087"/>
                  <a:gd name="connsiteY70" fmla="*/ 1333500 h 1497806"/>
                  <a:gd name="connsiteX71" fmla="*/ 333375 w 1462087"/>
                  <a:gd name="connsiteY71" fmla="*/ 1309687 h 1497806"/>
                  <a:gd name="connsiteX72" fmla="*/ 309562 w 1462087"/>
                  <a:gd name="connsiteY72" fmla="*/ 1243012 h 1497806"/>
                  <a:gd name="connsiteX73" fmla="*/ 323850 w 1462087"/>
                  <a:gd name="connsiteY73" fmla="*/ 1197768 h 1497806"/>
                  <a:gd name="connsiteX74" fmla="*/ 369093 w 1462087"/>
                  <a:gd name="connsiteY74" fmla="*/ 1188243 h 1497806"/>
                  <a:gd name="connsiteX75" fmla="*/ 423862 w 1462087"/>
                  <a:gd name="connsiteY75" fmla="*/ 1197768 h 1497806"/>
                  <a:gd name="connsiteX76" fmla="*/ 440531 w 1462087"/>
                  <a:gd name="connsiteY76" fmla="*/ 1231106 h 1497806"/>
                  <a:gd name="connsiteX77" fmla="*/ 504825 w 1462087"/>
                  <a:gd name="connsiteY77" fmla="*/ 1245393 h 1497806"/>
                  <a:gd name="connsiteX78" fmla="*/ 550068 w 1462087"/>
                  <a:gd name="connsiteY78" fmla="*/ 1228725 h 1497806"/>
                  <a:gd name="connsiteX79" fmla="*/ 607218 w 1462087"/>
                  <a:gd name="connsiteY79" fmla="*/ 1162050 h 1497806"/>
                  <a:gd name="connsiteX80" fmla="*/ 645318 w 1462087"/>
                  <a:gd name="connsiteY80" fmla="*/ 1126331 h 1497806"/>
                  <a:gd name="connsiteX81" fmla="*/ 702468 w 1462087"/>
                  <a:gd name="connsiteY81" fmla="*/ 1109662 h 1497806"/>
                  <a:gd name="connsiteX82" fmla="*/ 740568 w 1462087"/>
                  <a:gd name="connsiteY82" fmla="*/ 1116806 h 1497806"/>
                  <a:gd name="connsiteX83" fmla="*/ 754856 w 1462087"/>
                  <a:gd name="connsiteY83" fmla="*/ 1159668 h 1497806"/>
                  <a:gd name="connsiteX84" fmla="*/ 781050 w 1462087"/>
                  <a:gd name="connsiteY84" fmla="*/ 1190625 h 1497806"/>
                  <a:gd name="connsiteX85" fmla="*/ 845343 w 1462087"/>
                  <a:gd name="connsiteY85" fmla="*/ 1204912 h 1497806"/>
                  <a:gd name="connsiteX86" fmla="*/ 831056 w 1462087"/>
                  <a:gd name="connsiteY86" fmla="*/ 1281112 h 1497806"/>
                  <a:gd name="connsiteX87" fmla="*/ 800100 w 1462087"/>
                  <a:gd name="connsiteY87" fmla="*/ 1321593 h 1497806"/>
                  <a:gd name="connsiteX88" fmla="*/ 762000 w 1462087"/>
                  <a:gd name="connsiteY88" fmla="*/ 1354931 h 1497806"/>
                  <a:gd name="connsiteX89" fmla="*/ 721518 w 1462087"/>
                  <a:gd name="connsiteY89" fmla="*/ 1378743 h 1497806"/>
                  <a:gd name="connsiteX90" fmla="*/ 688181 w 1462087"/>
                  <a:gd name="connsiteY90" fmla="*/ 1428750 h 1497806"/>
                  <a:gd name="connsiteX91" fmla="*/ 681037 w 1462087"/>
                  <a:gd name="connsiteY91" fmla="*/ 1452562 h 1497806"/>
                  <a:gd name="connsiteX92" fmla="*/ 697706 w 1462087"/>
                  <a:gd name="connsiteY92" fmla="*/ 1466850 h 1497806"/>
                  <a:gd name="connsiteX93" fmla="*/ 764381 w 1462087"/>
                  <a:gd name="connsiteY93" fmla="*/ 1464468 h 1497806"/>
                  <a:gd name="connsiteX94" fmla="*/ 792956 w 1462087"/>
                  <a:gd name="connsiteY94" fmla="*/ 1497806 h 1497806"/>
                  <a:gd name="connsiteX95" fmla="*/ 816768 w 1462087"/>
                  <a:gd name="connsiteY95" fmla="*/ 1459706 h 1497806"/>
                  <a:gd name="connsiteX96" fmla="*/ 838200 w 1462087"/>
                  <a:gd name="connsiteY96" fmla="*/ 1452562 h 1497806"/>
                  <a:gd name="connsiteX97" fmla="*/ 835818 w 1462087"/>
                  <a:gd name="connsiteY97" fmla="*/ 1383506 h 1497806"/>
                  <a:gd name="connsiteX98" fmla="*/ 883443 w 1462087"/>
                  <a:gd name="connsiteY98" fmla="*/ 1366837 h 1497806"/>
                  <a:gd name="connsiteX99" fmla="*/ 914400 w 1462087"/>
                  <a:gd name="connsiteY99" fmla="*/ 1297781 h 1497806"/>
                  <a:gd name="connsiteX100" fmla="*/ 942975 w 1462087"/>
                  <a:gd name="connsiteY100" fmla="*/ 1262062 h 1497806"/>
                  <a:gd name="connsiteX101" fmla="*/ 983456 w 1462087"/>
                  <a:gd name="connsiteY101" fmla="*/ 1252537 h 1497806"/>
                  <a:gd name="connsiteX102" fmla="*/ 1021556 w 1462087"/>
                  <a:gd name="connsiteY102" fmla="*/ 1271587 h 1497806"/>
                  <a:gd name="connsiteX103" fmla="*/ 1081087 w 1462087"/>
                  <a:gd name="connsiteY103" fmla="*/ 1285875 h 1497806"/>
                  <a:gd name="connsiteX104" fmla="*/ 1081087 w 1462087"/>
                  <a:gd name="connsiteY104" fmla="*/ 1285875 h 1497806"/>
                  <a:gd name="connsiteX105" fmla="*/ 1073943 w 1462087"/>
                  <a:gd name="connsiteY105" fmla="*/ 1250156 h 1497806"/>
                  <a:gd name="connsiteX106" fmla="*/ 1109662 w 1462087"/>
                  <a:gd name="connsiteY106" fmla="*/ 1226343 h 1497806"/>
                  <a:gd name="connsiteX107" fmla="*/ 1138237 w 1462087"/>
                  <a:gd name="connsiteY107" fmla="*/ 1212056 h 1497806"/>
                  <a:gd name="connsiteX108" fmla="*/ 1176337 w 1462087"/>
                  <a:gd name="connsiteY108" fmla="*/ 1214437 h 1497806"/>
                  <a:gd name="connsiteX109" fmla="*/ 1209675 w 1462087"/>
                  <a:gd name="connsiteY109" fmla="*/ 1226343 h 1497806"/>
                  <a:gd name="connsiteX110" fmla="*/ 1226343 w 1462087"/>
                  <a:gd name="connsiteY110" fmla="*/ 1254918 h 1497806"/>
                  <a:gd name="connsiteX111" fmla="*/ 1250156 w 1462087"/>
                  <a:gd name="connsiteY111" fmla="*/ 1219200 h 1497806"/>
                  <a:gd name="connsiteX112" fmla="*/ 1293018 w 1462087"/>
                  <a:gd name="connsiteY112" fmla="*/ 1207293 h 1497806"/>
                  <a:gd name="connsiteX113" fmla="*/ 1304925 w 1462087"/>
                  <a:gd name="connsiteY113" fmla="*/ 1197768 h 1497806"/>
                  <a:gd name="connsiteX114" fmla="*/ 1297781 w 1462087"/>
                  <a:gd name="connsiteY114" fmla="*/ 1135856 h 1497806"/>
                  <a:gd name="connsiteX115" fmla="*/ 1247775 w 1462087"/>
                  <a:gd name="connsiteY115" fmla="*/ 1050131 h 1497806"/>
                  <a:gd name="connsiteX116" fmla="*/ 1207293 w 1462087"/>
                  <a:gd name="connsiteY116" fmla="*/ 1009650 h 1497806"/>
                  <a:gd name="connsiteX117" fmla="*/ 1164431 w 1462087"/>
                  <a:gd name="connsiteY117" fmla="*/ 1000125 h 1497806"/>
                  <a:gd name="connsiteX118" fmla="*/ 1164431 w 1462087"/>
                  <a:gd name="connsiteY118" fmla="*/ 957262 h 1497806"/>
                  <a:gd name="connsiteX119" fmla="*/ 1157287 w 1462087"/>
                  <a:gd name="connsiteY119" fmla="*/ 919162 h 1497806"/>
                  <a:gd name="connsiteX120" fmla="*/ 1176337 w 1462087"/>
                  <a:gd name="connsiteY120" fmla="*/ 873918 h 1497806"/>
                  <a:gd name="connsiteX121" fmla="*/ 1214437 w 1462087"/>
                  <a:gd name="connsiteY121" fmla="*/ 854868 h 1497806"/>
                  <a:gd name="connsiteX122" fmla="*/ 1233487 w 1462087"/>
                  <a:gd name="connsiteY122" fmla="*/ 859631 h 1497806"/>
                  <a:gd name="connsiteX123" fmla="*/ 1264443 w 1462087"/>
                  <a:gd name="connsiteY123" fmla="*/ 831056 h 1497806"/>
                  <a:gd name="connsiteX124" fmla="*/ 1278731 w 1462087"/>
                  <a:gd name="connsiteY124" fmla="*/ 790575 h 1497806"/>
                  <a:gd name="connsiteX125" fmla="*/ 1331118 w 1462087"/>
                  <a:gd name="connsiteY125" fmla="*/ 814387 h 1497806"/>
                  <a:gd name="connsiteX126" fmla="*/ 1331118 w 1462087"/>
                  <a:gd name="connsiteY126" fmla="*/ 845343 h 1497806"/>
                  <a:gd name="connsiteX127" fmla="*/ 1331118 w 1462087"/>
                  <a:gd name="connsiteY127" fmla="*/ 845343 h 1497806"/>
                  <a:gd name="connsiteX128" fmla="*/ 1338262 w 1462087"/>
                  <a:gd name="connsiteY128" fmla="*/ 876300 h 1497806"/>
                  <a:gd name="connsiteX129" fmla="*/ 1359693 w 1462087"/>
                  <a:gd name="connsiteY129" fmla="*/ 840581 h 1497806"/>
                  <a:gd name="connsiteX130" fmla="*/ 1388268 w 1462087"/>
                  <a:gd name="connsiteY130" fmla="*/ 854868 h 1497806"/>
                  <a:gd name="connsiteX131" fmla="*/ 1421606 w 1462087"/>
                  <a:gd name="connsiteY131" fmla="*/ 828675 h 1497806"/>
                  <a:gd name="connsiteX132" fmla="*/ 1459706 w 1462087"/>
                  <a:gd name="connsiteY132" fmla="*/ 847725 h 1497806"/>
                  <a:gd name="connsiteX133" fmla="*/ 1462087 w 1462087"/>
                  <a:gd name="connsiteY133" fmla="*/ 781050 h 1497806"/>
                  <a:gd name="connsiteX134" fmla="*/ 1433512 w 1462087"/>
                  <a:gd name="connsiteY134" fmla="*/ 738187 h 1497806"/>
                  <a:gd name="connsiteX135" fmla="*/ 1428750 w 1462087"/>
                  <a:gd name="connsiteY135" fmla="*/ 631031 h 1497806"/>
                  <a:gd name="connsiteX136" fmla="*/ 1393031 w 1462087"/>
                  <a:gd name="connsiteY136" fmla="*/ 602456 h 1497806"/>
                  <a:gd name="connsiteX137" fmla="*/ 1390650 w 1462087"/>
                  <a:gd name="connsiteY137" fmla="*/ 576262 h 1497806"/>
                  <a:gd name="connsiteX138" fmla="*/ 1404937 w 1462087"/>
                  <a:gd name="connsiteY138" fmla="*/ 545306 h 1497806"/>
                  <a:gd name="connsiteX139" fmla="*/ 1393031 w 1462087"/>
                  <a:gd name="connsiteY139" fmla="*/ 502443 h 1497806"/>
                  <a:gd name="connsiteX140" fmla="*/ 1393031 w 1462087"/>
                  <a:gd name="connsiteY140" fmla="*/ 473868 h 1497806"/>
                  <a:gd name="connsiteX141" fmla="*/ 1407318 w 1462087"/>
                  <a:gd name="connsiteY141" fmla="*/ 440531 h 1497806"/>
                  <a:gd name="connsiteX142" fmla="*/ 1397793 w 1462087"/>
                  <a:gd name="connsiteY142" fmla="*/ 390525 h 1497806"/>
                  <a:gd name="connsiteX143" fmla="*/ 1390650 w 1462087"/>
                  <a:gd name="connsiteY143" fmla="*/ 335756 h 1497806"/>
                  <a:gd name="connsiteX144" fmla="*/ 1412081 w 1462087"/>
                  <a:gd name="connsiteY144" fmla="*/ 292893 h 1497806"/>
                  <a:gd name="connsiteX145" fmla="*/ 1426368 w 1462087"/>
                  <a:gd name="connsiteY145" fmla="*/ 264318 h 1497806"/>
                  <a:gd name="connsiteX146" fmla="*/ 1397793 w 1462087"/>
                  <a:gd name="connsiteY146" fmla="*/ 221456 h 1497806"/>
                  <a:gd name="connsiteX147" fmla="*/ 1423987 w 1462087"/>
                  <a:gd name="connsiteY147" fmla="*/ 188118 h 1497806"/>
                  <a:gd name="connsiteX148" fmla="*/ 1412081 w 1462087"/>
                  <a:gd name="connsiteY148" fmla="*/ 171450 h 1497806"/>
                  <a:gd name="connsiteX149" fmla="*/ 1412081 w 1462087"/>
                  <a:gd name="connsiteY149" fmla="*/ 145256 h 1497806"/>
                  <a:gd name="connsiteX150" fmla="*/ 1362075 w 1462087"/>
                  <a:gd name="connsiteY150" fmla="*/ 126206 h 1497806"/>
                  <a:gd name="connsiteX151" fmla="*/ 1369218 w 1462087"/>
                  <a:gd name="connsiteY151" fmla="*/ 107156 h 1497806"/>
                  <a:gd name="connsiteX152" fmla="*/ 1366837 w 1462087"/>
                  <a:gd name="connsiteY152" fmla="*/ 85725 h 1497806"/>
                  <a:gd name="connsiteX153" fmla="*/ 1373981 w 1462087"/>
                  <a:gd name="connsiteY153" fmla="*/ 69056 h 1497806"/>
                  <a:gd name="connsiteX154" fmla="*/ 1366837 w 1462087"/>
                  <a:gd name="connsiteY154" fmla="*/ 45243 h 1497806"/>
                  <a:gd name="connsiteX155" fmla="*/ 1388268 w 1462087"/>
                  <a:gd name="connsiteY155" fmla="*/ 23812 h 1497806"/>
                  <a:gd name="connsiteX156" fmla="*/ 1378743 w 1462087"/>
                  <a:gd name="connsiteY156" fmla="*/ 2381 h 1497806"/>
                  <a:gd name="connsiteX157" fmla="*/ 1343025 w 1462087"/>
                  <a:gd name="connsiteY157" fmla="*/ 14287 h 1497806"/>
                  <a:gd name="connsiteX158" fmla="*/ 1309687 w 1462087"/>
                  <a:gd name="connsiteY158" fmla="*/ 2381 h 1497806"/>
                  <a:gd name="connsiteX159" fmla="*/ 1295400 w 1462087"/>
                  <a:gd name="connsiteY159" fmla="*/ 23812 h 1497806"/>
                  <a:gd name="connsiteX160" fmla="*/ 1273968 w 1462087"/>
                  <a:gd name="connsiteY160" fmla="*/ 59531 h 1497806"/>
                  <a:gd name="connsiteX161" fmla="*/ 1247775 w 1462087"/>
                  <a:gd name="connsiteY161" fmla="*/ 61912 h 1497806"/>
                  <a:gd name="connsiteX162" fmla="*/ 1200150 w 1462087"/>
                  <a:gd name="connsiteY162" fmla="*/ 50006 h 1497806"/>
                  <a:gd name="connsiteX163" fmla="*/ 1171575 w 1462087"/>
                  <a:gd name="connsiteY163" fmla="*/ 4762 h 149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1462087" h="1497806">
                    <a:moveTo>
                      <a:pt x="1171575" y="4762"/>
                    </a:moveTo>
                    <a:lnTo>
                      <a:pt x="1143000" y="16668"/>
                    </a:lnTo>
                    <a:lnTo>
                      <a:pt x="1107281" y="16668"/>
                    </a:lnTo>
                    <a:lnTo>
                      <a:pt x="1081087" y="23812"/>
                    </a:lnTo>
                    <a:lnTo>
                      <a:pt x="1028700" y="30956"/>
                    </a:lnTo>
                    <a:lnTo>
                      <a:pt x="1009650" y="0"/>
                    </a:lnTo>
                    <a:lnTo>
                      <a:pt x="976312" y="19050"/>
                    </a:lnTo>
                    <a:lnTo>
                      <a:pt x="976312" y="64293"/>
                    </a:lnTo>
                    <a:lnTo>
                      <a:pt x="942975" y="111918"/>
                    </a:lnTo>
                    <a:lnTo>
                      <a:pt x="938212" y="135731"/>
                    </a:lnTo>
                    <a:lnTo>
                      <a:pt x="942975" y="164306"/>
                    </a:lnTo>
                    <a:lnTo>
                      <a:pt x="914400" y="180975"/>
                    </a:lnTo>
                    <a:lnTo>
                      <a:pt x="852487" y="180975"/>
                    </a:lnTo>
                    <a:lnTo>
                      <a:pt x="845343" y="135731"/>
                    </a:lnTo>
                    <a:lnTo>
                      <a:pt x="859631" y="102393"/>
                    </a:lnTo>
                    <a:lnTo>
                      <a:pt x="809625" y="95250"/>
                    </a:lnTo>
                    <a:lnTo>
                      <a:pt x="776287" y="76200"/>
                    </a:lnTo>
                    <a:lnTo>
                      <a:pt x="757237" y="100012"/>
                    </a:lnTo>
                    <a:lnTo>
                      <a:pt x="711993" y="61912"/>
                    </a:lnTo>
                    <a:lnTo>
                      <a:pt x="673893" y="80962"/>
                    </a:lnTo>
                    <a:lnTo>
                      <a:pt x="659606" y="126206"/>
                    </a:lnTo>
                    <a:lnTo>
                      <a:pt x="704850" y="197643"/>
                    </a:lnTo>
                    <a:lnTo>
                      <a:pt x="671512" y="235743"/>
                    </a:lnTo>
                    <a:lnTo>
                      <a:pt x="671512" y="259556"/>
                    </a:lnTo>
                    <a:lnTo>
                      <a:pt x="628650" y="285750"/>
                    </a:lnTo>
                    <a:lnTo>
                      <a:pt x="604837" y="335756"/>
                    </a:lnTo>
                    <a:lnTo>
                      <a:pt x="611981" y="359568"/>
                    </a:lnTo>
                    <a:lnTo>
                      <a:pt x="550068" y="390525"/>
                    </a:lnTo>
                    <a:lnTo>
                      <a:pt x="552450" y="419100"/>
                    </a:lnTo>
                    <a:lnTo>
                      <a:pt x="628650" y="464343"/>
                    </a:lnTo>
                    <a:lnTo>
                      <a:pt x="626268" y="502443"/>
                    </a:lnTo>
                    <a:lnTo>
                      <a:pt x="595312" y="526256"/>
                    </a:lnTo>
                    <a:lnTo>
                      <a:pt x="502443" y="533400"/>
                    </a:lnTo>
                    <a:lnTo>
                      <a:pt x="485775" y="564356"/>
                    </a:lnTo>
                    <a:lnTo>
                      <a:pt x="464343" y="564356"/>
                    </a:lnTo>
                    <a:lnTo>
                      <a:pt x="426243" y="514350"/>
                    </a:lnTo>
                    <a:lnTo>
                      <a:pt x="390525" y="509587"/>
                    </a:lnTo>
                    <a:lnTo>
                      <a:pt x="304800" y="569118"/>
                    </a:lnTo>
                    <a:lnTo>
                      <a:pt x="295275" y="621506"/>
                    </a:lnTo>
                    <a:lnTo>
                      <a:pt x="226218" y="652462"/>
                    </a:lnTo>
                    <a:lnTo>
                      <a:pt x="180975" y="702468"/>
                    </a:lnTo>
                    <a:lnTo>
                      <a:pt x="190500" y="716756"/>
                    </a:lnTo>
                    <a:lnTo>
                      <a:pt x="216693" y="721518"/>
                    </a:lnTo>
                    <a:lnTo>
                      <a:pt x="202406" y="747712"/>
                    </a:lnTo>
                    <a:lnTo>
                      <a:pt x="235743" y="785812"/>
                    </a:lnTo>
                    <a:lnTo>
                      <a:pt x="250031" y="814387"/>
                    </a:lnTo>
                    <a:lnTo>
                      <a:pt x="226218" y="862012"/>
                    </a:lnTo>
                    <a:lnTo>
                      <a:pt x="202406" y="895350"/>
                    </a:lnTo>
                    <a:lnTo>
                      <a:pt x="200025" y="931068"/>
                    </a:lnTo>
                    <a:lnTo>
                      <a:pt x="183356" y="945356"/>
                    </a:lnTo>
                    <a:lnTo>
                      <a:pt x="188118" y="1007268"/>
                    </a:lnTo>
                    <a:lnTo>
                      <a:pt x="178593" y="1033462"/>
                    </a:lnTo>
                    <a:lnTo>
                      <a:pt x="145256" y="1023937"/>
                    </a:lnTo>
                    <a:lnTo>
                      <a:pt x="126206" y="1047750"/>
                    </a:lnTo>
                    <a:lnTo>
                      <a:pt x="107156" y="1097756"/>
                    </a:lnTo>
                    <a:lnTo>
                      <a:pt x="92868" y="1159668"/>
                    </a:lnTo>
                    <a:lnTo>
                      <a:pt x="90487" y="1188243"/>
                    </a:lnTo>
                    <a:lnTo>
                      <a:pt x="100012" y="1207293"/>
                    </a:lnTo>
                    <a:lnTo>
                      <a:pt x="83343" y="1219200"/>
                    </a:lnTo>
                    <a:lnTo>
                      <a:pt x="21431" y="1214437"/>
                    </a:lnTo>
                    <a:lnTo>
                      <a:pt x="0" y="1231106"/>
                    </a:lnTo>
                    <a:lnTo>
                      <a:pt x="21431" y="1266825"/>
                    </a:lnTo>
                    <a:lnTo>
                      <a:pt x="54768" y="1328737"/>
                    </a:lnTo>
                    <a:lnTo>
                      <a:pt x="71437" y="1364456"/>
                    </a:lnTo>
                    <a:lnTo>
                      <a:pt x="114300" y="1357312"/>
                    </a:lnTo>
                    <a:lnTo>
                      <a:pt x="128587" y="1250156"/>
                    </a:lnTo>
                    <a:lnTo>
                      <a:pt x="166687" y="1226343"/>
                    </a:lnTo>
                    <a:lnTo>
                      <a:pt x="202406" y="1238250"/>
                    </a:lnTo>
                    <a:lnTo>
                      <a:pt x="233362" y="1273968"/>
                    </a:lnTo>
                    <a:lnTo>
                      <a:pt x="280987" y="1321593"/>
                    </a:lnTo>
                    <a:lnTo>
                      <a:pt x="314325" y="1333500"/>
                    </a:lnTo>
                    <a:lnTo>
                      <a:pt x="333375" y="1309687"/>
                    </a:lnTo>
                    <a:lnTo>
                      <a:pt x="309562" y="1243012"/>
                    </a:lnTo>
                    <a:lnTo>
                      <a:pt x="323850" y="1197768"/>
                    </a:lnTo>
                    <a:lnTo>
                      <a:pt x="369093" y="1188243"/>
                    </a:lnTo>
                    <a:lnTo>
                      <a:pt x="423862" y="1197768"/>
                    </a:lnTo>
                    <a:lnTo>
                      <a:pt x="440531" y="1231106"/>
                    </a:lnTo>
                    <a:lnTo>
                      <a:pt x="504825" y="1245393"/>
                    </a:lnTo>
                    <a:lnTo>
                      <a:pt x="550068" y="1228725"/>
                    </a:lnTo>
                    <a:lnTo>
                      <a:pt x="607218" y="1162050"/>
                    </a:lnTo>
                    <a:lnTo>
                      <a:pt x="645318" y="1126331"/>
                    </a:lnTo>
                    <a:lnTo>
                      <a:pt x="702468" y="1109662"/>
                    </a:lnTo>
                    <a:lnTo>
                      <a:pt x="740568" y="1116806"/>
                    </a:lnTo>
                    <a:lnTo>
                      <a:pt x="754856" y="1159668"/>
                    </a:lnTo>
                    <a:lnTo>
                      <a:pt x="781050" y="1190625"/>
                    </a:lnTo>
                    <a:lnTo>
                      <a:pt x="845343" y="1204912"/>
                    </a:lnTo>
                    <a:lnTo>
                      <a:pt x="831056" y="1281112"/>
                    </a:lnTo>
                    <a:lnTo>
                      <a:pt x="800100" y="1321593"/>
                    </a:lnTo>
                    <a:lnTo>
                      <a:pt x="762000" y="1354931"/>
                    </a:lnTo>
                    <a:lnTo>
                      <a:pt x="721518" y="1378743"/>
                    </a:lnTo>
                    <a:lnTo>
                      <a:pt x="688181" y="1428750"/>
                    </a:lnTo>
                    <a:lnTo>
                      <a:pt x="681037" y="1452562"/>
                    </a:lnTo>
                    <a:lnTo>
                      <a:pt x="697706" y="1466850"/>
                    </a:lnTo>
                    <a:lnTo>
                      <a:pt x="764381" y="1464468"/>
                    </a:lnTo>
                    <a:lnTo>
                      <a:pt x="792956" y="1497806"/>
                    </a:lnTo>
                    <a:lnTo>
                      <a:pt x="816768" y="1459706"/>
                    </a:lnTo>
                    <a:lnTo>
                      <a:pt x="838200" y="1452562"/>
                    </a:lnTo>
                    <a:lnTo>
                      <a:pt x="835818" y="1383506"/>
                    </a:lnTo>
                    <a:lnTo>
                      <a:pt x="883443" y="1366837"/>
                    </a:lnTo>
                    <a:lnTo>
                      <a:pt x="914400" y="1297781"/>
                    </a:lnTo>
                    <a:lnTo>
                      <a:pt x="942975" y="1262062"/>
                    </a:lnTo>
                    <a:lnTo>
                      <a:pt x="983456" y="1252537"/>
                    </a:lnTo>
                    <a:lnTo>
                      <a:pt x="1021556" y="1271587"/>
                    </a:lnTo>
                    <a:lnTo>
                      <a:pt x="1081087" y="1285875"/>
                    </a:lnTo>
                    <a:lnTo>
                      <a:pt x="1081087" y="1285875"/>
                    </a:lnTo>
                    <a:lnTo>
                      <a:pt x="1073943" y="1250156"/>
                    </a:lnTo>
                    <a:lnTo>
                      <a:pt x="1109662" y="1226343"/>
                    </a:lnTo>
                    <a:lnTo>
                      <a:pt x="1138237" y="1212056"/>
                    </a:lnTo>
                    <a:lnTo>
                      <a:pt x="1176337" y="1214437"/>
                    </a:lnTo>
                    <a:lnTo>
                      <a:pt x="1209675" y="1226343"/>
                    </a:lnTo>
                    <a:lnTo>
                      <a:pt x="1226343" y="1254918"/>
                    </a:lnTo>
                    <a:lnTo>
                      <a:pt x="1250156" y="1219200"/>
                    </a:lnTo>
                    <a:lnTo>
                      <a:pt x="1293018" y="1207293"/>
                    </a:lnTo>
                    <a:lnTo>
                      <a:pt x="1304925" y="1197768"/>
                    </a:lnTo>
                    <a:lnTo>
                      <a:pt x="1297781" y="1135856"/>
                    </a:lnTo>
                    <a:lnTo>
                      <a:pt x="1247775" y="1050131"/>
                    </a:lnTo>
                    <a:lnTo>
                      <a:pt x="1207293" y="1009650"/>
                    </a:lnTo>
                    <a:lnTo>
                      <a:pt x="1164431" y="1000125"/>
                    </a:lnTo>
                    <a:lnTo>
                      <a:pt x="1164431" y="957262"/>
                    </a:lnTo>
                    <a:lnTo>
                      <a:pt x="1157287" y="919162"/>
                    </a:lnTo>
                    <a:lnTo>
                      <a:pt x="1176337" y="873918"/>
                    </a:lnTo>
                    <a:lnTo>
                      <a:pt x="1214437" y="854868"/>
                    </a:lnTo>
                    <a:lnTo>
                      <a:pt x="1233487" y="859631"/>
                    </a:lnTo>
                    <a:lnTo>
                      <a:pt x="1264443" y="831056"/>
                    </a:lnTo>
                    <a:lnTo>
                      <a:pt x="1278731" y="790575"/>
                    </a:lnTo>
                    <a:lnTo>
                      <a:pt x="1331118" y="814387"/>
                    </a:lnTo>
                    <a:lnTo>
                      <a:pt x="1331118" y="845343"/>
                    </a:lnTo>
                    <a:lnTo>
                      <a:pt x="1331118" y="845343"/>
                    </a:lnTo>
                    <a:lnTo>
                      <a:pt x="1338262" y="876300"/>
                    </a:lnTo>
                    <a:lnTo>
                      <a:pt x="1359693" y="840581"/>
                    </a:lnTo>
                    <a:lnTo>
                      <a:pt x="1388268" y="854868"/>
                    </a:lnTo>
                    <a:lnTo>
                      <a:pt x="1421606" y="828675"/>
                    </a:lnTo>
                    <a:lnTo>
                      <a:pt x="1459706" y="847725"/>
                    </a:lnTo>
                    <a:cubicBezTo>
                      <a:pt x="1460500" y="825500"/>
                      <a:pt x="1461293" y="803275"/>
                      <a:pt x="1462087" y="781050"/>
                    </a:cubicBezTo>
                    <a:lnTo>
                      <a:pt x="1433512" y="738187"/>
                    </a:lnTo>
                    <a:lnTo>
                      <a:pt x="1428750" y="631031"/>
                    </a:lnTo>
                    <a:lnTo>
                      <a:pt x="1393031" y="602456"/>
                    </a:lnTo>
                    <a:lnTo>
                      <a:pt x="1390650" y="576262"/>
                    </a:lnTo>
                    <a:lnTo>
                      <a:pt x="1404937" y="545306"/>
                    </a:lnTo>
                    <a:lnTo>
                      <a:pt x="1393031" y="502443"/>
                    </a:lnTo>
                    <a:lnTo>
                      <a:pt x="1393031" y="473868"/>
                    </a:lnTo>
                    <a:lnTo>
                      <a:pt x="1407318" y="440531"/>
                    </a:lnTo>
                    <a:lnTo>
                      <a:pt x="1397793" y="390525"/>
                    </a:lnTo>
                    <a:lnTo>
                      <a:pt x="1390650" y="335756"/>
                    </a:lnTo>
                    <a:lnTo>
                      <a:pt x="1412081" y="292893"/>
                    </a:lnTo>
                    <a:lnTo>
                      <a:pt x="1426368" y="264318"/>
                    </a:lnTo>
                    <a:lnTo>
                      <a:pt x="1397793" y="221456"/>
                    </a:lnTo>
                    <a:lnTo>
                      <a:pt x="1423987" y="188118"/>
                    </a:lnTo>
                    <a:lnTo>
                      <a:pt x="1412081" y="171450"/>
                    </a:lnTo>
                    <a:lnTo>
                      <a:pt x="1412081" y="145256"/>
                    </a:lnTo>
                    <a:lnTo>
                      <a:pt x="1362075" y="126206"/>
                    </a:lnTo>
                    <a:lnTo>
                      <a:pt x="1369218" y="107156"/>
                    </a:lnTo>
                    <a:lnTo>
                      <a:pt x="1366837" y="85725"/>
                    </a:lnTo>
                    <a:lnTo>
                      <a:pt x="1373981" y="69056"/>
                    </a:lnTo>
                    <a:lnTo>
                      <a:pt x="1366837" y="45243"/>
                    </a:lnTo>
                    <a:lnTo>
                      <a:pt x="1388268" y="23812"/>
                    </a:lnTo>
                    <a:lnTo>
                      <a:pt x="1378743" y="2381"/>
                    </a:lnTo>
                    <a:lnTo>
                      <a:pt x="1343025" y="14287"/>
                    </a:lnTo>
                    <a:lnTo>
                      <a:pt x="1309687" y="2381"/>
                    </a:lnTo>
                    <a:lnTo>
                      <a:pt x="1295400" y="23812"/>
                    </a:lnTo>
                    <a:lnTo>
                      <a:pt x="1273968" y="59531"/>
                    </a:lnTo>
                    <a:lnTo>
                      <a:pt x="1247775" y="61912"/>
                    </a:lnTo>
                    <a:lnTo>
                      <a:pt x="1200150" y="50006"/>
                    </a:lnTo>
                    <a:lnTo>
                      <a:pt x="1171575" y="47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7" name="파주시">
                <a:extLst>
                  <a:ext uri="{FF2B5EF4-FFF2-40B4-BE49-F238E27FC236}">
                    <a16:creationId xmlns:a16="http://schemas.microsoft.com/office/drawing/2014/main" id="{6FC11D89-9309-EAD0-EB7C-76B32C00706D}"/>
                  </a:ext>
                </a:extLst>
              </p:cNvPr>
              <p:cNvSpPr/>
              <p:nvPr/>
            </p:nvSpPr>
            <p:spPr>
              <a:xfrm>
                <a:off x="3352580" y="3332733"/>
                <a:ext cx="747762" cy="840242"/>
              </a:xfrm>
              <a:custGeom>
                <a:avLst/>
                <a:gdLst>
                  <a:gd name="connsiteX0" fmla="*/ 97631 w 1347787"/>
                  <a:gd name="connsiteY0" fmla="*/ 1514475 h 1514475"/>
                  <a:gd name="connsiteX1" fmla="*/ 80962 w 1347787"/>
                  <a:gd name="connsiteY1" fmla="*/ 1493043 h 1514475"/>
                  <a:gd name="connsiteX2" fmla="*/ 88106 w 1347787"/>
                  <a:gd name="connsiteY2" fmla="*/ 1452562 h 1514475"/>
                  <a:gd name="connsiteX3" fmla="*/ 111918 w 1347787"/>
                  <a:gd name="connsiteY3" fmla="*/ 1426368 h 1514475"/>
                  <a:gd name="connsiteX4" fmla="*/ 116681 w 1347787"/>
                  <a:gd name="connsiteY4" fmla="*/ 1390650 h 1514475"/>
                  <a:gd name="connsiteX5" fmla="*/ 107156 w 1347787"/>
                  <a:gd name="connsiteY5" fmla="*/ 1371600 h 1514475"/>
                  <a:gd name="connsiteX6" fmla="*/ 111918 w 1347787"/>
                  <a:gd name="connsiteY6" fmla="*/ 1335881 h 1514475"/>
                  <a:gd name="connsiteX7" fmla="*/ 90487 w 1347787"/>
                  <a:gd name="connsiteY7" fmla="*/ 1316831 h 1514475"/>
                  <a:gd name="connsiteX8" fmla="*/ 76200 w 1347787"/>
                  <a:gd name="connsiteY8" fmla="*/ 1285875 h 1514475"/>
                  <a:gd name="connsiteX9" fmla="*/ 83343 w 1347787"/>
                  <a:gd name="connsiteY9" fmla="*/ 1235868 h 1514475"/>
                  <a:gd name="connsiteX10" fmla="*/ 97631 w 1347787"/>
                  <a:gd name="connsiteY10" fmla="*/ 1223962 h 1514475"/>
                  <a:gd name="connsiteX11" fmla="*/ 97631 w 1347787"/>
                  <a:gd name="connsiteY11" fmla="*/ 1185862 h 1514475"/>
                  <a:gd name="connsiteX12" fmla="*/ 88106 w 1347787"/>
                  <a:gd name="connsiteY12" fmla="*/ 1166812 h 1514475"/>
                  <a:gd name="connsiteX13" fmla="*/ 52387 w 1347787"/>
                  <a:gd name="connsiteY13" fmla="*/ 1154906 h 1514475"/>
                  <a:gd name="connsiteX14" fmla="*/ 35718 w 1347787"/>
                  <a:gd name="connsiteY14" fmla="*/ 1133475 h 1514475"/>
                  <a:gd name="connsiteX15" fmla="*/ 57150 w 1347787"/>
                  <a:gd name="connsiteY15" fmla="*/ 1090612 h 1514475"/>
                  <a:gd name="connsiteX16" fmla="*/ 47625 w 1347787"/>
                  <a:gd name="connsiteY16" fmla="*/ 1062037 h 1514475"/>
                  <a:gd name="connsiteX17" fmla="*/ 50006 w 1347787"/>
                  <a:gd name="connsiteY17" fmla="*/ 1035843 h 1514475"/>
                  <a:gd name="connsiteX18" fmla="*/ 73818 w 1347787"/>
                  <a:gd name="connsiteY18" fmla="*/ 988218 h 1514475"/>
                  <a:gd name="connsiteX19" fmla="*/ 71437 w 1347787"/>
                  <a:gd name="connsiteY19" fmla="*/ 959643 h 1514475"/>
                  <a:gd name="connsiteX20" fmla="*/ 40481 w 1347787"/>
                  <a:gd name="connsiteY20" fmla="*/ 904875 h 1514475"/>
                  <a:gd name="connsiteX21" fmla="*/ 38100 w 1347787"/>
                  <a:gd name="connsiteY21" fmla="*/ 864393 h 1514475"/>
                  <a:gd name="connsiteX22" fmla="*/ 4762 w 1347787"/>
                  <a:gd name="connsiteY22" fmla="*/ 819150 h 1514475"/>
                  <a:gd name="connsiteX23" fmla="*/ 7143 w 1347787"/>
                  <a:gd name="connsiteY23" fmla="*/ 797718 h 1514475"/>
                  <a:gd name="connsiteX24" fmla="*/ 21431 w 1347787"/>
                  <a:gd name="connsiteY24" fmla="*/ 788193 h 1514475"/>
                  <a:gd name="connsiteX25" fmla="*/ 45243 w 1347787"/>
                  <a:gd name="connsiteY25" fmla="*/ 790575 h 1514475"/>
                  <a:gd name="connsiteX26" fmla="*/ 42862 w 1347787"/>
                  <a:gd name="connsiteY26" fmla="*/ 757237 h 1514475"/>
                  <a:gd name="connsiteX27" fmla="*/ 69056 w 1347787"/>
                  <a:gd name="connsiteY27" fmla="*/ 721518 h 1514475"/>
                  <a:gd name="connsiteX28" fmla="*/ 90487 w 1347787"/>
                  <a:gd name="connsiteY28" fmla="*/ 690562 h 1514475"/>
                  <a:gd name="connsiteX29" fmla="*/ 76200 w 1347787"/>
                  <a:gd name="connsiteY29" fmla="*/ 661987 h 1514475"/>
                  <a:gd name="connsiteX30" fmla="*/ 64293 w 1347787"/>
                  <a:gd name="connsiteY30" fmla="*/ 654843 h 1514475"/>
                  <a:gd name="connsiteX31" fmla="*/ 47625 w 1347787"/>
                  <a:gd name="connsiteY31" fmla="*/ 666750 h 1514475"/>
                  <a:gd name="connsiteX32" fmla="*/ 30956 w 1347787"/>
                  <a:gd name="connsiteY32" fmla="*/ 669131 h 1514475"/>
                  <a:gd name="connsiteX33" fmla="*/ 14287 w 1347787"/>
                  <a:gd name="connsiteY33" fmla="*/ 661987 h 1514475"/>
                  <a:gd name="connsiteX34" fmla="*/ 19050 w 1347787"/>
                  <a:gd name="connsiteY34" fmla="*/ 633412 h 1514475"/>
                  <a:gd name="connsiteX35" fmla="*/ 42862 w 1347787"/>
                  <a:gd name="connsiteY35" fmla="*/ 621506 h 1514475"/>
                  <a:gd name="connsiteX36" fmla="*/ 30956 w 1347787"/>
                  <a:gd name="connsiteY36" fmla="*/ 604837 h 1514475"/>
                  <a:gd name="connsiteX37" fmla="*/ 14287 w 1347787"/>
                  <a:gd name="connsiteY37" fmla="*/ 583406 h 1514475"/>
                  <a:gd name="connsiteX38" fmla="*/ 42862 w 1347787"/>
                  <a:gd name="connsiteY38" fmla="*/ 528637 h 1514475"/>
                  <a:gd name="connsiteX39" fmla="*/ 38100 w 1347787"/>
                  <a:gd name="connsiteY39" fmla="*/ 485775 h 1514475"/>
                  <a:gd name="connsiteX40" fmla="*/ 59531 w 1347787"/>
                  <a:gd name="connsiteY40" fmla="*/ 466725 h 1514475"/>
                  <a:gd name="connsiteX41" fmla="*/ 54768 w 1347787"/>
                  <a:gd name="connsiteY41" fmla="*/ 445293 h 1514475"/>
                  <a:gd name="connsiteX42" fmla="*/ 28575 w 1347787"/>
                  <a:gd name="connsiteY42" fmla="*/ 452437 h 1514475"/>
                  <a:gd name="connsiteX43" fmla="*/ 0 w 1347787"/>
                  <a:gd name="connsiteY43" fmla="*/ 433387 h 1514475"/>
                  <a:gd name="connsiteX44" fmla="*/ 4762 w 1347787"/>
                  <a:gd name="connsiteY44" fmla="*/ 407193 h 1514475"/>
                  <a:gd name="connsiteX45" fmla="*/ 2381 w 1347787"/>
                  <a:gd name="connsiteY45" fmla="*/ 361950 h 1514475"/>
                  <a:gd name="connsiteX46" fmla="*/ 19050 w 1347787"/>
                  <a:gd name="connsiteY46" fmla="*/ 338137 h 1514475"/>
                  <a:gd name="connsiteX47" fmla="*/ 9525 w 1347787"/>
                  <a:gd name="connsiteY47" fmla="*/ 314325 h 1514475"/>
                  <a:gd name="connsiteX48" fmla="*/ 28575 w 1347787"/>
                  <a:gd name="connsiteY48" fmla="*/ 280987 h 1514475"/>
                  <a:gd name="connsiteX49" fmla="*/ 28575 w 1347787"/>
                  <a:gd name="connsiteY49" fmla="*/ 252412 h 1514475"/>
                  <a:gd name="connsiteX50" fmla="*/ 66675 w 1347787"/>
                  <a:gd name="connsiteY50" fmla="*/ 245268 h 1514475"/>
                  <a:gd name="connsiteX51" fmla="*/ 100012 w 1347787"/>
                  <a:gd name="connsiteY51" fmla="*/ 214312 h 1514475"/>
                  <a:gd name="connsiteX52" fmla="*/ 135731 w 1347787"/>
                  <a:gd name="connsiteY52" fmla="*/ 188118 h 1514475"/>
                  <a:gd name="connsiteX53" fmla="*/ 147637 w 1347787"/>
                  <a:gd name="connsiteY53" fmla="*/ 159543 h 1514475"/>
                  <a:gd name="connsiteX54" fmla="*/ 188118 w 1347787"/>
                  <a:gd name="connsiteY54" fmla="*/ 171450 h 1514475"/>
                  <a:gd name="connsiteX55" fmla="*/ 188118 w 1347787"/>
                  <a:gd name="connsiteY55" fmla="*/ 195262 h 1514475"/>
                  <a:gd name="connsiteX56" fmla="*/ 211931 w 1347787"/>
                  <a:gd name="connsiteY56" fmla="*/ 209550 h 1514475"/>
                  <a:gd name="connsiteX57" fmla="*/ 235743 w 1347787"/>
                  <a:gd name="connsiteY57" fmla="*/ 188118 h 1514475"/>
                  <a:gd name="connsiteX58" fmla="*/ 271462 w 1347787"/>
                  <a:gd name="connsiteY58" fmla="*/ 207168 h 1514475"/>
                  <a:gd name="connsiteX59" fmla="*/ 292893 w 1347787"/>
                  <a:gd name="connsiteY59" fmla="*/ 169068 h 1514475"/>
                  <a:gd name="connsiteX60" fmla="*/ 323850 w 1347787"/>
                  <a:gd name="connsiteY60" fmla="*/ 147637 h 1514475"/>
                  <a:gd name="connsiteX61" fmla="*/ 354806 w 1347787"/>
                  <a:gd name="connsiteY61" fmla="*/ 116681 h 1514475"/>
                  <a:gd name="connsiteX62" fmla="*/ 402431 w 1347787"/>
                  <a:gd name="connsiteY62" fmla="*/ 135731 h 1514475"/>
                  <a:gd name="connsiteX63" fmla="*/ 421481 w 1347787"/>
                  <a:gd name="connsiteY63" fmla="*/ 119062 h 1514475"/>
                  <a:gd name="connsiteX64" fmla="*/ 445293 w 1347787"/>
                  <a:gd name="connsiteY64" fmla="*/ 121443 h 1514475"/>
                  <a:gd name="connsiteX65" fmla="*/ 464343 w 1347787"/>
                  <a:gd name="connsiteY65" fmla="*/ 111918 h 1514475"/>
                  <a:gd name="connsiteX66" fmla="*/ 476250 w 1347787"/>
                  <a:gd name="connsiteY66" fmla="*/ 76200 h 1514475"/>
                  <a:gd name="connsiteX67" fmla="*/ 495300 w 1347787"/>
                  <a:gd name="connsiteY67" fmla="*/ 69056 h 1514475"/>
                  <a:gd name="connsiteX68" fmla="*/ 507206 w 1347787"/>
                  <a:gd name="connsiteY68" fmla="*/ 83343 h 1514475"/>
                  <a:gd name="connsiteX69" fmla="*/ 507206 w 1347787"/>
                  <a:gd name="connsiteY69" fmla="*/ 121443 h 1514475"/>
                  <a:gd name="connsiteX70" fmla="*/ 550068 w 1347787"/>
                  <a:gd name="connsiteY70" fmla="*/ 166687 h 1514475"/>
                  <a:gd name="connsiteX71" fmla="*/ 573881 w 1347787"/>
                  <a:gd name="connsiteY71" fmla="*/ 233362 h 1514475"/>
                  <a:gd name="connsiteX72" fmla="*/ 592931 w 1347787"/>
                  <a:gd name="connsiteY72" fmla="*/ 257175 h 1514475"/>
                  <a:gd name="connsiteX73" fmla="*/ 645318 w 1347787"/>
                  <a:gd name="connsiteY73" fmla="*/ 247650 h 1514475"/>
                  <a:gd name="connsiteX74" fmla="*/ 664368 w 1347787"/>
                  <a:gd name="connsiteY74" fmla="*/ 240506 h 1514475"/>
                  <a:gd name="connsiteX75" fmla="*/ 676275 w 1347787"/>
                  <a:gd name="connsiteY75" fmla="*/ 219075 h 1514475"/>
                  <a:gd name="connsiteX76" fmla="*/ 678656 w 1347787"/>
                  <a:gd name="connsiteY76" fmla="*/ 178593 h 1514475"/>
                  <a:gd name="connsiteX77" fmla="*/ 685800 w 1347787"/>
                  <a:gd name="connsiteY77" fmla="*/ 133350 h 1514475"/>
                  <a:gd name="connsiteX78" fmla="*/ 697706 w 1347787"/>
                  <a:gd name="connsiteY78" fmla="*/ 119062 h 1514475"/>
                  <a:gd name="connsiteX79" fmla="*/ 728662 w 1347787"/>
                  <a:gd name="connsiteY79" fmla="*/ 130968 h 1514475"/>
                  <a:gd name="connsiteX80" fmla="*/ 778668 w 1347787"/>
                  <a:gd name="connsiteY80" fmla="*/ 190500 h 1514475"/>
                  <a:gd name="connsiteX81" fmla="*/ 835818 w 1347787"/>
                  <a:gd name="connsiteY81" fmla="*/ 216693 h 1514475"/>
                  <a:gd name="connsiteX82" fmla="*/ 881062 w 1347787"/>
                  <a:gd name="connsiteY82" fmla="*/ 207168 h 1514475"/>
                  <a:gd name="connsiteX83" fmla="*/ 890587 w 1347787"/>
                  <a:gd name="connsiteY83" fmla="*/ 173831 h 1514475"/>
                  <a:gd name="connsiteX84" fmla="*/ 888206 w 1347787"/>
                  <a:gd name="connsiteY84" fmla="*/ 140493 h 1514475"/>
                  <a:gd name="connsiteX85" fmla="*/ 878681 w 1347787"/>
                  <a:gd name="connsiteY85" fmla="*/ 111918 h 1514475"/>
                  <a:gd name="connsiteX86" fmla="*/ 876300 w 1347787"/>
                  <a:gd name="connsiteY86" fmla="*/ 85725 h 1514475"/>
                  <a:gd name="connsiteX87" fmla="*/ 890587 w 1347787"/>
                  <a:gd name="connsiteY87" fmla="*/ 69056 h 1514475"/>
                  <a:gd name="connsiteX88" fmla="*/ 938212 w 1347787"/>
                  <a:gd name="connsiteY88" fmla="*/ 78581 h 1514475"/>
                  <a:gd name="connsiteX89" fmla="*/ 950118 w 1347787"/>
                  <a:gd name="connsiteY89" fmla="*/ 107156 h 1514475"/>
                  <a:gd name="connsiteX90" fmla="*/ 1033462 w 1347787"/>
                  <a:gd name="connsiteY90" fmla="*/ 128587 h 1514475"/>
                  <a:gd name="connsiteX91" fmla="*/ 1069181 w 1347787"/>
                  <a:gd name="connsiteY91" fmla="*/ 128587 h 1514475"/>
                  <a:gd name="connsiteX92" fmla="*/ 1131093 w 1347787"/>
                  <a:gd name="connsiteY92" fmla="*/ 80962 h 1514475"/>
                  <a:gd name="connsiteX93" fmla="*/ 1159668 w 1347787"/>
                  <a:gd name="connsiteY93" fmla="*/ 33337 h 1514475"/>
                  <a:gd name="connsiteX94" fmla="*/ 1188243 w 1347787"/>
                  <a:gd name="connsiteY94" fmla="*/ 7143 h 1514475"/>
                  <a:gd name="connsiteX95" fmla="*/ 1238250 w 1347787"/>
                  <a:gd name="connsiteY95" fmla="*/ 0 h 1514475"/>
                  <a:gd name="connsiteX96" fmla="*/ 1259681 w 1347787"/>
                  <a:gd name="connsiteY96" fmla="*/ 23812 h 1514475"/>
                  <a:gd name="connsiteX97" fmla="*/ 1283493 w 1347787"/>
                  <a:gd name="connsiteY97" fmla="*/ 64293 h 1514475"/>
                  <a:gd name="connsiteX98" fmla="*/ 1326356 w 1347787"/>
                  <a:gd name="connsiteY98" fmla="*/ 76200 h 1514475"/>
                  <a:gd name="connsiteX99" fmla="*/ 1347787 w 1347787"/>
                  <a:gd name="connsiteY99" fmla="*/ 90487 h 1514475"/>
                  <a:gd name="connsiteX100" fmla="*/ 1338262 w 1347787"/>
                  <a:gd name="connsiteY100" fmla="*/ 116681 h 1514475"/>
                  <a:gd name="connsiteX101" fmla="*/ 1314450 w 1347787"/>
                  <a:gd name="connsiteY101" fmla="*/ 157162 h 1514475"/>
                  <a:gd name="connsiteX102" fmla="*/ 1283493 w 1347787"/>
                  <a:gd name="connsiteY102" fmla="*/ 173831 h 1514475"/>
                  <a:gd name="connsiteX103" fmla="*/ 1238250 w 1347787"/>
                  <a:gd name="connsiteY103" fmla="*/ 207168 h 1514475"/>
                  <a:gd name="connsiteX104" fmla="*/ 1204912 w 1347787"/>
                  <a:gd name="connsiteY104" fmla="*/ 252412 h 1514475"/>
                  <a:gd name="connsiteX105" fmla="*/ 1183481 w 1347787"/>
                  <a:gd name="connsiteY105" fmla="*/ 300037 h 1514475"/>
                  <a:gd name="connsiteX106" fmla="*/ 1183481 w 1347787"/>
                  <a:gd name="connsiteY106" fmla="*/ 319087 h 1514475"/>
                  <a:gd name="connsiteX107" fmla="*/ 1128712 w 1347787"/>
                  <a:gd name="connsiteY107" fmla="*/ 330993 h 1514475"/>
                  <a:gd name="connsiteX108" fmla="*/ 1131093 w 1347787"/>
                  <a:gd name="connsiteY108" fmla="*/ 364331 h 1514475"/>
                  <a:gd name="connsiteX109" fmla="*/ 1123950 w 1347787"/>
                  <a:gd name="connsiteY109" fmla="*/ 397668 h 1514475"/>
                  <a:gd name="connsiteX110" fmla="*/ 1085850 w 1347787"/>
                  <a:gd name="connsiteY110" fmla="*/ 421481 h 1514475"/>
                  <a:gd name="connsiteX111" fmla="*/ 1071562 w 1347787"/>
                  <a:gd name="connsiteY111" fmla="*/ 435768 h 1514475"/>
                  <a:gd name="connsiteX112" fmla="*/ 1083468 w 1347787"/>
                  <a:gd name="connsiteY112" fmla="*/ 464343 h 1514475"/>
                  <a:gd name="connsiteX113" fmla="*/ 1088231 w 1347787"/>
                  <a:gd name="connsiteY113" fmla="*/ 478631 h 1514475"/>
                  <a:gd name="connsiteX114" fmla="*/ 1066800 w 1347787"/>
                  <a:gd name="connsiteY114" fmla="*/ 500062 h 1514475"/>
                  <a:gd name="connsiteX115" fmla="*/ 1059656 w 1347787"/>
                  <a:gd name="connsiteY115" fmla="*/ 538162 h 1514475"/>
                  <a:gd name="connsiteX116" fmla="*/ 1052512 w 1347787"/>
                  <a:gd name="connsiteY116" fmla="*/ 621506 h 1514475"/>
                  <a:gd name="connsiteX117" fmla="*/ 1042987 w 1347787"/>
                  <a:gd name="connsiteY117" fmla="*/ 688181 h 1514475"/>
                  <a:gd name="connsiteX118" fmla="*/ 1016793 w 1347787"/>
                  <a:gd name="connsiteY118" fmla="*/ 773906 h 1514475"/>
                  <a:gd name="connsiteX119" fmla="*/ 1004887 w 1347787"/>
                  <a:gd name="connsiteY119" fmla="*/ 804862 h 1514475"/>
                  <a:gd name="connsiteX120" fmla="*/ 976312 w 1347787"/>
                  <a:gd name="connsiteY120" fmla="*/ 792956 h 1514475"/>
                  <a:gd name="connsiteX121" fmla="*/ 921543 w 1347787"/>
                  <a:gd name="connsiteY121" fmla="*/ 816768 h 1514475"/>
                  <a:gd name="connsiteX122" fmla="*/ 919162 w 1347787"/>
                  <a:gd name="connsiteY122" fmla="*/ 847725 h 1514475"/>
                  <a:gd name="connsiteX123" fmla="*/ 888206 w 1347787"/>
                  <a:gd name="connsiteY123" fmla="*/ 873918 h 1514475"/>
                  <a:gd name="connsiteX124" fmla="*/ 892968 w 1347787"/>
                  <a:gd name="connsiteY124" fmla="*/ 912018 h 1514475"/>
                  <a:gd name="connsiteX125" fmla="*/ 914400 w 1347787"/>
                  <a:gd name="connsiteY125" fmla="*/ 950118 h 1514475"/>
                  <a:gd name="connsiteX126" fmla="*/ 916781 w 1347787"/>
                  <a:gd name="connsiteY126" fmla="*/ 981075 h 1514475"/>
                  <a:gd name="connsiteX127" fmla="*/ 892968 w 1347787"/>
                  <a:gd name="connsiteY127" fmla="*/ 997743 h 1514475"/>
                  <a:gd name="connsiteX128" fmla="*/ 895350 w 1347787"/>
                  <a:gd name="connsiteY128" fmla="*/ 1073943 h 1514475"/>
                  <a:gd name="connsiteX129" fmla="*/ 919162 w 1347787"/>
                  <a:gd name="connsiteY129" fmla="*/ 1085850 h 1514475"/>
                  <a:gd name="connsiteX130" fmla="*/ 940593 w 1347787"/>
                  <a:gd name="connsiteY130" fmla="*/ 1081087 h 1514475"/>
                  <a:gd name="connsiteX131" fmla="*/ 973931 w 1347787"/>
                  <a:gd name="connsiteY131" fmla="*/ 1100137 h 1514475"/>
                  <a:gd name="connsiteX132" fmla="*/ 1002506 w 1347787"/>
                  <a:gd name="connsiteY132" fmla="*/ 1104900 h 1514475"/>
                  <a:gd name="connsiteX133" fmla="*/ 1014412 w 1347787"/>
                  <a:gd name="connsiteY133" fmla="*/ 1100137 h 1514475"/>
                  <a:gd name="connsiteX134" fmla="*/ 1004887 w 1347787"/>
                  <a:gd name="connsiteY134" fmla="*/ 1128712 h 1514475"/>
                  <a:gd name="connsiteX135" fmla="*/ 992981 w 1347787"/>
                  <a:gd name="connsiteY135" fmla="*/ 1209675 h 1514475"/>
                  <a:gd name="connsiteX136" fmla="*/ 992981 w 1347787"/>
                  <a:gd name="connsiteY136" fmla="*/ 1235868 h 1514475"/>
                  <a:gd name="connsiteX137" fmla="*/ 957262 w 1347787"/>
                  <a:gd name="connsiteY137" fmla="*/ 1243012 h 1514475"/>
                  <a:gd name="connsiteX138" fmla="*/ 907256 w 1347787"/>
                  <a:gd name="connsiteY138" fmla="*/ 1243012 h 1514475"/>
                  <a:gd name="connsiteX139" fmla="*/ 885825 w 1347787"/>
                  <a:gd name="connsiteY139" fmla="*/ 1281112 h 1514475"/>
                  <a:gd name="connsiteX140" fmla="*/ 885825 w 1347787"/>
                  <a:gd name="connsiteY140" fmla="*/ 1309687 h 1514475"/>
                  <a:gd name="connsiteX141" fmla="*/ 873918 w 1347787"/>
                  <a:gd name="connsiteY141" fmla="*/ 1347787 h 1514475"/>
                  <a:gd name="connsiteX142" fmla="*/ 838200 w 1347787"/>
                  <a:gd name="connsiteY142" fmla="*/ 1357312 h 1514475"/>
                  <a:gd name="connsiteX143" fmla="*/ 785812 w 1347787"/>
                  <a:gd name="connsiteY143" fmla="*/ 1331118 h 1514475"/>
                  <a:gd name="connsiteX144" fmla="*/ 740568 w 1347787"/>
                  <a:gd name="connsiteY144" fmla="*/ 1304925 h 1514475"/>
                  <a:gd name="connsiteX145" fmla="*/ 688181 w 1347787"/>
                  <a:gd name="connsiteY145" fmla="*/ 1304925 h 1514475"/>
                  <a:gd name="connsiteX146" fmla="*/ 642937 w 1347787"/>
                  <a:gd name="connsiteY146" fmla="*/ 1335881 h 1514475"/>
                  <a:gd name="connsiteX147" fmla="*/ 595312 w 1347787"/>
                  <a:gd name="connsiteY147" fmla="*/ 1364456 h 1514475"/>
                  <a:gd name="connsiteX148" fmla="*/ 557212 w 1347787"/>
                  <a:gd name="connsiteY148" fmla="*/ 1362075 h 1514475"/>
                  <a:gd name="connsiteX149" fmla="*/ 523875 w 1347787"/>
                  <a:gd name="connsiteY149" fmla="*/ 1326356 h 1514475"/>
                  <a:gd name="connsiteX150" fmla="*/ 483393 w 1347787"/>
                  <a:gd name="connsiteY150" fmla="*/ 1309687 h 1514475"/>
                  <a:gd name="connsiteX151" fmla="*/ 471487 w 1347787"/>
                  <a:gd name="connsiteY151" fmla="*/ 1347787 h 1514475"/>
                  <a:gd name="connsiteX152" fmla="*/ 435768 w 1347787"/>
                  <a:gd name="connsiteY152" fmla="*/ 1376362 h 1514475"/>
                  <a:gd name="connsiteX153" fmla="*/ 400050 w 1347787"/>
                  <a:gd name="connsiteY153" fmla="*/ 1416843 h 1514475"/>
                  <a:gd name="connsiteX154" fmla="*/ 383381 w 1347787"/>
                  <a:gd name="connsiteY154" fmla="*/ 1450181 h 1514475"/>
                  <a:gd name="connsiteX155" fmla="*/ 328612 w 1347787"/>
                  <a:gd name="connsiteY155" fmla="*/ 1459706 h 1514475"/>
                  <a:gd name="connsiteX156" fmla="*/ 290512 w 1347787"/>
                  <a:gd name="connsiteY156" fmla="*/ 1454943 h 1514475"/>
                  <a:gd name="connsiteX157" fmla="*/ 240506 w 1347787"/>
                  <a:gd name="connsiteY157" fmla="*/ 1445418 h 1514475"/>
                  <a:gd name="connsiteX158" fmla="*/ 183356 w 1347787"/>
                  <a:gd name="connsiteY158" fmla="*/ 1459706 h 1514475"/>
                  <a:gd name="connsiteX159" fmla="*/ 135731 w 1347787"/>
                  <a:gd name="connsiteY159" fmla="*/ 1476375 h 1514475"/>
                  <a:gd name="connsiteX160" fmla="*/ 97631 w 1347787"/>
                  <a:gd name="connsiteY160" fmla="*/ 1514475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347787" h="1514475">
                    <a:moveTo>
                      <a:pt x="97631" y="1514475"/>
                    </a:moveTo>
                    <a:lnTo>
                      <a:pt x="80962" y="1493043"/>
                    </a:lnTo>
                    <a:lnTo>
                      <a:pt x="88106" y="1452562"/>
                    </a:lnTo>
                    <a:lnTo>
                      <a:pt x="111918" y="1426368"/>
                    </a:lnTo>
                    <a:lnTo>
                      <a:pt x="116681" y="1390650"/>
                    </a:lnTo>
                    <a:lnTo>
                      <a:pt x="107156" y="1371600"/>
                    </a:lnTo>
                    <a:lnTo>
                      <a:pt x="111918" y="1335881"/>
                    </a:lnTo>
                    <a:lnTo>
                      <a:pt x="90487" y="1316831"/>
                    </a:lnTo>
                    <a:lnTo>
                      <a:pt x="76200" y="1285875"/>
                    </a:lnTo>
                    <a:lnTo>
                      <a:pt x="83343" y="1235868"/>
                    </a:lnTo>
                    <a:lnTo>
                      <a:pt x="97631" y="1223962"/>
                    </a:lnTo>
                    <a:lnTo>
                      <a:pt x="97631" y="1185862"/>
                    </a:lnTo>
                    <a:lnTo>
                      <a:pt x="88106" y="1166812"/>
                    </a:lnTo>
                    <a:lnTo>
                      <a:pt x="52387" y="1154906"/>
                    </a:lnTo>
                    <a:lnTo>
                      <a:pt x="35718" y="1133475"/>
                    </a:lnTo>
                    <a:lnTo>
                      <a:pt x="57150" y="1090612"/>
                    </a:lnTo>
                    <a:lnTo>
                      <a:pt x="47625" y="1062037"/>
                    </a:lnTo>
                    <a:lnTo>
                      <a:pt x="50006" y="1035843"/>
                    </a:lnTo>
                    <a:lnTo>
                      <a:pt x="73818" y="988218"/>
                    </a:lnTo>
                    <a:lnTo>
                      <a:pt x="71437" y="959643"/>
                    </a:lnTo>
                    <a:lnTo>
                      <a:pt x="40481" y="904875"/>
                    </a:lnTo>
                    <a:lnTo>
                      <a:pt x="38100" y="864393"/>
                    </a:lnTo>
                    <a:lnTo>
                      <a:pt x="4762" y="819150"/>
                    </a:lnTo>
                    <a:lnTo>
                      <a:pt x="7143" y="797718"/>
                    </a:lnTo>
                    <a:lnTo>
                      <a:pt x="21431" y="788193"/>
                    </a:lnTo>
                    <a:lnTo>
                      <a:pt x="45243" y="790575"/>
                    </a:lnTo>
                    <a:lnTo>
                      <a:pt x="42862" y="757237"/>
                    </a:lnTo>
                    <a:lnTo>
                      <a:pt x="69056" y="721518"/>
                    </a:lnTo>
                    <a:lnTo>
                      <a:pt x="90487" y="690562"/>
                    </a:lnTo>
                    <a:lnTo>
                      <a:pt x="76200" y="661987"/>
                    </a:lnTo>
                    <a:lnTo>
                      <a:pt x="64293" y="654843"/>
                    </a:lnTo>
                    <a:lnTo>
                      <a:pt x="47625" y="666750"/>
                    </a:lnTo>
                    <a:lnTo>
                      <a:pt x="30956" y="669131"/>
                    </a:lnTo>
                    <a:lnTo>
                      <a:pt x="14287" y="661987"/>
                    </a:lnTo>
                    <a:lnTo>
                      <a:pt x="19050" y="633412"/>
                    </a:lnTo>
                    <a:lnTo>
                      <a:pt x="42862" y="621506"/>
                    </a:lnTo>
                    <a:lnTo>
                      <a:pt x="30956" y="604837"/>
                    </a:lnTo>
                    <a:lnTo>
                      <a:pt x="14287" y="583406"/>
                    </a:lnTo>
                    <a:lnTo>
                      <a:pt x="42862" y="528637"/>
                    </a:lnTo>
                    <a:lnTo>
                      <a:pt x="38100" y="485775"/>
                    </a:lnTo>
                    <a:lnTo>
                      <a:pt x="59531" y="466725"/>
                    </a:lnTo>
                    <a:lnTo>
                      <a:pt x="54768" y="445293"/>
                    </a:lnTo>
                    <a:lnTo>
                      <a:pt x="28575" y="452437"/>
                    </a:lnTo>
                    <a:lnTo>
                      <a:pt x="0" y="433387"/>
                    </a:lnTo>
                    <a:lnTo>
                      <a:pt x="4762" y="407193"/>
                    </a:lnTo>
                    <a:lnTo>
                      <a:pt x="2381" y="361950"/>
                    </a:lnTo>
                    <a:lnTo>
                      <a:pt x="19050" y="338137"/>
                    </a:lnTo>
                    <a:lnTo>
                      <a:pt x="9525" y="314325"/>
                    </a:lnTo>
                    <a:lnTo>
                      <a:pt x="28575" y="280987"/>
                    </a:lnTo>
                    <a:lnTo>
                      <a:pt x="28575" y="252412"/>
                    </a:lnTo>
                    <a:lnTo>
                      <a:pt x="66675" y="245268"/>
                    </a:lnTo>
                    <a:lnTo>
                      <a:pt x="100012" y="214312"/>
                    </a:lnTo>
                    <a:lnTo>
                      <a:pt x="135731" y="188118"/>
                    </a:lnTo>
                    <a:lnTo>
                      <a:pt x="147637" y="159543"/>
                    </a:lnTo>
                    <a:lnTo>
                      <a:pt x="188118" y="171450"/>
                    </a:lnTo>
                    <a:lnTo>
                      <a:pt x="188118" y="195262"/>
                    </a:lnTo>
                    <a:lnTo>
                      <a:pt x="211931" y="209550"/>
                    </a:lnTo>
                    <a:lnTo>
                      <a:pt x="235743" y="188118"/>
                    </a:lnTo>
                    <a:lnTo>
                      <a:pt x="271462" y="207168"/>
                    </a:lnTo>
                    <a:lnTo>
                      <a:pt x="292893" y="169068"/>
                    </a:lnTo>
                    <a:lnTo>
                      <a:pt x="323850" y="147637"/>
                    </a:lnTo>
                    <a:lnTo>
                      <a:pt x="354806" y="116681"/>
                    </a:lnTo>
                    <a:lnTo>
                      <a:pt x="402431" y="135731"/>
                    </a:lnTo>
                    <a:lnTo>
                      <a:pt x="421481" y="119062"/>
                    </a:lnTo>
                    <a:lnTo>
                      <a:pt x="445293" y="121443"/>
                    </a:lnTo>
                    <a:lnTo>
                      <a:pt x="464343" y="111918"/>
                    </a:lnTo>
                    <a:lnTo>
                      <a:pt x="476250" y="76200"/>
                    </a:lnTo>
                    <a:lnTo>
                      <a:pt x="495300" y="69056"/>
                    </a:lnTo>
                    <a:lnTo>
                      <a:pt x="507206" y="83343"/>
                    </a:lnTo>
                    <a:lnTo>
                      <a:pt x="507206" y="121443"/>
                    </a:lnTo>
                    <a:lnTo>
                      <a:pt x="550068" y="166687"/>
                    </a:lnTo>
                    <a:lnTo>
                      <a:pt x="573881" y="233362"/>
                    </a:lnTo>
                    <a:lnTo>
                      <a:pt x="592931" y="257175"/>
                    </a:lnTo>
                    <a:lnTo>
                      <a:pt x="645318" y="247650"/>
                    </a:lnTo>
                    <a:lnTo>
                      <a:pt x="664368" y="240506"/>
                    </a:lnTo>
                    <a:lnTo>
                      <a:pt x="676275" y="219075"/>
                    </a:lnTo>
                    <a:lnTo>
                      <a:pt x="678656" y="178593"/>
                    </a:lnTo>
                    <a:lnTo>
                      <a:pt x="685800" y="133350"/>
                    </a:lnTo>
                    <a:lnTo>
                      <a:pt x="697706" y="119062"/>
                    </a:lnTo>
                    <a:lnTo>
                      <a:pt x="728662" y="130968"/>
                    </a:lnTo>
                    <a:lnTo>
                      <a:pt x="778668" y="190500"/>
                    </a:lnTo>
                    <a:lnTo>
                      <a:pt x="835818" y="216693"/>
                    </a:lnTo>
                    <a:lnTo>
                      <a:pt x="881062" y="207168"/>
                    </a:lnTo>
                    <a:lnTo>
                      <a:pt x="890587" y="173831"/>
                    </a:lnTo>
                    <a:lnTo>
                      <a:pt x="888206" y="140493"/>
                    </a:lnTo>
                    <a:lnTo>
                      <a:pt x="878681" y="111918"/>
                    </a:lnTo>
                    <a:lnTo>
                      <a:pt x="876300" y="85725"/>
                    </a:lnTo>
                    <a:lnTo>
                      <a:pt x="890587" y="69056"/>
                    </a:lnTo>
                    <a:lnTo>
                      <a:pt x="938212" y="78581"/>
                    </a:lnTo>
                    <a:lnTo>
                      <a:pt x="950118" y="107156"/>
                    </a:lnTo>
                    <a:lnTo>
                      <a:pt x="1033462" y="128587"/>
                    </a:lnTo>
                    <a:lnTo>
                      <a:pt x="1069181" y="128587"/>
                    </a:lnTo>
                    <a:lnTo>
                      <a:pt x="1131093" y="80962"/>
                    </a:lnTo>
                    <a:lnTo>
                      <a:pt x="1159668" y="33337"/>
                    </a:lnTo>
                    <a:lnTo>
                      <a:pt x="1188243" y="7143"/>
                    </a:lnTo>
                    <a:lnTo>
                      <a:pt x="1238250" y="0"/>
                    </a:lnTo>
                    <a:lnTo>
                      <a:pt x="1259681" y="23812"/>
                    </a:lnTo>
                    <a:lnTo>
                      <a:pt x="1283493" y="64293"/>
                    </a:lnTo>
                    <a:lnTo>
                      <a:pt x="1326356" y="76200"/>
                    </a:lnTo>
                    <a:lnTo>
                      <a:pt x="1347787" y="90487"/>
                    </a:lnTo>
                    <a:lnTo>
                      <a:pt x="1338262" y="116681"/>
                    </a:lnTo>
                    <a:lnTo>
                      <a:pt x="1314450" y="157162"/>
                    </a:lnTo>
                    <a:lnTo>
                      <a:pt x="1283493" y="173831"/>
                    </a:lnTo>
                    <a:lnTo>
                      <a:pt x="1238250" y="207168"/>
                    </a:lnTo>
                    <a:lnTo>
                      <a:pt x="1204912" y="252412"/>
                    </a:lnTo>
                    <a:lnTo>
                      <a:pt x="1183481" y="300037"/>
                    </a:lnTo>
                    <a:lnTo>
                      <a:pt x="1183481" y="319087"/>
                    </a:lnTo>
                    <a:lnTo>
                      <a:pt x="1128712" y="330993"/>
                    </a:lnTo>
                    <a:lnTo>
                      <a:pt x="1131093" y="364331"/>
                    </a:lnTo>
                    <a:lnTo>
                      <a:pt x="1123950" y="397668"/>
                    </a:lnTo>
                    <a:lnTo>
                      <a:pt x="1085850" y="421481"/>
                    </a:lnTo>
                    <a:lnTo>
                      <a:pt x="1071562" y="435768"/>
                    </a:lnTo>
                    <a:lnTo>
                      <a:pt x="1083468" y="464343"/>
                    </a:lnTo>
                    <a:lnTo>
                      <a:pt x="1088231" y="478631"/>
                    </a:lnTo>
                    <a:lnTo>
                      <a:pt x="1066800" y="500062"/>
                    </a:lnTo>
                    <a:lnTo>
                      <a:pt x="1059656" y="538162"/>
                    </a:lnTo>
                    <a:lnTo>
                      <a:pt x="1052512" y="621506"/>
                    </a:lnTo>
                    <a:lnTo>
                      <a:pt x="1042987" y="688181"/>
                    </a:lnTo>
                    <a:lnTo>
                      <a:pt x="1016793" y="773906"/>
                    </a:lnTo>
                    <a:lnTo>
                      <a:pt x="1004887" y="804862"/>
                    </a:lnTo>
                    <a:lnTo>
                      <a:pt x="976312" y="792956"/>
                    </a:lnTo>
                    <a:lnTo>
                      <a:pt x="921543" y="816768"/>
                    </a:lnTo>
                    <a:lnTo>
                      <a:pt x="919162" y="847725"/>
                    </a:lnTo>
                    <a:lnTo>
                      <a:pt x="888206" y="873918"/>
                    </a:lnTo>
                    <a:lnTo>
                      <a:pt x="892968" y="912018"/>
                    </a:lnTo>
                    <a:lnTo>
                      <a:pt x="914400" y="950118"/>
                    </a:lnTo>
                    <a:lnTo>
                      <a:pt x="916781" y="981075"/>
                    </a:lnTo>
                    <a:lnTo>
                      <a:pt x="892968" y="997743"/>
                    </a:lnTo>
                    <a:lnTo>
                      <a:pt x="895350" y="1073943"/>
                    </a:lnTo>
                    <a:lnTo>
                      <a:pt x="919162" y="1085850"/>
                    </a:lnTo>
                    <a:lnTo>
                      <a:pt x="940593" y="1081087"/>
                    </a:lnTo>
                    <a:lnTo>
                      <a:pt x="973931" y="1100137"/>
                    </a:lnTo>
                    <a:lnTo>
                      <a:pt x="1002506" y="1104900"/>
                    </a:lnTo>
                    <a:lnTo>
                      <a:pt x="1014412" y="1100137"/>
                    </a:lnTo>
                    <a:lnTo>
                      <a:pt x="1004887" y="1128712"/>
                    </a:lnTo>
                    <a:lnTo>
                      <a:pt x="992981" y="1209675"/>
                    </a:lnTo>
                    <a:lnTo>
                      <a:pt x="992981" y="1235868"/>
                    </a:lnTo>
                    <a:lnTo>
                      <a:pt x="957262" y="1243012"/>
                    </a:lnTo>
                    <a:lnTo>
                      <a:pt x="907256" y="1243012"/>
                    </a:lnTo>
                    <a:lnTo>
                      <a:pt x="885825" y="1281112"/>
                    </a:lnTo>
                    <a:lnTo>
                      <a:pt x="885825" y="1309687"/>
                    </a:lnTo>
                    <a:lnTo>
                      <a:pt x="873918" y="1347787"/>
                    </a:lnTo>
                    <a:lnTo>
                      <a:pt x="838200" y="1357312"/>
                    </a:lnTo>
                    <a:lnTo>
                      <a:pt x="785812" y="1331118"/>
                    </a:lnTo>
                    <a:lnTo>
                      <a:pt x="740568" y="1304925"/>
                    </a:lnTo>
                    <a:lnTo>
                      <a:pt x="688181" y="1304925"/>
                    </a:lnTo>
                    <a:lnTo>
                      <a:pt x="642937" y="1335881"/>
                    </a:lnTo>
                    <a:lnTo>
                      <a:pt x="595312" y="1364456"/>
                    </a:lnTo>
                    <a:lnTo>
                      <a:pt x="557212" y="1362075"/>
                    </a:lnTo>
                    <a:lnTo>
                      <a:pt x="523875" y="1326356"/>
                    </a:lnTo>
                    <a:lnTo>
                      <a:pt x="483393" y="1309687"/>
                    </a:lnTo>
                    <a:lnTo>
                      <a:pt x="471487" y="1347787"/>
                    </a:lnTo>
                    <a:lnTo>
                      <a:pt x="435768" y="1376362"/>
                    </a:lnTo>
                    <a:lnTo>
                      <a:pt x="400050" y="1416843"/>
                    </a:lnTo>
                    <a:lnTo>
                      <a:pt x="383381" y="1450181"/>
                    </a:lnTo>
                    <a:lnTo>
                      <a:pt x="328612" y="1459706"/>
                    </a:lnTo>
                    <a:lnTo>
                      <a:pt x="290512" y="1454943"/>
                    </a:lnTo>
                    <a:lnTo>
                      <a:pt x="240506" y="1445418"/>
                    </a:lnTo>
                    <a:lnTo>
                      <a:pt x="183356" y="1459706"/>
                    </a:lnTo>
                    <a:lnTo>
                      <a:pt x="135731" y="1476375"/>
                    </a:lnTo>
                    <a:lnTo>
                      <a:pt x="97631" y="151447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6" name="그룹 225">
              <a:extLst>
                <a:ext uri="{FF2B5EF4-FFF2-40B4-BE49-F238E27FC236}">
                  <a16:creationId xmlns:a16="http://schemas.microsoft.com/office/drawing/2014/main" id="{237F838F-0230-DFCC-1BA8-F22FD684AEA1}"/>
                </a:ext>
              </a:extLst>
            </p:cNvPr>
            <p:cNvGrpSpPr/>
            <p:nvPr/>
          </p:nvGrpSpPr>
          <p:grpSpPr>
            <a:xfrm>
              <a:off x="291672" y="3594490"/>
              <a:ext cx="2408138" cy="2222555"/>
              <a:chOff x="2180423" y="3804864"/>
              <a:chExt cx="1861789" cy="1718310"/>
            </a:xfrm>
            <a:solidFill>
              <a:schemeClr val="accent6">
                <a:lumMod val="20000"/>
                <a:lumOff val="80000"/>
              </a:schemeClr>
            </a:solidFill>
          </p:grpSpPr>
          <p:grpSp>
            <p:nvGrpSpPr>
              <p:cNvPr id="384" name="인천">
                <a:extLst>
                  <a:ext uri="{FF2B5EF4-FFF2-40B4-BE49-F238E27FC236}">
                    <a16:creationId xmlns:a16="http://schemas.microsoft.com/office/drawing/2014/main" id="{2C034BCD-1F5E-3752-136B-05576362B16D}"/>
                  </a:ext>
                </a:extLst>
              </p:cNvPr>
              <p:cNvGrpSpPr/>
              <p:nvPr/>
            </p:nvGrpSpPr>
            <p:grpSpPr>
              <a:xfrm>
                <a:off x="2180423" y="3804864"/>
                <a:ext cx="1433433" cy="1316644"/>
                <a:chOff x="2068831" y="2377440"/>
                <a:chExt cx="4442459" cy="4080510"/>
              </a:xfrm>
              <a:grpFill/>
            </p:grpSpPr>
            <p:sp>
              <p:nvSpPr>
                <p:cNvPr id="390" name="계양구">
                  <a:extLst>
                    <a:ext uri="{FF2B5EF4-FFF2-40B4-BE49-F238E27FC236}">
                      <a16:creationId xmlns:a16="http://schemas.microsoft.com/office/drawing/2014/main" id="{FFE525EC-95C2-FD91-F118-E5FD34B28CF5}"/>
                    </a:ext>
                  </a:extLst>
                </p:cNvPr>
                <p:cNvSpPr/>
                <p:nvPr/>
              </p:nvSpPr>
              <p:spPr>
                <a:xfrm>
                  <a:off x="5756910" y="4373879"/>
                  <a:ext cx="754380" cy="621030"/>
                </a:xfrm>
                <a:custGeom>
                  <a:avLst/>
                  <a:gdLst>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79120 w 754380"/>
                    <a:gd name="connsiteY70" fmla="*/ 339090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02240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754380" h="621030">
                      <a:moveTo>
                        <a:pt x="754380" y="102870"/>
                      </a:moveTo>
                      <a:lnTo>
                        <a:pt x="716280" y="76200"/>
                      </a:lnTo>
                      <a:lnTo>
                        <a:pt x="670560" y="72390"/>
                      </a:lnTo>
                      <a:lnTo>
                        <a:pt x="628650" y="76200"/>
                      </a:lnTo>
                      <a:lnTo>
                        <a:pt x="594360" y="38100"/>
                      </a:lnTo>
                      <a:lnTo>
                        <a:pt x="571500" y="38100"/>
                      </a:lnTo>
                      <a:lnTo>
                        <a:pt x="537210" y="45720"/>
                      </a:lnTo>
                      <a:lnTo>
                        <a:pt x="518160" y="87630"/>
                      </a:lnTo>
                      <a:lnTo>
                        <a:pt x="502920" y="106680"/>
                      </a:lnTo>
                      <a:lnTo>
                        <a:pt x="491490" y="106680"/>
                      </a:lnTo>
                      <a:lnTo>
                        <a:pt x="468630" y="95250"/>
                      </a:lnTo>
                      <a:lnTo>
                        <a:pt x="445770" y="64770"/>
                      </a:lnTo>
                      <a:lnTo>
                        <a:pt x="445770" y="64770"/>
                      </a:lnTo>
                      <a:lnTo>
                        <a:pt x="419100" y="19050"/>
                      </a:lnTo>
                      <a:lnTo>
                        <a:pt x="400050" y="0"/>
                      </a:lnTo>
                      <a:lnTo>
                        <a:pt x="400050" y="0"/>
                      </a:lnTo>
                      <a:lnTo>
                        <a:pt x="358140" y="11430"/>
                      </a:lnTo>
                      <a:lnTo>
                        <a:pt x="312420" y="15240"/>
                      </a:lnTo>
                      <a:lnTo>
                        <a:pt x="312420" y="15240"/>
                      </a:lnTo>
                      <a:lnTo>
                        <a:pt x="266700" y="30480"/>
                      </a:lnTo>
                      <a:lnTo>
                        <a:pt x="266700" y="53340"/>
                      </a:lnTo>
                      <a:lnTo>
                        <a:pt x="232410" y="60960"/>
                      </a:lnTo>
                      <a:lnTo>
                        <a:pt x="228600" y="95250"/>
                      </a:lnTo>
                      <a:lnTo>
                        <a:pt x="228600" y="114300"/>
                      </a:lnTo>
                      <a:lnTo>
                        <a:pt x="179070" y="118110"/>
                      </a:lnTo>
                      <a:lnTo>
                        <a:pt x="125730" y="99060"/>
                      </a:lnTo>
                      <a:lnTo>
                        <a:pt x="57150" y="72390"/>
                      </a:lnTo>
                      <a:lnTo>
                        <a:pt x="45720" y="60960"/>
                      </a:lnTo>
                      <a:lnTo>
                        <a:pt x="11430" y="76200"/>
                      </a:lnTo>
                      <a:lnTo>
                        <a:pt x="0" y="121920"/>
                      </a:lnTo>
                      <a:lnTo>
                        <a:pt x="15240" y="156210"/>
                      </a:lnTo>
                      <a:lnTo>
                        <a:pt x="38100" y="156210"/>
                      </a:lnTo>
                      <a:lnTo>
                        <a:pt x="68580" y="160020"/>
                      </a:lnTo>
                      <a:lnTo>
                        <a:pt x="99060" y="182880"/>
                      </a:lnTo>
                      <a:lnTo>
                        <a:pt x="129540" y="194310"/>
                      </a:lnTo>
                      <a:lnTo>
                        <a:pt x="148590" y="201930"/>
                      </a:lnTo>
                      <a:lnTo>
                        <a:pt x="148590" y="220980"/>
                      </a:lnTo>
                      <a:lnTo>
                        <a:pt x="133350" y="232410"/>
                      </a:lnTo>
                      <a:lnTo>
                        <a:pt x="129540" y="266700"/>
                      </a:lnTo>
                      <a:lnTo>
                        <a:pt x="129540" y="293370"/>
                      </a:lnTo>
                      <a:lnTo>
                        <a:pt x="152400" y="308610"/>
                      </a:lnTo>
                      <a:lnTo>
                        <a:pt x="182880" y="316230"/>
                      </a:lnTo>
                      <a:lnTo>
                        <a:pt x="186690" y="339090"/>
                      </a:lnTo>
                      <a:lnTo>
                        <a:pt x="190500" y="373380"/>
                      </a:lnTo>
                      <a:lnTo>
                        <a:pt x="179070" y="388620"/>
                      </a:lnTo>
                      <a:lnTo>
                        <a:pt x="156210" y="411480"/>
                      </a:lnTo>
                      <a:lnTo>
                        <a:pt x="106680" y="419100"/>
                      </a:lnTo>
                      <a:lnTo>
                        <a:pt x="87630" y="430530"/>
                      </a:lnTo>
                      <a:lnTo>
                        <a:pt x="68580" y="449580"/>
                      </a:lnTo>
                      <a:lnTo>
                        <a:pt x="38100" y="480060"/>
                      </a:lnTo>
                      <a:lnTo>
                        <a:pt x="7620" y="495300"/>
                      </a:lnTo>
                      <a:lnTo>
                        <a:pt x="7620" y="518160"/>
                      </a:lnTo>
                      <a:lnTo>
                        <a:pt x="22860" y="548640"/>
                      </a:lnTo>
                      <a:lnTo>
                        <a:pt x="41910" y="579120"/>
                      </a:lnTo>
                      <a:lnTo>
                        <a:pt x="41910" y="579120"/>
                      </a:lnTo>
                      <a:lnTo>
                        <a:pt x="106680" y="579120"/>
                      </a:lnTo>
                      <a:lnTo>
                        <a:pt x="148590" y="594360"/>
                      </a:lnTo>
                      <a:lnTo>
                        <a:pt x="182880" y="594360"/>
                      </a:lnTo>
                      <a:lnTo>
                        <a:pt x="251460" y="571500"/>
                      </a:lnTo>
                      <a:lnTo>
                        <a:pt x="293370" y="556260"/>
                      </a:lnTo>
                      <a:lnTo>
                        <a:pt x="339090" y="552450"/>
                      </a:lnTo>
                      <a:lnTo>
                        <a:pt x="388620" y="556260"/>
                      </a:lnTo>
                      <a:lnTo>
                        <a:pt x="438150" y="575310"/>
                      </a:lnTo>
                      <a:lnTo>
                        <a:pt x="472440" y="571500"/>
                      </a:lnTo>
                      <a:lnTo>
                        <a:pt x="502920" y="594360"/>
                      </a:lnTo>
                      <a:lnTo>
                        <a:pt x="529590" y="621030"/>
                      </a:lnTo>
                      <a:lnTo>
                        <a:pt x="525211" y="567689"/>
                      </a:lnTo>
                      <a:lnTo>
                        <a:pt x="529874" y="488817"/>
                      </a:lnTo>
                      <a:lnTo>
                        <a:pt x="547106" y="440425"/>
                      </a:lnTo>
                      <a:lnTo>
                        <a:pt x="566154" y="369574"/>
                      </a:lnTo>
                      <a:lnTo>
                        <a:pt x="558649" y="302240"/>
                      </a:lnTo>
                      <a:lnTo>
                        <a:pt x="598170" y="281940"/>
                      </a:lnTo>
                      <a:lnTo>
                        <a:pt x="637408" y="264882"/>
                      </a:lnTo>
                      <a:lnTo>
                        <a:pt x="651510" y="205740"/>
                      </a:lnTo>
                      <a:lnTo>
                        <a:pt x="678180" y="160020"/>
                      </a:lnTo>
                      <a:lnTo>
                        <a:pt x="708660" y="144780"/>
                      </a:lnTo>
                      <a:lnTo>
                        <a:pt x="754380" y="10287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1" name="서구">
                  <a:extLst>
                    <a:ext uri="{FF2B5EF4-FFF2-40B4-BE49-F238E27FC236}">
                      <a16:creationId xmlns:a16="http://schemas.microsoft.com/office/drawing/2014/main" id="{726BF48A-878C-D008-0FE9-C484B02ECB12}"/>
                    </a:ext>
                  </a:extLst>
                </p:cNvPr>
                <p:cNvSpPr/>
                <p:nvPr/>
              </p:nvSpPr>
              <p:spPr>
                <a:xfrm>
                  <a:off x="5149215" y="3994785"/>
                  <a:ext cx="891540" cy="1377315"/>
                </a:xfrm>
                <a:custGeom>
                  <a:avLst/>
                  <a:gdLst>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2291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6775 w 891540"/>
                    <a:gd name="connsiteY156" fmla="*/ 400050 h 1377315"/>
                    <a:gd name="connsiteX157" fmla="*/ 891540 w 891540"/>
                    <a:gd name="connsiteY157" fmla="*/ 377190 h 137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891540" h="1377315">
                      <a:moveTo>
                        <a:pt x="891540" y="377190"/>
                      </a:moveTo>
                      <a:lnTo>
                        <a:pt x="887730" y="356235"/>
                      </a:lnTo>
                      <a:lnTo>
                        <a:pt x="851535" y="304800"/>
                      </a:lnTo>
                      <a:lnTo>
                        <a:pt x="834390" y="283845"/>
                      </a:lnTo>
                      <a:lnTo>
                        <a:pt x="790575" y="287655"/>
                      </a:lnTo>
                      <a:lnTo>
                        <a:pt x="775335" y="270510"/>
                      </a:lnTo>
                      <a:lnTo>
                        <a:pt x="765810" y="247650"/>
                      </a:lnTo>
                      <a:lnTo>
                        <a:pt x="760095" y="217170"/>
                      </a:lnTo>
                      <a:lnTo>
                        <a:pt x="744855" y="188595"/>
                      </a:lnTo>
                      <a:lnTo>
                        <a:pt x="720090" y="167640"/>
                      </a:lnTo>
                      <a:lnTo>
                        <a:pt x="681990" y="150495"/>
                      </a:lnTo>
                      <a:lnTo>
                        <a:pt x="651510" y="150495"/>
                      </a:lnTo>
                      <a:lnTo>
                        <a:pt x="628650" y="112395"/>
                      </a:lnTo>
                      <a:lnTo>
                        <a:pt x="601980" y="80010"/>
                      </a:lnTo>
                      <a:lnTo>
                        <a:pt x="554355" y="53340"/>
                      </a:lnTo>
                      <a:lnTo>
                        <a:pt x="493395" y="11430"/>
                      </a:lnTo>
                      <a:lnTo>
                        <a:pt x="461010" y="0"/>
                      </a:lnTo>
                      <a:lnTo>
                        <a:pt x="434340" y="0"/>
                      </a:lnTo>
                      <a:lnTo>
                        <a:pt x="413385" y="13335"/>
                      </a:lnTo>
                      <a:lnTo>
                        <a:pt x="417195" y="45720"/>
                      </a:lnTo>
                      <a:lnTo>
                        <a:pt x="405765" y="66675"/>
                      </a:lnTo>
                      <a:lnTo>
                        <a:pt x="396240" y="85725"/>
                      </a:lnTo>
                      <a:lnTo>
                        <a:pt x="373380" y="80010"/>
                      </a:lnTo>
                      <a:lnTo>
                        <a:pt x="340995" y="80010"/>
                      </a:lnTo>
                      <a:lnTo>
                        <a:pt x="321945" y="93345"/>
                      </a:lnTo>
                      <a:lnTo>
                        <a:pt x="318135" y="133350"/>
                      </a:lnTo>
                      <a:lnTo>
                        <a:pt x="310515" y="167640"/>
                      </a:lnTo>
                      <a:lnTo>
                        <a:pt x="280035" y="211455"/>
                      </a:lnTo>
                      <a:lnTo>
                        <a:pt x="264795" y="245745"/>
                      </a:lnTo>
                      <a:lnTo>
                        <a:pt x="243840" y="283845"/>
                      </a:lnTo>
                      <a:lnTo>
                        <a:pt x="228600" y="297180"/>
                      </a:lnTo>
                      <a:lnTo>
                        <a:pt x="209550" y="297180"/>
                      </a:lnTo>
                      <a:lnTo>
                        <a:pt x="194310" y="291465"/>
                      </a:lnTo>
                      <a:lnTo>
                        <a:pt x="167640" y="276225"/>
                      </a:lnTo>
                      <a:lnTo>
                        <a:pt x="140970" y="280035"/>
                      </a:lnTo>
                      <a:lnTo>
                        <a:pt x="116205" y="287655"/>
                      </a:lnTo>
                      <a:lnTo>
                        <a:pt x="106680" y="329565"/>
                      </a:lnTo>
                      <a:lnTo>
                        <a:pt x="83820" y="340995"/>
                      </a:lnTo>
                      <a:lnTo>
                        <a:pt x="51435" y="356235"/>
                      </a:lnTo>
                      <a:lnTo>
                        <a:pt x="19050" y="375285"/>
                      </a:lnTo>
                      <a:lnTo>
                        <a:pt x="0" y="401955"/>
                      </a:lnTo>
                      <a:lnTo>
                        <a:pt x="9525" y="434340"/>
                      </a:lnTo>
                      <a:lnTo>
                        <a:pt x="45720" y="466725"/>
                      </a:lnTo>
                      <a:lnTo>
                        <a:pt x="62865" y="487680"/>
                      </a:lnTo>
                      <a:lnTo>
                        <a:pt x="80010" y="487680"/>
                      </a:lnTo>
                      <a:lnTo>
                        <a:pt x="93345" y="441960"/>
                      </a:lnTo>
                      <a:lnTo>
                        <a:pt x="102870" y="411480"/>
                      </a:lnTo>
                      <a:lnTo>
                        <a:pt x="148590" y="369570"/>
                      </a:lnTo>
                      <a:lnTo>
                        <a:pt x="167640" y="388620"/>
                      </a:lnTo>
                      <a:lnTo>
                        <a:pt x="161925" y="438150"/>
                      </a:lnTo>
                      <a:lnTo>
                        <a:pt x="173355" y="449580"/>
                      </a:lnTo>
                      <a:lnTo>
                        <a:pt x="194310" y="449580"/>
                      </a:lnTo>
                      <a:lnTo>
                        <a:pt x="219075" y="474345"/>
                      </a:lnTo>
                      <a:lnTo>
                        <a:pt x="232410" y="487680"/>
                      </a:lnTo>
                      <a:lnTo>
                        <a:pt x="253365" y="483870"/>
                      </a:lnTo>
                      <a:lnTo>
                        <a:pt x="278130" y="443865"/>
                      </a:lnTo>
                      <a:lnTo>
                        <a:pt x="278130" y="428625"/>
                      </a:lnTo>
                      <a:lnTo>
                        <a:pt x="302895" y="419100"/>
                      </a:lnTo>
                      <a:lnTo>
                        <a:pt x="342900" y="440055"/>
                      </a:lnTo>
                      <a:lnTo>
                        <a:pt x="360045" y="480060"/>
                      </a:lnTo>
                      <a:lnTo>
                        <a:pt x="367665" y="508635"/>
                      </a:lnTo>
                      <a:lnTo>
                        <a:pt x="401955" y="506730"/>
                      </a:lnTo>
                      <a:lnTo>
                        <a:pt x="438150" y="510540"/>
                      </a:lnTo>
                      <a:lnTo>
                        <a:pt x="466725" y="499110"/>
                      </a:lnTo>
                      <a:lnTo>
                        <a:pt x="481965" y="508635"/>
                      </a:lnTo>
                      <a:lnTo>
                        <a:pt x="481965" y="533400"/>
                      </a:lnTo>
                      <a:lnTo>
                        <a:pt x="447675" y="577215"/>
                      </a:lnTo>
                      <a:lnTo>
                        <a:pt x="405765" y="596265"/>
                      </a:lnTo>
                      <a:lnTo>
                        <a:pt x="375285" y="603885"/>
                      </a:lnTo>
                      <a:lnTo>
                        <a:pt x="342900" y="605790"/>
                      </a:lnTo>
                      <a:lnTo>
                        <a:pt x="314325" y="668655"/>
                      </a:lnTo>
                      <a:lnTo>
                        <a:pt x="295275" y="674370"/>
                      </a:lnTo>
                      <a:lnTo>
                        <a:pt x="262890" y="683895"/>
                      </a:lnTo>
                      <a:lnTo>
                        <a:pt x="211455" y="685800"/>
                      </a:lnTo>
                      <a:lnTo>
                        <a:pt x="190500" y="693420"/>
                      </a:lnTo>
                      <a:lnTo>
                        <a:pt x="144780" y="706755"/>
                      </a:lnTo>
                      <a:lnTo>
                        <a:pt x="118110" y="706755"/>
                      </a:lnTo>
                      <a:lnTo>
                        <a:pt x="104775" y="735330"/>
                      </a:lnTo>
                      <a:lnTo>
                        <a:pt x="102870" y="781050"/>
                      </a:lnTo>
                      <a:lnTo>
                        <a:pt x="89535" y="817245"/>
                      </a:lnTo>
                      <a:lnTo>
                        <a:pt x="74295" y="822960"/>
                      </a:lnTo>
                      <a:lnTo>
                        <a:pt x="60960" y="836295"/>
                      </a:lnTo>
                      <a:lnTo>
                        <a:pt x="49530" y="862965"/>
                      </a:lnTo>
                      <a:lnTo>
                        <a:pt x="68580" y="902970"/>
                      </a:lnTo>
                      <a:lnTo>
                        <a:pt x="110490" y="922020"/>
                      </a:lnTo>
                      <a:lnTo>
                        <a:pt x="133350" y="956310"/>
                      </a:lnTo>
                      <a:lnTo>
                        <a:pt x="139065" y="1005840"/>
                      </a:lnTo>
                      <a:lnTo>
                        <a:pt x="133350" y="1042035"/>
                      </a:lnTo>
                      <a:lnTo>
                        <a:pt x="121920" y="1064895"/>
                      </a:lnTo>
                      <a:lnTo>
                        <a:pt x="121920" y="1095375"/>
                      </a:lnTo>
                      <a:lnTo>
                        <a:pt x="148590" y="1110615"/>
                      </a:lnTo>
                      <a:lnTo>
                        <a:pt x="150495" y="1158240"/>
                      </a:lnTo>
                      <a:lnTo>
                        <a:pt x="171450" y="1173480"/>
                      </a:lnTo>
                      <a:lnTo>
                        <a:pt x="230505" y="1173480"/>
                      </a:lnTo>
                      <a:lnTo>
                        <a:pt x="243840" y="1183005"/>
                      </a:lnTo>
                      <a:lnTo>
                        <a:pt x="266700" y="1169670"/>
                      </a:lnTo>
                      <a:lnTo>
                        <a:pt x="259080" y="1141095"/>
                      </a:lnTo>
                      <a:lnTo>
                        <a:pt x="260985" y="1108710"/>
                      </a:lnTo>
                      <a:lnTo>
                        <a:pt x="289560" y="1102995"/>
                      </a:lnTo>
                      <a:lnTo>
                        <a:pt x="329565" y="1112520"/>
                      </a:lnTo>
                      <a:lnTo>
                        <a:pt x="340995" y="1144905"/>
                      </a:lnTo>
                      <a:lnTo>
                        <a:pt x="340995" y="1184910"/>
                      </a:lnTo>
                      <a:lnTo>
                        <a:pt x="371475" y="1190625"/>
                      </a:lnTo>
                      <a:lnTo>
                        <a:pt x="407670" y="1194435"/>
                      </a:lnTo>
                      <a:lnTo>
                        <a:pt x="457200" y="1223010"/>
                      </a:lnTo>
                      <a:lnTo>
                        <a:pt x="502920" y="1257300"/>
                      </a:lnTo>
                      <a:lnTo>
                        <a:pt x="531495" y="1301115"/>
                      </a:lnTo>
                      <a:lnTo>
                        <a:pt x="546735" y="1343025"/>
                      </a:lnTo>
                      <a:lnTo>
                        <a:pt x="582930" y="1367790"/>
                      </a:lnTo>
                      <a:lnTo>
                        <a:pt x="613410" y="1377315"/>
                      </a:lnTo>
                      <a:lnTo>
                        <a:pt x="645795" y="1352550"/>
                      </a:lnTo>
                      <a:lnTo>
                        <a:pt x="661035" y="1322070"/>
                      </a:lnTo>
                      <a:lnTo>
                        <a:pt x="661035" y="1299210"/>
                      </a:lnTo>
                      <a:lnTo>
                        <a:pt x="680085" y="1287780"/>
                      </a:lnTo>
                      <a:lnTo>
                        <a:pt x="697230" y="1289685"/>
                      </a:lnTo>
                      <a:lnTo>
                        <a:pt x="702945" y="1261110"/>
                      </a:lnTo>
                      <a:lnTo>
                        <a:pt x="683895" y="1219200"/>
                      </a:lnTo>
                      <a:lnTo>
                        <a:pt x="643890" y="1150620"/>
                      </a:lnTo>
                      <a:lnTo>
                        <a:pt x="645795" y="1112520"/>
                      </a:lnTo>
                      <a:lnTo>
                        <a:pt x="634365" y="1085850"/>
                      </a:lnTo>
                      <a:lnTo>
                        <a:pt x="611505" y="1043940"/>
                      </a:lnTo>
                      <a:lnTo>
                        <a:pt x="611505" y="1011555"/>
                      </a:lnTo>
                      <a:lnTo>
                        <a:pt x="636270" y="965835"/>
                      </a:lnTo>
                      <a:lnTo>
                        <a:pt x="636270" y="958215"/>
                      </a:lnTo>
                      <a:lnTo>
                        <a:pt x="611505" y="916305"/>
                      </a:lnTo>
                      <a:lnTo>
                        <a:pt x="601980" y="889635"/>
                      </a:lnTo>
                      <a:lnTo>
                        <a:pt x="603885" y="862965"/>
                      </a:lnTo>
                      <a:lnTo>
                        <a:pt x="632460" y="847725"/>
                      </a:lnTo>
                      <a:lnTo>
                        <a:pt x="670560" y="807720"/>
                      </a:lnTo>
                      <a:lnTo>
                        <a:pt x="695325" y="784860"/>
                      </a:lnTo>
                      <a:lnTo>
                        <a:pt x="731520" y="779145"/>
                      </a:lnTo>
                      <a:lnTo>
                        <a:pt x="765810" y="771525"/>
                      </a:lnTo>
                      <a:lnTo>
                        <a:pt x="781050" y="750570"/>
                      </a:lnTo>
                      <a:lnTo>
                        <a:pt x="784860" y="725805"/>
                      </a:lnTo>
                      <a:lnTo>
                        <a:pt x="771525" y="702945"/>
                      </a:lnTo>
                      <a:lnTo>
                        <a:pt x="739140" y="697230"/>
                      </a:lnTo>
                      <a:lnTo>
                        <a:pt x="718185" y="670560"/>
                      </a:lnTo>
                      <a:lnTo>
                        <a:pt x="721995" y="615315"/>
                      </a:lnTo>
                      <a:lnTo>
                        <a:pt x="735330" y="594360"/>
                      </a:lnTo>
                      <a:lnTo>
                        <a:pt x="710565" y="577215"/>
                      </a:lnTo>
                      <a:lnTo>
                        <a:pt x="678180" y="560070"/>
                      </a:lnTo>
                      <a:lnTo>
                        <a:pt x="653415" y="552450"/>
                      </a:lnTo>
                      <a:lnTo>
                        <a:pt x="622935" y="548640"/>
                      </a:lnTo>
                      <a:lnTo>
                        <a:pt x="611505" y="542925"/>
                      </a:lnTo>
                      <a:lnTo>
                        <a:pt x="596265" y="512445"/>
                      </a:lnTo>
                      <a:lnTo>
                        <a:pt x="592455" y="487680"/>
                      </a:lnTo>
                      <a:lnTo>
                        <a:pt x="607695" y="441960"/>
                      </a:lnTo>
                      <a:lnTo>
                        <a:pt x="630555" y="428625"/>
                      </a:lnTo>
                      <a:lnTo>
                        <a:pt x="668655" y="421005"/>
                      </a:lnTo>
                      <a:lnTo>
                        <a:pt x="680085" y="438150"/>
                      </a:lnTo>
                      <a:lnTo>
                        <a:pt x="706755" y="457200"/>
                      </a:lnTo>
                      <a:lnTo>
                        <a:pt x="765810" y="470535"/>
                      </a:lnTo>
                      <a:lnTo>
                        <a:pt x="800100" y="485775"/>
                      </a:lnTo>
                      <a:lnTo>
                        <a:pt x="821055" y="485775"/>
                      </a:lnTo>
                      <a:lnTo>
                        <a:pt x="824865" y="430530"/>
                      </a:lnTo>
                      <a:lnTo>
                        <a:pt x="849630" y="428625"/>
                      </a:lnTo>
                      <a:lnTo>
                        <a:pt x="866775" y="400050"/>
                      </a:lnTo>
                      <a:lnTo>
                        <a:pt x="891540" y="37719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2" name="부평구">
                  <a:extLst>
                    <a:ext uri="{FF2B5EF4-FFF2-40B4-BE49-F238E27FC236}">
                      <a16:creationId xmlns:a16="http://schemas.microsoft.com/office/drawing/2014/main" id="{E715800C-F104-EC9A-EBE7-E1E06087CECE}"/>
                    </a:ext>
                  </a:extLst>
                </p:cNvPr>
                <p:cNvSpPr/>
                <p:nvPr/>
              </p:nvSpPr>
              <p:spPr>
                <a:xfrm>
                  <a:off x="5777865" y="4943475"/>
                  <a:ext cx="560070" cy="512445"/>
                </a:xfrm>
                <a:custGeom>
                  <a:avLst/>
                  <a:gdLst>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502920 w 560070"/>
                    <a:gd name="connsiteY67" fmla="*/ 64770 h 512445"/>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480060 w 560070"/>
                    <a:gd name="connsiteY67" fmla="*/ 80010 h 512445"/>
                    <a:gd name="connsiteX68" fmla="*/ 502920 w 560070"/>
                    <a:gd name="connsiteY68" fmla="*/ 64770 h 51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60070" h="512445">
                      <a:moveTo>
                        <a:pt x="502920" y="64770"/>
                      </a:moveTo>
                      <a:lnTo>
                        <a:pt x="462915" y="28575"/>
                      </a:lnTo>
                      <a:lnTo>
                        <a:pt x="445770" y="19050"/>
                      </a:lnTo>
                      <a:lnTo>
                        <a:pt x="422910" y="22860"/>
                      </a:lnTo>
                      <a:lnTo>
                        <a:pt x="405765" y="22860"/>
                      </a:lnTo>
                      <a:lnTo>
                        <a:pt x="379095" y="9525"/>
                      </a:lnTo>
                      <a:lnTo>
                        <a:pt x="354330" y="0"/>
                      </a:lnTo>
                      <a:lnTo>
                        <a:pt x="331470" y="0"/>
                      </a:lnTo>
                      <a:lnTo>
                        <a:pt x="300990" y="0"/>
                      </a:lnTo>
                      <a:lnTo>
                        <a:pt x="272415" y="1905"/>
                      </a:lnTo>
                      <a:lnTo>
                        <a:pt x="224790" y="20955"/>
                      </a:lnTo>
                      <a:lnTo>
                        <a:pt x="177165" y="38100"/>
                      </a:lnTo>
                      <a:lnTo>
                        <a:pt x="129540" y="43815"/>
                      </a:lnTo>
                      <a:lnTo>
                        <a:pt x="106680" y="32385"/>
                      </a:lnTo>
                      <a:lnTo>
                        <a:pt x="81915" y="26670"/>
                      </a:lnTo>
                      <a:lnTo>
                        <a:pt x="51435" y="24765"/>
                      </a:lnTo>
                      <a:lnTo>
                        <a:pt x="28575" y="30480"/>
                      </a:lnTo>
                      <a:lnTo>
                        <a:pt x="3810" y="55245"/>
                      </a:lnTo>
                      <a:lnTo>
                        <a:pt x="0" y="91440"/>
                      </a:lnTo>
                      <a:lnTo>
                        <a:pt x="13335" y="120015"/>
                      </a:lnTo>
                      <a:lnTo>
                        <a:pt x="32385" y="144780"/>
                      </a:lnTo>
                      <a:lnTo>
                        <a:pt x="34290" y="180975"/>
                      </a:lnTo>
                      <a:lnTo>
                        <a:pt x="34290" y="205740"/>
                      </a:lnTo>
                      <a:lnTo>
                        <a:pt x="68580" y="253365"/>
                      </a:lnTo>
                      <a:lnTo>
                        <a:pt x="80010" y="291465"/>
                      </a:lnTo>
                      <a:lnTo>
                        <a:pt x="99060" y="320040"/>
                      </a:lnTo>
                      <a:lnTo>
                        <a:pt x="68580" y="354330"/>
                      </a:lnTo>
                      <a:lnTo>
                        <a:pt x="45720" y="360045"/>
                      </a:lnTo>
                      <a:lnTo>
                        <a:pt x="40005" y="403860"/>
                      </a:lnTo>
                      <a:lnTo>
                        <a:pt x="3810" y="430530"/>
                      </a:lnTo>
                      <a:lnTo>
                        <a:pt x="5715" y="453390"/>
                      </a:lnTo>
                      <a:lnTo>
                        <a:pt x="53340" y="462915"/>
                      </a:lnTo>
                      <a:lnTo>
                        <a:pt x="97155" y="466725"/>
                      </a:lnTo>
                      <a:lnTo>
                        <a:pt x="133350" y="455295"/>
                      </a:lnTo>
                      <a:lnTo>
                        <a:pt x="148590" y="426720"/>
                      </a:lnTo>
                      <a:lnTo>
                        <a:pt x="144780" y="394335"/>
                      </a:lnTo>
                      <a:lnTo>
                        <a:pt x="173355" y="367665"/>
                      </a:lnTo>
                      <a:lnTo>
                        <a:pt x="186690" y="403860"/>
                      </a:lnTo>
                      <a:lnTo>
                        <a:pt x="219075" y="407670"/>
                      </a:lnTo>
                      <a:lnTo>
                        <a:pt x="232410" y="426720"/>
                      </a:lnTo>
                      <a:lnTo>
                        <a:pt x="243840" y="447675"/>
                      </a:lnTo>
                      <a:lnTo>
                        <a:pt x="281940" y="445770"/>
                      </a:lnTo>
                      <a:lnTo>
                        <a:pt x="312420" y="432435"/>
                      </a:lnTo>
                      <a:lnTo>
                        <a:pt x="344805" y="447675"/>
                      </a:lnTo>
                      <a:lnTo>
                        <a:pt x="369570" y="466725"/>
                      </a:lnTo>
                      <a:lnTo>
                        <a:pt x="394335" y="491490"/>
                      </a:lnTo>
                      <a:lnTo>
                        <a:pt x="411480" y="512445"/>
                      </a:lnTo>
                      <a:lnTo>
                        <a:pt x="440055" y="508635"/>
                      </a:lnTo>
                      <a:lnTo>
                        <a:pt x="459105" y="474345"/>
                      </a:lnTo>
                      <a:lnTo>
                        <a:pt x="485775" y="453390"/>
                      </a:lnTo>
                      <a:lnTo>
                        <a:pt x="518160" y="457200"/>
                      </a:lnTo>
                      <a:lnTo>
                        <a:pt x="539115" y="453390"/>
                      </a:lnTo>
                      <a:lnTo>
                        <a:pt x="560070" y="428625"/>
                      </a:lnTo>
                      <a:lnTo>
                        <a:pt x="541020" y="415290"/>
                      </a:lnTo>
                      <a:lnTo>
                        <a:pt x="502920" y="405765"/>
                      </a:lnTo>
                      <a:lnTo>
                        <a:pt x="451485" y="350520"/>
                      </a:lnTo>
                      <a:lnTo>
                        <a:pt x="424815" y="333375"/>
                      </a:lnTo>
                      <a:lnTo>
                        <a:pt x="375285" y="291465"/>
                      </a:lnTo>
                      <a:lnTo>
                        <a:pt x="350520" y="274320"/>
                      </a:lnTo>
                      <a:lnTo>
                        <a:pt x="352425" y="236220"/>
                      </a:lnTo>
                      <a:lnTo>
                        <a:pt x="363855" y="220980"/>
                      </a:lnTo>
                      <a:lnTo>
                        <a:pt x="390525" y="203835"/>
                      </a:lnTo>
                      <a:lnTo>
                        <a:pt x="390525" y="175260"/>
                      </a:lnTo>
                      <a:lnTo>
                        <a:pt x="369570" y="158115"/>
                      </a:lnTo>
                      <a:lnTo>
                        <a:pt x="373380" y="118110"/>
                      </a:lnTo>
                      <a:lnTo>
                        <a:pt x="403860" y="76200"/>
                      </a:lnTo>
                      <a:lnTo>
                        <a:pt x="430530" y="66675"/>
                      </a:lnTo>
                      <a:cubicBezTo>
                        <a:pt x="445135" y="65405"/>
                        <a:pt x="465455" y="81280"/>
                        <a:pt x="480060" y="80010"/>
                      </a:cubicBezTo>
                      <a:lnTo>
                        <a:pt x="502920" y="6477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3" name="동구">
                  <a:extLst>
                    <a:ext uri="{FF2B5EF4-FFF2-40B4-BE49-F238E27FC236}">
                      <a16:creationId xmlns:a16="http://schemas.microsoft.com/office/drawing/2014/main" id="{D6AECF6C-EE26-6ED1-01AA-BF5F2909B8CF}"/>
                    </a:ext>
                  </a:extLst>
                </p:cNvPr>
                <p:cNvSpPr/>
                <p:nvPr/>
              </p:nvSpPr>
              <p:spPr>
                <a:xfrm>
                  <a:off x="5280660" y="5198745"/>
                  <a:ext cx="386715" cy="207645"/>
                </a:xfrm>
                <a:custGeom>
                  <a:avLst/>
                  <a:gdLst>
                    <a:gd name="connsiteX0" fmla="*/ 386715 w 386715"/>
                    <a:gd name="connsiteY0" fmla="*/ 114300 h 207645"/>
                    <a:gd name="connsiteX1" fmla="*/ 352425 w 386715"/>
                    <a:gd name="connsiteY1" fmla="*/ 49530 h 207645"/>
                    <a:gd name="connsiteX2" fmla="*/ 325755 w 386715"/>
                    <a:gd name="connsiteY2" fmla="*/ 36195 h 207645"/>
                    <a:gd name="connsiteX3" fmla="*/ 300990 w 386715"/>
                    <a:gd name="connsiteY3" fmla="*/ 26670 h 207645"/>
                    <a:gd name="connsiteX4" fmla="*/ 276225 w 386715"/>
                    <a:gd name="connsiteY4" fmla="*/ 13335 h 207645"/>
                    <a:gd name="connsiteX5" fmla="*/ 259080 w 386715"/>
                    <a:gd name="connsiteY5" fmla="*/ 7620 h 207645"/>
                    <a:gd name="connsiteX6" fmla="*/ 224790 w 386715"/>
                    <a:gd name="connsiteY6" fmla="*/ 0 h 207645"/>
                    <a:gd name="connsiteX7" fmla="*/ 200025 w 386715"/>
                    <a:gd name="connsiteY7" fmla="*/ 0 h 207645"/>
                    <a:gd name="connsiteX8" fmla="*/ 184785 w 386715"/>
                    <a:gd name="connsiteY8" fmla="*/ 17145 h 207645"/>
                    <a:gd name="connsiteX9" fmla="*/ 169545 w 386715"/>
                    <a:gd name="connsiteY9" fmla="*/ 22860 h 207645"/>
                    <a:gd name="connsiteX10" fmla="*/ 139065 w 386715"/>
                    <a:gd name="connsiteY10" fmla="*/ 24765 h 207645"/>
                    <a:gd name="connsiteX11" fmla="*/ 116205 w 386715"/>
                    <a:gd name="connsiteY11" fmla="*/ 30480 h 207645"/>
                    <a:gd name="connsiteX12" fmla="*/ 95250 w 386715"/>
                    <a:gd name="connsiteY12" fmla="*/ 38100 h 207645"/>
                    <a:gd name="connsiteX13" fmla="*/ 68580 w 386715"/>
                    <a:gd name="connsiteY13" fmla="*/ 32385 h 207645"/>
                    <a:gd name="connsiteX14" fmla="*/ 51435 w 386715"/>
                    <a:gd name="connsiteY14" fmla="*/ 26670 h 207645"/>
                    <a:gd name="connsiteX15" fmla="*/ 34290 w 386715"/>
                    <a:gd name="connsiteY15" fmla="*/ 36195 h 207645"/>
                    <a:gd name="connsiteX16" fmla="*/ 28575 w 386715"/>
                    <a:gd name="connsiteY16" fmla="*/ 47625 h 207645"/>
                    <a:gd name="connsiteX17" fmla="*/ 3810 w 386715"/>
                    <a:gd name="connsiteY17" fmla="*/ 47625 h 207645"/>
                    <a:gd name="connsiteX18" fmla="*/ 0 w 386715"/>
                    <a:gd name="connsiteY18" fmla="*/ 72390 h 207645"/>
                    <a:gd name="connsiteX19" fmla="*/ 9525 w 386715"/>
                    <a:gd name="connsiteY19" fmla="*/ 87630 h 207645"/>
                    <a:gd name="connsiteX20" fmla="*/ 32385 w 386715"/>
                    <a:gd name="connsiteY20" fmla="*/ 83820 h 207645"/>
                    <a:gd name="connsiteX21" fmla="*/ 74295 w 386715"/>
                    <a:gd name="connsiteY21" fmla="*/ 85725 h 207645"/>
                    <a:gd name="connsiteX22" fmla="*/ 120015 w 386715"/>
                    <a:gd name="connsiteY22" fmla="*/ 108585 h 207645"/>
                    <a:gd name="connsiteX23" fmla="*/ 146685 w 386715"/>
                    <a:gd name="connsiteY23" fmla="*/ 133350 h 207645"/>
                    <a:gd name="connsiteX24" fmla="*/ 167640 w 386715"/>
                    <a:gd name="connsiteY24" fmla="*/ 161925 h 207645"/>
                    <a:gd name="connsiteX25" fmla="*/ 194310 w 386715"/>
                    <a:gd name="connsiteY25" fmla="*/ 184785 h 207645"/>
                    <a:gd name="connsiteX26" fmla="*/ 234315 w 386715"/>
                    <a:gd name="connsiteY26" fmla="*/ 207645 h 207645"/>
                    <a:gd name="connsiteX27" fmla="*/ 253365 w 386715"/>
                    <a:gd name="connsiteY27" fmla="*/ 205740 h 207645"/>
                    <a:gd name="connsiteX28" fmla="*/ 270510 w 386715"/>
                    <a:gd name="connsiteY28" fmla="*/ 188595 h 207645"/>
                    <a:gd name="connsiteX29" fmla="*/ 266700 w 386715"/>
                    <a:gd name="connsiteY29" fmla="*/ 142875 h 207645"/>
                    <a:gd name="connsiteX30" fmla="*/ 278130 w 386715"/>
                    <a:gd name="connsiteY30" fmla="*/ 114300 h 207645"/>
                    <a:gd name="connsiteX31" fmla="*/ 304800 w 386715"/>
                    <a:gd name="connsiteY31" fmla="*/ 97155 h 207645"/>
                    <a:gd name="connsiteX32" fmla="*/ 325755 w 386715"/>
                    <a:gd name="connsiteY32" fmla="*/ 91440 h 207645"/>
                    <a:gd name="connsiteX33" fmla="*/ 386715 w 386715"/>
                    <a:gd name="connsiteY33" fmla="*/ 114300 h 207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6715" h="207645">
                      <a:moveTo>
                        <a:pt x="386715" y="114300"/>
                      </a:moveTo>
                      <a:lnTo>
                        <a:pt x="352425" y="49530"/>
                      </a:lnTo>
                      <a:lnTo>
                        <a:pt x="325755" y="36195"/>
                      </a:lnTo>
                      <a:lnTo>
                        <a:pt x="300990" y="26670"/>
                      </a:lnTo>
                      <a:lnTo>
                        <a:pt x="276225" y="13335"/>
                      </a:lnTo>
                      <a:lnTo>
                        <a:pt x="259080" y="7620"/>
                      </a:lnTo>
                      <a:lnTo>
                        <a:pt x="224790" y="0"/>
                      </a:lnTo>
                      <a:lnTo>
                        <a:pt x="200025" y="0"/>
                      </a:lnTo>
                      <a:lnTo>
                        <a:pt x="184785" y="17145"/>
                      </a:lnTo>
                      <a:lnTo>
                        <a:pt x="169545" y="22860"/>
                      </a:lnTo>
                      <a:lnTo>
                        <a:pt x="139065" y="24765"/>
                      </a:lnTo>
                      <a:lnTo>
                        <a:pt x="116205" y="30480"/>
                      </a:lnTo>
                      <a:lnTo>
                        <a:pt x="95250" y="38100"/>
                      </a:lnTo>
                      <a:lnTo>
                        <a:pt x="68580" y="32385"/>
                      </a:lnTo>
                      <a:lnTo>
                        <a:pt x="51435" y="26670"/>
                      </a:lnTo>
                      <a:lnTo>
                        <a:pt x="34290" y="36195"/>
                      </a:lnTo>
                      <a:lnTo>
                        <a:pt x="28575" y="47625"/>
                      </a:lnTo>
                      <a:lnTo>
                        <a:pt x="3810" y="47625"/>
                      </a:lnTo>
                      <a:lnTo>
                        <a:pt x="0" y="72390"/>
                      </a:lnTo>
                      <a:lnTo>
                        <a:pt x="9525" y="87630"/>
                      </a:lnTo>
                      <a:lnTo>
                        <a:pt x="32385" y="83820"/>
                      </a:lnTo>
                      <a:lnTo>
                        <a:pt x="74295" y="85725"/>
                      </a:lnTo>
                      <a:lnTo>
                        <a:pt x="120015" y="108585"/>
                      </a:lnTo>
                      <a:lnTo>
                        <a:pt x="146685" y="133350"/>
                      </a:lnTo>
                      <a:lnTo>
                        <a:pt x="167640" y="161925"/>
                      </a:lnTo>
                      <a:lnTo>
                        <a:pt x="194310" y="184785"/>
                      </a:lnTo>
                      <a:lnTo>
                        <a:pt x="234315" y="207645"/>
                      </a:lnTo>
                      <a:lnTo>
                        <a:pt x="253365" y="205740"/>
                      </a:lnTo>
                      <a:lnTo>
                        <a:pt x="270510" y="188595"/>
                      </a:lnTo>
                      <a:lnTo>
                        <a:pt x="266700" y="142875"/>
                      </a:lnTo>
                      <a:lnTo>
                        <a:pt x="278130" y="114300"/>
                      </a:lnTo>
                      <a:lnTo>
                        <a:pt x="304800" y="97155"/>
                      </a:lnTo>
                      <a:lnTo>
                        <a:pt x="325755" y="91440"/>
                      </a:lnTo>
                      <a:lnTo>
                        <a:pt x="386715" y="1143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4" name="미추홀구">
                  <a:extLst>
                    <a:ext uri="{FF2B5EF4-FFF2-40B4-BE49-F238E27FC236}">
                      <a16:creationId xmlns:a16="http://schemas.microsoft.com/office/drawing/2014/main" id="{FFAEB96C-794C-2283-4768-F1C5AF4A7274}"/>
                    </a:ext>
                  </a:extLst>
                </p:cNvPr>
                <p:cNvSpPr/>
                <p:nvPr/>
              </p:nvSpPr>
              <p:spPr>
                <a:xfrm>
                  <a:off x="5425440" y="5309235"/>
                  <a:ext cx="449580" cy="449580"/>
                </a:xfrm>
                <a:custGeom>
                  <a:avLst/>
                  <a:gdLst>
                    <a:gd name="connsiteX0" fmla="*/ 245745 w 449580"/>
                    <a:gd name="connsiteY0" fmla="*/ 22860 h 449580"/>
                    <a:gd name="connsiteX1" fmla="*/ 188595 w 449580"/>
                    <a:gd name="connsiteY1" fmla="*/ 1905 h 449580"/>
                    <a:gd name="connsiteX2" fmla="*/ 175260 w 449580"/>
                    <a:gd name="connsiteY2" fmla="*/ 0 h 449580"/>
                    <a:gd name="connsiteX3" fmla="*/ 161925 w 449580"/>
                    <a:gd name="connsiteY3" fmla="*/ 5715 h 449580"/>
                    <a:gd name="connsiteX4" fmla="*/ 146685 w 449580"/>
                    <a:gd name="connsiteY4" fmla="*/ 19050 h 449580"/>
                    <a:gd name="connsiteX5" fmla="*/ 142875 w 449580"/>
                    <a:gd name="connsiteY5" fmla="*/ 30480 h 449580"/>
                    <a:gd name="connsiteX6" fmla="*/ 135255 w 449580"/>
                    <a:gd name="connsiteY6" fmla="*/ 43815 h 449580"/>
                    <a:gd name="connsiteX7" fmla="*/ 140970 w 449580"/>
                    <a:gd name="connsiteY7" fmla="*/ 66675 h 449580"/>
                    <a:gd name="connsiteX8" fmla="*/ 140970 w 449580"/>
                    <a:gd name="connsiteY8" fmla="*/ 85725 h 449580"/>
                    <a:gd name="connsiteX9" fmla="*/ 131445 w 449580"/>
                    <a:gd name="connsiteY9" fmla="*/ 100965 h 449580"/>
                    <a:gd name="connsiteX10" fmla="*/ 104775 w 449580"/>
                    <a:gd name="connsiteY10" fmla="*/ 116205 h 449580"/>
                    <a:gd name="connsiteX11" fmla="*/ 81915 w 449580"/>
                    <a:gd name="connsiteY11" fmla="*/ 135255 h 449580"/>
                    <a:gd name="connsiteX12" fmla="*/ 60960 w 449580"/>
                    <a:gd name="connsiteY12" fmla="*/ 142875 h 449580"/>
                    <a:gd name="connsiteX13" fmla="*/ 51435 w 449580"/>
                    <a:gd name="connsiteY13" fmla="*/ 169545 h 449580"/>
                    <a:gd name="connsiteX14" fmla="*/ 36195 w 449580"/>
                    <a:gd name="connsiteY14" fmla="*/ 190500 h 449580"/>
                    <a:gd name="connsiteX15" fmla="*/ 17145 w 449580"/>
                    <a:gd name="connsiteY15" fmla="*/ 238125 h 449580"/>
                    <a:gd name="connsiteX16" fmla="*/ 0 w 449580"/>
                    <a:gd name="connsiteY16" fmla="*/ 259080 h 449580"/>
                    <a:gd name="connsiteX17" fmla="*/ 3810 w 449580"/>
                    <a:gd name="connsiteY17" fmla="*/ 281940 h 449580"/>
                    <a:gd name="connsiteX18" fmla="*/ 22860 w 449580"/>
                    <a:gd name="connsiteY18" fmla="*/ 331470 h 449580"/>
                    <a:gd name="connsiteX19" fmla="*/ 28575 w 449580"/>
                    <a:gd name="connsiteY19" fmla="*/ 371475 h 449580"/>
                    <a:gd name="connsiteX20" fmla="*/ 28575 w 449580"/>
                    <a:gd name="connsiteY20" fmla="*/ 398145 h 449580"/>
                    <a:gd name="connsiteX21" fmla="*/ 15240 w 449580"/>
                    <a:gd name="connsiteY21" fmla="*/ 424815 h 449580"/>
                    <a:gd name="connsiteX22" fmla="*/ 30480 w 449580"/>
                    <a:gd name="connsiteY22" fmla="*/ 441960 h 449580"/>
                    <a:gd name="connsiteX23" fmla="*/ 45720 w 449580"/>
                    <a:gd name="connsiteY23" fmla="*/ 436245 h 449580"/>
                    <a:gd name="connsiteX24" fmla="*/ 62865 w 449580"/>
                    <a:gd name="connsiteY24" fmla="*/ 428625 h 449580"/>
                    <a:gd name="connsiteX25" fmla="*/ 91440 w 449580"/>
                    <a:gd name="connsiteY25" fmla="*/ 392430 h 449580"/>
                    <a:gd name="connsiteX26" fmla="*/ 142875 w 449580"/>
                    <a:gd name="connsiteY26" fmla="*/ 384810 h 449580"/>
                    <a:gd name="connsiteX27" fmla="*/ 196215 w 449580"/>
                    <a:gd name="connsiteY27" fmla="*/ 390525 h 449580"/>
                    <a:gd name="connsiteX28" fmla="*/ 238125 w 449580"/>
                    <a:gd name="connsiteY28" fmla="*/ 403860 h 449580"/>
                    <a:gd name="connsiteX29" fmla="*/ 287655 w 449580"/>
                    <a:gd name="connsiteY29" fmla="*/ 440055 h 449580"/>
                    <a:gd name="connsiteX30" fmla="*/ 312420 w 449580"/>
                    <a:gd name="connsiteY30" fmla="*/ 449580 h 449580"/>
                    <a:gd name="connsiteX31" fmla="*/ 329565 w 449580"/>
                    <a:gd name="connsiteY31" fmla="*/ 449580 h 449580"/>
                    <a:gd name="connsiteX32" fmla="*/ 335280 w 449580"/>
                    <a:gd name="connsiteY32" fmla="*/ 447675 h 449580"/>
                    <a:gd name="connsiteX33" fmla="*/ 350520 w 449580"/>
                    <a:gd name="connsiteY33" fmla="*/ 417195 h 449580"/>
                    <a:gd name="connsiteX34" fmla="*/ 381000 w 449580"/>
                    <a:gd name="connsiteY34" fmla="*/ 405765 h 449580"/>
                    <a:gd name="connsiteX35" fmla="*/ 407670 w 449580"/>
                    <a:gd name="connsiteY35" fmla="*/ 411480 h 449580"/>
                    <a:gd name="connsiteX36" fmla="*/ 428625 w 449580"/>
                    <a:gd name="connsiteY36" fmla="*/ 398145 h 449580"/>
                    <a:gd name="connsiteX37" fmla="*/ 428625 w 449580"/>
                    <a:gd name="connsiteY37" fmla="*/ 367665 h 449580"/>
                    <a:gd name="connsiteX38" fmla="*/ 441960 w 449580"/>
                    <a:gd name="connsiteY38" fmla="*/ 354330 h 449580"/>
                    <a:gd name="connsiteX39" fmla="*/ 449580 w 449580"/>
                    <a:gd name="connsiteY39" fmla="*/ 350520 h 449580"/>
                    <a:gd name="connsiteX40" fmla="*/ 449580 w 449580"/>
                    <a:gd name="connsiteY40" fmla="*/ 329565 h 449580"/>
                    <a:gd name="connsiteX41" fmla="*/ 421005 w 449580"/>
                    <a:gd name="connsiteY41" fmla="*/ 299085 h 449580"/>
                    <a:gd name="connsiteX42" fmla="*/ 398145 w 449580"/>
                    <a:gd name="connsiteY42" fmla="*/ 268605 h 449580"/>
                    <a:gd name="connsiteX43" fmla="*/ 401955 w 449580"/>
                    <a:gd name="connsiteY43" fmla="*/ 236220 h 449580"/>
                    <a:gd name="connsiteX44" fmla="*/ 409575 w 449580"/>
                    <a:gd name="connsiteY44" fmla="*/ 190500 h 449580"/>
                    <a:gd name="connsiteX45" fmla="*/ 422910 w 449580"/>
                    <a:gd name="connsiteY45" fmla="*/ 175260 h 449580"/>
                    <a:gd name="connsiteX46" fmla="*/ 415290 w 449580"/>
                    <a:gd name="connsiteY46" fmla="*/ 160020 h 449580"/>
                    <a:gd name="connsiteX47" fmla="*/ 381000 w 449580"/>
                    <a:gd name="connsiteY47" fmla="*/ 154305 h 449580"/>
                    <a:gd name="connsiteX48" fmla="*/ 342900 w 449580"/>
                    <a:gd name="connsiteY48" fmla="*/ 137160 h 449580"/>
                    <a:gd name="connsiteX49" fmla="*/ 321945 w 449580"/>
                    <a:gd name="connsiteY49" fmla="*/ 123825 h 449580"/>
                    <a:gd name="connsiteX50" fmla="*/ 314325 w 449580"/>
                    <a:gd name="connsiteY50" fmla="*/ 102870 h 449580"/>
                    <a:gd name="connsiteX51" fmla="*/ 310515 w 449580"/>
                    <a:gd name="connsiteY51" fmla="*/ 80010 h 449580"/>
                    <a:gd name="connsiteX52" fmla="*/ 283845 w 449580"/>
                    <a:gd name="connsiteY52" fmla="*/ 64770 h 449580"/>
                    <a:gd name="connsiteX53" fmla="*/ 245745 w 449580"/>
                    <a:gd name="connsiteY53" fmla="*/ 2286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49580" h="449580">
                      <a:moveTo>
                        <a:pt x="245745" y="22860"/>
                      </a:moveTo>
                      <a:lnTo>
                        <a:pt x="188595" y="1905"/>
                      </a:lnTo>
                      <a:lnTo>
                        <a:pt x="175260" y="0"/>
                      </a:lnTo>
                      <a:lnTo>
                        <a:pt x="161925" y="5715"/>
                      </a:lnTo>
                      <a:lnTo>
                        <a:pt x="146685" y="19050"/>
                      </a:lnTo>
                      <a:lnTo>
                        <a:pt x="142875" y="30480"/>
                      </a:lnTo>
                      <a:lnTo>
                        <a:pt x="135255" y="43815"/>
                      </a:lnTo>
                      <a:lnTo>
                        <a:pt x="140970" y="66675"/>
                      </a:lnTo>
                      <a:lnTo>
                        <a:pt x="140970" y="85725"/>
                      </a:lnTo>
                      <a:lnTo>
                        <a:pt x="131445" y="100965"/>
                      </a:lnTo>
                      <a:lnTo>
                        <a:pt x="104775" y="116205"/>
                      </a:lnTo>
                      <a:lnTo>
                        <a:pt x="81915" y="135255"/>
                      </a:lnTo>
                      <a:lnTo>
                        <a:pt x="60960" y="142875"/>
                      </a:lnTo>
                      <a:lnTo>
                        <a:pt x="51435" y="169545"/>
                      </a:lnTo>
                      <a:lnTo>
                        <a:pt x="36195" y="190500"/>
                      </a:lnTo>
                      <a:lnTo>
                        <a:pt x="17145" y="238125"/>
                      </a:lnTo>
                      <a:lnTo>
                        <a:pt x="0" y="259080"/>
                      </a:lnTo>
                      <a:lnTo>
                        <a:pt x="3810" y="281940"/>
                      </a:lnTo>
                      <a:lnTo>
                        <a:pt x="22860" y="331470"/>
                      </a:lnTo>
                      <a:lnTo>
                        <a:pt x="28575" y="371475"/>
                      </a:lnTo>
                      <a:lnTo>
                        <a:pt x="28575" y="398145"/>
                      </a:lnTo>
                      <a:lnTo>
                        <a:pt x="15240" y="424815"/>
                      </a:lnTo>
                      <a:lnTo>
                        <a:pt x="30480" y="441960"/>
                      </a:lnTo>
                      <a:lnTo>
                        <a:pt x="45720" y="436245"/>
                      </a:lnTo>
                      <a:lnTo>
                        <a:pt x="62865" y="428625"/>
                      </a:lnTo>
                      <a:lnTo>
                        <a:pt x="91440" y="392430"/>
                      </a:lnTo>
                      <a:lnTo>
                        <a:pt x="142875" y="384810"/>
                      </a:lnTo>
                      <a:lnTo>
                        <a:pt x="196215" y="390525"/>
                      </a:lnTo>
                      <a:lnTo>
                        <a:pt x="238125" y="403860"/>
                      </a:lnTo>
                      <a:lnTo>
                        <a:pt x="287655" y="440055"/>
                      </a:lnTo>
                      <a:lnTo>
                        <a:pt x="312420" y="449580"/>
                      </a:lnTo>
                      <a:lnTo>
                        <a:pt x="329565" y="449580"/>
                      </a:lnTo>
                      <a:lnTo>
                        <a:pt x="335280" y="447675"/>
                      </a:lnTo>
                      <a:lnTo>
                        <a:pt x="350520" y="417195"/>
                      </a:lnTo>
                      <a:lnTo>
                        <a:pt x="381000" y="405765"/>
                      </a:lnTo>
                      <a:lnTo>
                        <a:pt x="407670" y="411480"/>
                      </a:lnTo>
                      <a:lnTo>
                        <a:pt x="428625" y="398145"/>
                      </a:lnTo>
                      <a:lnTo>
                        <a:pt x="428625" y="367665"/>
                      </a:lnTo>
                      <a:lnTo>
                        <a:pt x="441960" y="354330"/>
                      </a:lnTo>
                      <a:lnTo>
                        <a:pt x="449580" y="350520"/>
                      </a:lnTo>
                      <a:lnTo>
                        <a:pt x="449580" y="329565"/>
                      </a:lnTo>
                      <a:lnTo>
                        <a:pt x="421005" y="299085"/>
                      </a:lnTo>
                      <a:lnTo>
                        <a:pt x="398145" y="268605"/>
                      </a:lnTo>
                      <a:lnTo>
                        <a:pt x="401955" y="236220"/>
                      </a:lnTo>
                      <a:lnTo>
                        <a:pt x="409575" y="190500"/>
                      </a:lnTo>
                      <a:lnTo>
                        <a:pt x="422910" y="175260"/>
                      </a:lnTo>
                      <a:lnTo>
                        <a:pt x="415290" y="160020"/>
                      </a:lnTo>
                      <a:lnTo>
                        <a:pt x="381000" y="154305"/>
                      </a:lnTo>
                      <a:lnTo>
                        <a:pt x="342900" y="137160"/>
                      </a:lnTo>
                      <a:lnTo>
                        <a:pt x="321945" y="123825"/>
                      </a:lnTo>
                      <a:lnTo>
                        <a:pt x="314325" y="102870"/>
                      </a:lnTo>
                      <a:lnTo>
                        <a:pt x="310515" y="80010"/>
                      </a:lnTo>
                      <a:lnTo>
                        <a:pt x="283845" y="64770"/>
                      </a:lnTo>
                      <a:lnTo>
                        <a:pt x="245745" y="2286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5" name="남동구">
                  <a:extLst>
                    <a:ext uri="{FF2B5EF4-FFF2-40B4-BE49-F238E27FC236}">
                      <a16:creationId xmlns:a16="http://schemas.microsoft.com/office/drawing/2014/main" id="{B398A853-805F-CF44-2E54-1F65EED8D595}"/>
                    </a:ext>
                  </a:extLst>
                </p:cNvPr>
                <p:cNvSpPr/>
                <p:nvPr/>
              </p:nvSpPr>
              <p:spPr>
                <a:xfrm>
                  <a:off x="5655944" y="5335906"/>
                  <a:ext cx="750570" cy="806185"/>
                </a:xfrm>
                <a:custGeom>
                  <a:avLst/>
                  <a:gdLst>
                    <a:gd name="connsiteX0" fmla="*/ 697230 w 750570"/>
                    <a:gd name="connsiteY0" fmla="*/ 38100 h 796290"/>
                    <a:gd name="connsiteX1" fmla="*/ 739140 w 750570"/>
                    <a:gd name="connsiteY1" fmla="*/ 70485 h 796290"/>
                    <a:gd name="connsiteX2" fmla="*/ 744855 w 750570"/>
                    <a:gd name="connsiteY2" fmla="*/ 91440 h 796290"/>
                    <a:gd name="connsiteX3" fmla="*/ 750570 w 750570"/>
                    <a:gd name="connsiteY3" fmla="*/ 160020 h 796290"/>
                    <a:gd name="connsiteX4" fmla="*/ 746760 w 750570"/>
                    <a:gd name="connsiteY4" fmla="*/ 188595 h 796290"/>
                    <a:gd name="connsiteX5" fmla="*/ 735330 w 750570"/>
                    <a:gd name="connsiteY5" fmla="*/ 211455 h 796290"/>
                    <a:gd name="connsiteX6" fmla="*/ 716280 w 750570"/>
                    <a:gd name="connsiteY6" fmla="*/ 241935 h 796290"/>
                    <a:gd name="connsiteX7" fmla="*/ 695325 w 750570"/>
                    <a:gd name="connsiteY7" fmla="*/ 253365 h 796290"/>
                    <a:gd name="connsiteX8" fmla="*/ 685800 w 750570"/>
                    <a:gd name="connsiteY8" fmla="*/ 272415 h 796290"/>
                    <a:gd name="connsiteX9" fmla="*/ 681990 w 750570"/>
                    <a:gd name="connsiteY9" fmla="*/ 293370 h 796290"/>
                    <a:gd name="connsiteX10" fmla="*/ 681990 w 750570"/>
                    <a:gd name="connsiteY10" fmla="*/ 325755 h 796290"/>
                    <a:gd name="connsiteX11" fmla="*/ 681990 w 750570"/>
                    <a:gd name="connsiteY11" fmla="*/ 375285 h 796290"/>
                    <a:gd name="connsiteX12" fmla="*/ 691515 w 750570"/>
                    <a:gd name="connsiteY12" fmla="*/ 394335 h 796290"/>
                    <a:gd name="connsiteX13" fmla="*/ 691515 w 750570"/>
                    <a:gd name="connsiteY13" fmla="*/ 419100 h 796290"/>
                    <a:gd name="connsiteX14" fmla="*/ 668655 w 750570"/>
                    <a:gd name="connsiteY14" fmla="*/ 443865 h 796290"/>
                    <a:gd name="connsiteX15" fmla="*/ 638175 w 750570"/>
                    <a:gd name="connsiteY15" fmla="*/ 466725 h 796290"/>
                    <a:gd name="connsiteX16" fmla="*/ 611505 w 750570"/>
                    <a:gd name="connsiteY16" fmla="*/ 466725 h 796290"/>
                    <a:gd name="connsiteX17" fmla="*/ 586740 w 750570"/>
                    <a:gd name="connsiteY17" fmla="*/ 470535 h 796290"/>
                    <a:gd name="connsiteX18" fmla="*/ 582930 w 750570"/>
                    <a:gd name="connsiteY18" fmla="*/ 489585 h 796290"/>
                    <a:gd name="connsiteX19" fmla="*/ 577215 w 750570"/>
                    <a:gd name="connsiteY19" fmla="*/ 520065 h 796290"/>
                    <a:gd name="connsiteX20" fmla="*/ 550545 w 750570"/>
                    <a:gd name="connsiteY20" fmla="*/ 561975 h 796290"/>
                    <a:gd name="connsiteX21" fmla="*/ 512445 w 750570"/>
                    <a:gd name="connsiteY21" fmla="*/ 607695 h 796290"/>
                    <a:gd name="connsiteX22" fmla="*/ 493395 w 750570"/>
                    <a:gd name="connsiteY22" fmla="*/ 643890 h 796290"/>
                    <a:gd name="connsiteX23" fmla="*/ 459105 w 750570"/>
                    <a:gd name="connsiteY23" fmla="*/ 687705 h 796290"/>
                    <a:gd name="connsiteX24" fmla="*/ 400050 w 750570"/>
                    <a:gd name="connsiteY24" fmla="*/ 754380 h 796290"/>
                    <a:gd name="connsiteX25" fmla="*/ 367665 w 750570"/>
                    <a:gd name="connsiteY25" fmla="*/ 773430 h 796290"/>
                    <a:gd name="connsiteX26" fmla="*/ 318135 w 750570"/>
                    <a:gd name="connsiteY26" fmla="*/ 794385 h 796290"/>
                    <a:gd name="connsiteX27" fmla="*/ 268605 w 750570"/>
                    <a:gd name="connsiteY27" fmla="*/ 796290 h 796290"/>
                    <a:gd name="connsiteX28" fmla="*/ 179070 w 750570"/>
                    <a:gd name="connsiteY28" fmla="*/ 781050 h 796290"/>
                    <a:gd name="connsiteX29" fmla="*/ 158115 w 750570"/>
                    <a:gd name="connsiteY29" fmla="*/ 781050 h 796290"/>
                    <a:gd name="connsiteX30" fmla="*/ 68580 w 750570"/>
                    <a:gd name="connsiteY30" fmla="*/ 744855 h 796290"/>
                    <a:gd name="connsiteX31" fmla="*/ 36195 w 750570"/>
                    <a:gd name="connsiteY31" fmla="*/ 741045 h 796290"/>
                    <a:gd name="connsiteX32" fmla="*/ 5715 w 750570"/>
                    <a:gd name="connsiteY32" fmla="*/ 727710 h 796290"/>
                    <a:gd name="connsiteX33" fmla="*/ 0 w 750570"/>
                    <a:gd name="connsiteY33" fmla="*/ 691515 h 796290"/>
                    <a:gd name="connsiteX34" fmla="*/ 22860 w 750570"/>
                    <a:gd name="connsiteY34" fmla="*/ 664845 h 796290"/>
                    <a:gd name="connsiteX35" fmla="*/ 62865 w 750570"/>
                    <a:gd name="connsiteY35" fmla="*/ 630555 h 796290"/>
                    <a:gd name="connsiteX36" fmla="*/ 93345 w 750570"/>
                    <a:gd name="connsiteY36" fmla="*/ 628650 h 796290"/>
                    <a:gd name="connsiteX37" fmla="*/ 104775 w 750570"/>
                    <a:gd name="connsiteY37" fmla="*/ 615315 h 796290"/>
                    <a:gd name="connsiteX38" fmla="*/ 110490 w 750570"/>
                    <a:gd name="connsiteY38" fmla="*/ 573405 h 796290"/>
                    <a:gd name="connsiteX39" fmla="*/ 148590 w 750570"/>
                    <a:gd name="connsiteY39" fmla="*/ 552450 h 796290"/>
                    <a:gd name="connsiteX40" fmla="*/ 188595 w 750570"/>
                    <a:gd name="connsiteY40" fmla="*/ 518160 h 796290"/>
                    <a:gd name="connsiteX41" fmla="*/ 224790 w 750570"/>
                    <a:gd name="connsiteY41" fmla="*/ 481965 h 796290"/>
                    <a:gd name="connsiteX42" fmla="*/ 249555 w 750570"/>
                    <a:gd name="connsiteY42" fmla="*/ 432435 h 796290"/>
                    <a:gd name="connsiteX43" fmla="*/ 251460 w 750570"/>
                    <a:gd name="connsiteY43" fmla="*/ 403860 h 796290"/>
                    <a:gd name="connsiteX44" fmla="*/ 276225 w 750570"/>
                    <a:gd name="connsiteY44" fmla="*/ 363855 h 796290"/>
                    <a:gd name="connsiteX45" fmla="*/ 257175 w 750570"/>
                    <a:gd name="connsiteY45" fmla="*/ 329565 h 796290"/>
                    <a:gd name="connsiteX46" fmla="*/ 234315 w 750570"/>
                    <a:gd name="connsiteY46" fmla="*/ 321945 h 796290"/>
                    <a:gd name="connsiteX47" fmla="*/ 238125 w 750570"/>
                    <a:gd name="connsiteY47" fmla="*/ 293370 h 796290"/>
                    <a:gd name="connsiteX48" fmla="*/ 205740 w 750570"/>
                    <a:gd name="connsiteY48" fmla="*/ 264795 h 796290"/>
                    <a:gd name="connsiteX49" fmla="*/ 182880 w 750570"/>
                    <a:gd name="connsiteY49" fmla="*/ 243840 h 796290"/>
                    <a:gd name="connsiteX50" fmla="*/ 182880 w 750570"/>
                    <a:gd name="connsiteY50" fmla="*/ 209550 h 796290"/>
                    <a:gd name="connsiteX51" fmla="*/ 196215 w 750570"/>
                    <a:gd name="connsiteY51" fmla="*/ 173355 h 796290"/>
                    <a:gd name="connsiteX52" fmla="*/ 217170 w 750570"/>
                    <a:gd name="connsiteY52" fmla="*/ 146685 h 796290"/>
                    <a:gd name="connsiteX53" fmla="*/ 207645 w 750570"/>
                    <a:gd name="connsiteY53" fmla="*/ 116205 h 796290"/>
                    <a:gd name="connsiteX54" fmla="*/ 167640 w 750570"/>
                    <a:gd name="connsiteY54" fmla="*/ 114300 h 796290"/>
                    <a:gd name="connsiteX55" fmla="*/ 131445 w 750570"/>
                    <a:gd name="connsiteY55" fmla="*/ 104775 h 796290"/>
                    <a:gd name="connsiteX56" fmla="*/ 104775 w 750570"/>
                    <a:gd name="connsiteY56" fmla="*/ 93345 h 796290"/>
                    <a:gd name="connsiteX57" fmla="*/ 99060 w 750570"/>
                    <a:gd name="connsiteY57" fmla="*/ 74295 h 796290"/>
                    <a:gd name="connsiteX58" fmla="*/ 99060 w 750570"/>
                    <a:gd name="connsiteY58" fmla="*/ 59055 h 796290"/>
                    <a:gd name="connsiteX59" fmla="*/ 120015 w 750570"/>
                    <a:gd name="connsiteY59" fmla="*/ 60960 h 796290"/>
                    <a:gd name="connsiteX60" fmla="*/ 131445 w 750570"/>
                    <a:gd name="connsiteY60" fmla="*/ 80010 h 796290"/>
                    <a:gd name="connsiteX61" fmla="*/ 171450 w 750570"/>
                    <a:gd name="connsiteY61" fmla="*/ 83820 h 796290"/>
                    <a:gd name="connsiteX62" fmla="*/ 222885 w 750570"/>
                    <a:gd name="connsiteY62" fmla="*/ 89535 h 796290"/>
                    <a:gd name="connsiteX63" fmla="*/ 253365 w 750570"/>
                    <a:gd name="connsiteY63" fmla="*/ 85725 h 796290"/>
                    <a:gd name="connsiteX64" fmla="*/ 274320 w 750570"/>
                    <a:gd name="connsiteY64" fmla="*/ 66675 h 796290"/>
                    <a:gd name="connsiteX65" fmla="*/ 280035 w 750570"/>
                    <a:gd name="connsiteY65" fmla="*/ 45720 h 796290"/>
                    <a:gd name="connsiteX66" fmla="*/ 281940 w 750570"/>
                    <a:gd name="connsiteY66" fmla="*/ 24765 h 796290"/>
                    <a:gd name="connsiteX67" fmla="*/ 281940 w 750570"/>
                    <a:gd name="connsiteY67" fmla="*/ 24765 h 796290"/>
                    <a:gd name="connsiteX68" fmla="*/ 287655 w 750570"/>
                    <a:gd name="connsiteY68" fmla="*/ 0 h 796290"/>
                    <a:gd name="connsiteX69" fmla="*/ 304800 w 750570"/>
                    <a:gd name="connsiteY69" fmla="*/ 30480 h 796290"/>
                    <a:gd name="connsiteX70" fmla="*/ 329565 w 750570"/>
                    <a:gd name="connsiteY70" fmla="*/ 30480 h 796290"/>
                    <a:gd name="connsiteX71" fmla="*/ 348615 w 750570"/>
                    <a:gd name="connsiteY71" fmla="*/ 64770 h 796290"/>
                    <a:gd name="connsiteX72" fmla="*/ 371475 w 750570"/>
                    <a:gd name="connsiteY72" fmla="*/ 76200 h 796290"/>
                    <a:gd name="connsiteX73" fmla="*/ 394335 w 750570"/>
                    <a:gd name="connsiteY73" fmla="*/ 66675 h 796290"/>
                    <a:gd name="connsiteX74" fmla="*/ 426720 w 750570"/>
                    <a:gd name="connsiteY74" fmla="*/ 64770 h 796290"/>
                    <a:gd name="connsiteX75" fmla="*/ 445770 w 750570"/>
                    <a:gd name="connsiteY75" fmla="*/ 64770 h 796290"/>
                    <a:gd name="connsiteX76" fmla="*/ 493395 w 750570"/>
                    <a:gd name="connsiteY76" fmla="*/ 97155 h 796290"/>
                    <a:gd name="connsiteX77" fmla="*/ 512445 w 750570"/>
                    <a:gd name="connsiteY77" fmla="*/ 127635 h 796290"/>
                    <a:gd name="connsiteX78" fmla="*/ 535305 w 750570"/>
                    <a:gd name="connsiteY78" fmla="*/ 139065 h 796290"/>
                    <a:gd name="connsiteX79" fmla="*/ 569595 w 750570"/>
                    <a:gd name="connsiteY79" fmla="*/ 131445 h 796290"/>
                    <a:gd name="connsiteX80" fmla="*/ 579120 w 750570"/>
                    <a:gd name="connsiteY80" fmla="*/ 116205 h 796290"/>
                    <a:gd name="connsiteX81" fmla="*/ 588645 w 750570"/>
                    <a:gd name="connsiteY81" fmla="*/ 93345 h 796290"/>
                    <a:gd name="connsiteX82" fmla="*/ 611505 w 750570"/>
                    <a:gd name="connsiteY82" fmla="*/ 81915 h 796290"/>
                    <a:gd name="connsiteX83" fmla="*/ 626745 w 750570"/>
                    <a:gd name="connsiteY83" fmla="*/ 78105 h 796290"/>
                    <a:gd name="connsiteX84" fmla="*/ 655320 w 750570"/>
                    <a:gd name="connsiteY84" fmla="*/ 80010 h 796290"/>
                    <a:gd name="connsiteX85" fmla="*/ 697230 w 750570"/>
                    <a:gd name="connsiteY85" fmla="*/ 38100 h 796290"/>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00050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706557 w 750570"/>
                    <a:gd name="connsiteY11" fmla="*/ 358908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750570" h="806185">
                      <a:moveTo>
                        <a:pt x="697230" y="38100"/>
                      </a:moveTo>
                      <a:lnTo>
                        <a:pt x="739140" y="70485"/>
                      </a:lnTo>
                      <a:lnTo>
                        <a:pt x="744855" y="91440"/>
                      </a:lnTo>
                      <a:lnTo>
                        <a:pt x="750570" y="160020"/>
                      </a:lnTo>
                      <a:lnTo>
                        <a:pt x="746760" y="188595"/>
                      </a:lnTo>
                      <a:lnTo>
                        <a:pt x="735330" y="211455"/>
                      </a:lnTo>
                      <a:lnTo>
                        <a:pt x="716280" y="241935"/>
                      </a:lnTo>
                      <a:lnTo>
                        <a:pt x="695325" y="253365"/>
                      </a:lnTo>
                      <a:lnTo>
                        <a:pt x="685800" y="272415"/>
                      </a:lnTo>
                      <a:lnTo>
                        <a:pt x="681990" y="293370"/>
                      </a:lnTo>
                      <a:lnTo>
                        <a:pt x="694274" y="317566"/>
                      </a:lnTo>
                      <a:lnTo>
                        <a:pt x="706557" y="358908"/>
                      </a:lnTo>
                      <a:lnTo>
                        <a:pt x="711989" y="386147"/>
                      </a:lnTo>
                      <a:lnTo>
                        <a:pt x="691515" y="419100"/>
                      </a:lnTo>
                      <a:lnTo>
                        <a:pt x="668655" y="443865"/>
                      </a:lnTo>
                      <a:lnTo>
                        <a:pt x="638175" y="466725"/>
                      </a:lnTo>
                      <a:lnTo>
                        <a:pt x="611505" y="466725"/>
                      </a:lnTo>
                      <a:lnTo>
                        <a:pt x="586740" y="470535"/>
                      </a:lnTo>
                      <a:lnTo>
                        <a:pt x="591119" y="501869"/>
                      </a:lnTo>
                      <a:lnTo>
                        <a:pt x="593593" y="548726"/>
                      </a:lnTo>
                      <a:cubicBezTo>
                        <a:pt x="592892" y="576344"/>
                        <a:pt x="575814" y="575301"/>
                        <a:pt x="575113" y="602919"/>
                      </a:cubicBezTo>
                      <a:lnTo>
                        <a:pt x="532916" y="615884"/>
                      </a:lnTo>
                      <a:lnTo>
                        <a:pt x="517962" y="668458"/>
                      </a:lnTo>
                      <a:lnTo>
                        <a:pt x="483671" y="699989"/>
                      </a:lnTo>
                      <a:lnTo>
                        <a:pt x="445088" y="754380"/>
                      </a:lnTo>
                      <a:lnTo>
                        <a:pt x="384043" y="806185"/>
                      </a:lnTo>
                      <a:lnTo>
                        <a:pt x="318135" y="794385"/>
                      </a:lnTo>
                      <a:lnTo>
                        <a:pt x="268605" y="796290"/>
                      </a:lnTo>
                      <a:lnTo>
                        <a:pt x="179070" y="781050"/>
                      </a:lnTo>
                      <a:lnTo>
                        <a:pt x="158115" y="781050"/>
                      </a:lnTo>
                      <a:lnTo>
                        <a:pt x="68580" y="744855"/>
                      </a:lnTo>
                      <a:lnTo>
                        <a:pt x="36195" y="741045"/>
                      </a:lnTo>
                      <a:lnTo>
                        <a:pt x="5715" y="727710"/>
                      </a:lnTo>
                      <a:lnTo>
                        <a:pt x="0" y="691515"/>
                      </a:lnTo>
                      <a:lnTo>
                        <a:pt x="22860" y="664845"/>
                      </a:lnTo>
                      <a:lnTo>
                        <a:pt x="62865" y="630555"/>
                      </a:lnTo>
                      <a:lnTo>
                        <a:pt x="93345" y="628650"/>
                      </a:lnTo>
                      <a:lnTo>
                        <a:pt x="104775" y="615315"/>
                      </a:lnTo>
                      <a:lnTo>
                        <a:pt x="110490" y="573405"/>
                      </a:lnTo>
                      <a:lnTo>
                        <a:pt x="148590" y="552450"/>
                      </a:lnTo>
                      <a:lnTo>
                        <a:pt x="188595" y="518160"/>
                      </a:lnTo>
                      <a:lnTo>
                        <a:pt x="224790" y="481965"/>
                      </a:lnTo>
                      <a:lnTo>
                        <a:pt x="249555" y="432435"/>
                      </a:lnTo>
                      <a:lnTo>
                        <a:pt x="251460" y="403860"/>
                      </a:lnTo>
                      <a:lnTo>
                        <a:pt x="276225" y="363855"/>
                      </a:lnTo>
                      <a:lnTo>
                        <a:pt x="257175" y="329565"/>
                      </a:lnTo>
                      <a:lnTo>
                        <a:pt x="234315" y="321945"/>
                      </a:lnTo>
                      <a:lnTo>
                        <a:pt x="238125" y="293370"/>
                      </a:lnTo>
                      <a:lnTo>
                        <a:pt x="205740" y="264795"/>
                      </a:lnTo>
                      <a:lnTo>
                        <a:pt x="182880" y="243840"/>
                      </a:lnTo>
                      <a:lnTo>
                        <a:pt x="182880" y="209550"/>
                      </a:lnTo>
                      <a:lnTo>
                        <a:pt x="196215" y="173355"/>
                      </a:lnTo>
                      <a:lnTo>
                        <a:pt x="217170" y="146685"/>
                      </a:lnTo>
                      <a:lnTo>
                        <a:pt x="207645" y="116205"/>
                      </a:lnTo>
                      <a:lnTo>
                        <a:pt x="167640" y="114300"/>
                      </a:lnTo>
                      <a:lnTo>
                        <a:pt x="131445" y="104775"/>
                      </a:lnTo>
                      <a:lnTo>
                        <a:pt x="104775" y="93345"/>
                      </a:lnTo>
                      <a:lnTo>
                        <a:pt x="99060" y="74295"/>
                      </a:lnTo>
                      <a:lnTo>
                        <a:pt x="99060" y="59055"/>
                      </a:lnTo>
                      <a:lnTo>
                        <a:pt x="120015" y="60960"/>
                      </a:lnTo>
                      <a:lnTo>
                        <a:pt x="131445" y="80010"/>
                      </a:lnTo>
                      <a:lnTo>
                        <a:pt x="171450" y="83820"/>
                      </a:lnTo>
                      <a:lnTo>
                        <a:pt x="222885" y="89535"/>
                      </a:lnTo>
                      <a:lnTo>
                        <a:pt x="253365" y="85725"/>
                      </a:lnTo>
                      <a:lnTo>
                        <a:pt x="274320" y="66675"/>
                      </a:lnTo>
                      <a:lnTo>
                        <a:pt x="280035" y="45720"/>
                      </a:lnTo>
                      <a:lnTo>
                        <a:pt x="281940" y="24765"/>
                      </a:lnTo>
                      <a:lnTo>
                        <a:pt x="281940" y="24765"/>
                      </a:lnTo>
                      <a:lnTo>
                        <a:pt x="287655" y="0"/>
                      </a:lnTo>
                      <a:lnTo>
                        <a:pt x="304800" y="30480"/>
                      </a:lnTo>
                      <a:lnTo>
                        <a:pt x="329565" y="30480"/>
                      </a:lnTo>
                      <a:lnTo>
                        <a:pt x="348615" y="64770"/>
                      </a:lnTo>
                      <a:lnTo>
                        <a:pt x="371475" y="76200"/>
                      </a:lnTo>
                      <a:lnTo>
                        <a:pt x="394335" y="66675"/>
                      </a:lnTo>
                      <a:lnTo>
                        <a:pt x="426720" y="64770"/>
                      </a:lnTo>
                      <a:lnTo>
                        <a:pt x="445770" y="64770"/>
                      </a:lnTo>
                      <a:lnTo>
                        <a:pt x="493395" y="97155"/>
                      </a:lnTo>
                      <a:lnTo>
                        <a:pt x="512445" y="127635"/>
                      </a:lnTo>
                      <a:lnTo>
                        <a:pt x="535305" y="139065"/>
                      </a:lnTo>
                      <a:lnTo>
                        <a:pt x="569595" y="131445"/>
                      </a:lnTo>
                      <a:lnTo>
                        <a:pt x="579120" y="116205"/>
                      </a:lnTo>
                      <a:lnTo>
                        <a:pt x="588645" y="93345"/>
                      </a:lnTo>
                      <a:lnTo>
                        <a:pt x="611505" y="81915"/>
                      </a:lnTo>
                      <a:lnTo>
                        <a:pt x="626745" y="78105"/>
                      </a:lnTo>
                      <a:lnTo>
                        <a:pt x="655320" y="80010"/>
                      </a:lnTo>
                      <a:lnTo>
                        <a:pt x="697230" y="381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6" name="연수구">
                  <a:extLst>
                    <a:ext uri="{FF2B5EF4-FFF2-40B4-BE49-F238E27FC236}">
                      <a16:creationId xmlns:a16="http://schemas.microsoft.com/office/drawing/2014/main" id="{1AD93CCD-D526-C8F8-54F4-A64858B2B88B}"/>
                    </a:ext>
                  </a:extLst>
                </p:cNvPr>
                <p:cNvSpPr/>
                <p:nvPr/>
              </p:nvSpPr>
              <p:spPr>
                <a:xfrm>
                  <a:off x="5139690" y="5680710"/>
                  <a:ext cx="821055" cy="777240"/>
                </a:xfrm>
                <a:custGeom>
                  <a:avLst/>
                  <a:gdLst>
                    <a:gd name="connsiteX0" fmla="*/ 312420 w 821055"/>
                    <a:gd name="connsiteY0" fmla="*/ 8191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2420 w 821055"/>
                    <a:gd name="connsiteY91" fmla="*/ 81915 h 777240"/>
                    <a:gd name="connsiteX0" fmla="*/ 318135 w 821055"/>
                    <a:gd name="connsiteY0" fmla="*/ 8953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8135 w 821055"/>
                    <a:gd name="connsiteY91" fmla="*/ 89535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821055" h="777240">
                      <a:moveTo>
                        <a:pt x="318135" y="89535"/>
                      </a:moveTo>
                      <a:cubicBezTo>
                        <a:pt x="297815" y="88900"/>
                        <a:pt x="276860" y="86995"/>
                        <a:pt x="257175" y="87630"/>
                      </a:cubicBezTo>
                      <a:cubicBezTo>
                        <a:pt x="237490" y="88265"/>
                        <a:pt x="219075" y="91440"/>
                        <a:pt x="200025" y="93345"/>
                      </a:cubicBezTo>
                      <a:lnTo>
                        <a:pt x="171450" y="87630"/>
                      </a:lnTo>
                      <a:lnTo>
                        <a:pt x="152400" y="87630"/>
                      </a:lnTo>
                      <a:lnTo>
                        <a:pt x="133350" y="76200"/>
                      </a:lnTo>
                      <a:lnTo>
                        <a:pt x="116205" y="60960"/>
                      </a:lnTo>
                      <a:lnTo>
                        <a:pt x="110490" y="36195"/>
                      </a:lnTo>
                      <a:lnTo>
                        <a:pt x="95250" y="41910"/>
                      </a:lnTo>
                      <a:lnTo>
                        <a:pt x="87630" y="70485"/>
                      </a:lnTo>
                      <a:lnTo>
                        <a:pt x="95250" y="106680"/>
                      </a:lnTo>
                      <a:lnTo>
                        <a:pt x="125730" y="121920"/>
                      </a:lnTo>
                      <a:lnTo>
                        <a:pt x="116205" y="140970"/>
                      </a:lnTo>
                      <a:lnTo>
                        <a:pt x="78105" y="137160"/>
                      </a:lnTo>
                      <a:lnTo>
                        <a:pt x="57150" y="120015"/>
                      </a:lnTo>
                      <a:lnTo>
                        <a:pt x="41910" y="100965"/>
                      </a:lnTo>
                      <a:lnTo>
                        <a:pt x="28575" y="53340"/>
                      </a:lnTo>
                      <a:lnTo>
                        <a:pt x="20955" y="34290"/>
                      </a:lnTo>
                      <a:lnTo>
                        <a:pt x="0" y="55245"/>
                      </a:lnTo>
                      <a:lnTo>
                        <a:pt x="13335" y="89535"/>
                      </a:lnTo>
                      <a:lnTo>
                        <a:pt x="13335" y="123825"/>
                      </a:lnTo>
                      <a:lnTo>
                        <a:pt x="26670" y="148590"/>
                      </a:lnTo>
                      <a:lnTo>
                        <a:pt x="49530" y="175260"/>
                      </a:lnTo>
                      <a:lnTo>
                        <a:pt x="87630" y="173355"/>
                      </a:lnTo>
                      <a:lnTo>
                        <a:pt x="116205" y="173355"/>
                      </a:lnTo>
                      <a:lnTo>
                        <a:pt x="129540" y="182880"/>
                      </a:lnTo>
                      <a:lnTo>
                        <a:pt x="150495" y="203835"/>
                      </a:lnTo>
                      <a:lnTo>
                        <a:pt x="152400" y="226695"/>
                      </a:lnTo>
                      <a:lnTo>
                        <a:pt x="150495" y="251460"/>
                      </a:lnTo>
                      <a:lnTo>
                        <a:pt x="131445" y="270510"/>
                      </a:lnTo>
                      <a:lnTo>
                        <a:pt x="133350" y="295275"/>
                      </a:lnTo>
                      <a:lnTo>
                        <a:pt x="135255" y="320040"/>
                      </a:lnTo>
                      <a:lnTo>
                        <a:pt x="154305" y="358140"/>
                      </a:lnTo>
                      <a:lnTo>
                        <a:pt x="154305" y="411480"/>
                      </a:lnTo>
                      <a:lnTo>
                        <a:pt x="148590" y="461010"/>
                      </a:lnTo>
                      <a:lnTo>
                        <a:pt x="131445" y="523875"/>
                      </a:lnTo>
                      <a:lnTo>
                        <a:pt x="135255" y="552450"/>
                      </a:lnTo>
                      <a:lnTo>
                        <a:pt x="120015" y="573405"/>
                      </a:lnTo>
                      <a:lnTo>
                        <a:pt x="120015" y="609600"/>
                      </a:lnTo>
                      <a:lnTo>
                        <a:pt x="150495" y="621030"/>
                      </a:lnTo>
                      <a:lnTo>
                        <a:pt x="182880" y="661035"/>
                      </a:lnTo>
                      <a:lnTo>
                        <a:pt x="180975" y="725805"/>
                      </a:lnTo>
                      <a:lnTo>
                        <a:pt x="201930" y="756285"/>
                      </a:lnTo>
                      <a:lnTo>
                        <a:pt x="247650" y="775335"/>
                      </a:lnTo>
                      <a:lnTo>
                        <a:pt x="340995" y="769620"/>
                      </a:lnTo>
                      <a:lnTo>
                        <a:pt x="426720" y="777240"/>
                      </a:lnTo>
                      <a:lnTo>
                        <a:pt x="470535" y="771525"/>
                      </a:lnTo>
                      <a:lnTo>
                        <a:pt x="504825" y="729615"/>
                      </a:lnTo>
                      <a:lnTo>
                        <a:pt x="560070" y="695325"/>
                      </a:lnTo>
                      <a:lnTo>
                        <a:pt x="601980" y="649605"/>
                      </a:lnTo>
                      <a:lnTo>
                        <a:pt x="683895" y="588645"/>
                      </a:lnTo>
                      <a:lnTo>
                        <a:pt x="760095" y="544830"/>
                      </a:lnTo>
                      <a:lnTo>
                        <a:pt x="782955" y="504825"/>
                      </a:lnTo>
                      <a:lnTo>
                        <a:pt x="821055" y="466725"/>
                      </a:lnTo>
                      <a:lnTo>
                        <a:pt x="767715" y="468630"/>
                      </a:lnTo>
                      <a:lnTo>
                        <a:pt x="704850" y="451485"/>
                      </a:lnTo>
                      <a:lnTo>
                        <a:pt x="662940" y="451485"/>
                      </a:lnTo>
                      <a:lnTo>
                        <a:pt x="603885" y="424815"/>
                      </a:lnTo>
                      <a:lnTo>
                        <a:pt x="563880" y="413385"/>
                      </a:lnTo>
                      <a:lnTo>
                        <a:pt x="531495" y="411480"/>
                      </a:lnTo>
                      <a:lnTo>
                        <a:pt x="510540" y="388620"/>
                      </a:lnTo>
                      <a:lnTo>
                        <a:pt x="501015" y="344805"/>
                      </a:lnTo>
                      <a:lnTo>
                        <a:pt x="514350" y="312420"/>
                      </a:lnTo>
                      <a:lnTo>
                        <a:pt x="571500" y="268605"/>
                      </a:lnTo>
                      <a:lnTo>
                        <a:pt x="607695" y="266700"/>
                      </a:lnTo>
                      <a:lnTo>
                        <a:pt x="611505" y="245745"/>
                      </a:lnTo>
                      <a:lnTo>
                        <a:pt x="613410" y="217170"/>
                      </a:lnTo>
                      <a:lnTo>
                        <a:pt x="647700" y="198120"/>
                      </a:lnTo>
                      <a:lnTo>
                        <a:pt x="710565" y="150495"/>
                      </a:lnTo>
                      <a:lnTo>
                        <a:pt x="739140" y="110490"/>
                      </a:lnTo>
                      <a:lnTo>
                        <a:pt x="752475" y="83820"/>
                      </a:lnTo>
                      <a:lnTo>
                        <a:pt x="752475" y="53340"/>
                      </a:lnTo>
                      <a:lnTo>
                        <a:pt x="769620" y="34290"/>
                      </a:lnTo>
                      <a:lnTo>
                        <a:pt x="769620" y="13335"/>
                      </a:lnTo>
                      <a:lnTo>
                        <a:pt x="746760" y="0"/>
                      </a:lnTo>
                      <a:lnTo>
                        <a:pt x="723900" y="13335"/>
                      </a:lnTo>
                      <a:lnTo>
                        <a:pt x="725805" y="40005"/>
                      </a:lnTo>
                      <a:lnTo>
                        <a:pt x="693420" y="62865"/>
                      </a:lnTo>
                      <a:lnTo>
                        <a:pt x="664845" y="55245"/>
                      </a:lnTo>
                      <a:lnTo>
                        <a:pt x="643890" y="60960"/>
                      </a:lnTo>
                      <a:lnTo>
                        <a:pt x="636270" y="89535"/>
                      </a:lnTo>
                      <a:lnTo>
                        <a:pt x="607695" y="99060"/>
                      </a:lnTo>
                      <a:lnTo>
                        <a:pt x="579120" y="89535"/>
                      </a:lnTo>
                      <a:lnTo>
                        <a:pt x="548640" y="78105"/>
                      </a:lnTo>
                      <a:lnTo>
                        <a:pt x="527685" y="53340"/>
                      </a:lnTo>
                      <a:lnTo>
                        <a:pt x="510540" y="40005"/>
                      </a:lnTo>
                      <a:lnTo>
                        <a:pt x="480060" y="38100"/>
                      </a:lnTo>
                      <a:lnTo>
                        <a:pt x="434340" y="30480"/>
                      </a:lnTo>
                      <a:lnTo>
                        <a:pt x="401955" y="32385"/>
                      </a:lnTo>
                      <a:lnTo>
                        <a:pt x="379095" y="45720"/>
                      </a:lnTo>
                      <a:lnTo>
                        <a:pt x="369570" y="70485"/>
                      </a:lnTo>
                      <a:lnTo>
                        <a:pt x="318135" y="89535"/>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397" name="중구">
                  <a:extLst>
                    <a:ext uri="{FF2B5EF4-FFF2-40B4-BE49-F238E27FC236}">
                      <a16:creationId xmlns:a16="http://schemas.microsoft.com/office/drawing/2014/main" id="{0551965F-8081-B3F1-2058-A8C809AF7D9D}"/>
                    </a:ext>
                  </a:extLst>
                </p:cNvPr>
                <p:cNvGrpSpPr/>
                <p:nvPr/>
              </p:nvGrpSpPr>
              <p:grpSpPr>
                <a:xfrm>
                  <a:off x="3640455" y="4756785"/>
                  <a:ext cx="1863090" cy="1478280"/>
                  <a:chOff x="3640455" y="4756785"/>
                  <a:chExt cx="1863090" cy="1478280"/>
                </a:xfrm>
                <a:grpFill/>
              </p:grpSpPr>
              <p:sp>
                <p:nvSpPr>
                  <p:cNvPr id="411" name="자유형: 도형 410">
                    <a:extLst>
                      <a:ext uri="{FF2B5EF4-FFF2-40B4-BE49-F238E27FC236}">
                        <a16:creationId xmlns:a16="http://schemas.microsoft.com/office/drawing/2014/main" id="{22148968-34CE-66ED-86AA-762A59CE3B7A}"/>
                      </a:ext>
                    </a:extLst>
                  </p:cNvPr>
                  <p:cNvSpPr/>
                  <p:nvPr/>
                </p:nvSpPr>
                <p:spPr>
                  <a:xfrm>
                    <a:off x="5147310" y="5263515"/>
                    <a:ext cx="356235" cy="466725"/>
                  </a:xfrm>
                  <a:custGeom>
                    <a:avLst/>
                    <a:gdLst>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56235 w 356235"/>
                      <a:gd name="connsiteY56" fmla="*/ 156210 h 466725"/>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23850 w 356235"/>
                      <a:gd name="connsiteY56" fmla="*/ 179070 h 466725"/>
                      <a:gd name="connsiteX57" fmla="*/ 356235 w 356235"/>
                      <a:gd name="connsiteY57" fmla="*/ 156210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56235" h="466725">
                        <a:moveTo>
                          <a:pt x="356235" y="156210"/>
                        </a:moveTo>
                        <a:lnTo>
                          <a:pt x="306705" y="129540"/>
                        </a:lnTo>
                        <a:lnTo>
                          <a:pt x="280035" y="102870"/>
                        </a:lnTo>
                        <a:lnTo>
                          <a:pt x="260985" y="66675"/>
                        </a:lnTo>
                        <a:lnTo>
                          <a:pt x="222885" y="45720"/>
                        </a:lnTo>
                        <a:lnTo>
                          <a:pt x="188595" y="32385"/>
                        </a:lnTo>
                        <a:lnTo>
                          <a:pt x="154305" y="34290"/>
                        </a:lnTo>
                        <a:lnTo>
                          <a:pt x="144780" y="51435"/>
                        </a:lnTo>
                        <a:lnTo>
                          <a:pt x="127635" y="47625"/>
                        </a:lnTo>
                        <a:lnTo>
                          <a:pt x="121920" y="24765"/>
                        </a:lnTo>
                        <a:lnTo>
                          <a:pt x="118110" y="0"/>
                        </a:lnTo>
                        <a:lnTo>
                          <a:pt x="95250" y="7620"/>
                        </a:lnTo>
                        <a:lnTo>
                          <a:pt x="78105" y="32385"/>
                        </a:lnTo>
                        <a:lnTo>
                          <a:pt x="66675" y="55245"/>
                        </a:lnTo>
                        <a:lnTo>
                          <a:pt x="55245" y="89535"/>
                        </a:lnTo>
                        <a:lnTo>
                          <a:pt x="51435" y="123825"/>
                        </a:lnTo>
                        <a:lnTo>
                          <a:pt x="51435" y="161925"/>
                        </a:lnTo>
                        <a:lnTo>
                          <a:pt x="81915" y="173355"/>
                        </a:lnTo>
                        <a:lnTo>
                          <a:pt x="81915" y="173355"/>
                        </a:lnTo>
                        <a:lnTo>
                          <a:pt x="41910" y="188595"/>
                        </a:lnTo>
                        <a:lnTo>
                          <a:pt x="28575" y="196215"/>
                        </a:lnTo>
                        <a:lnTo>
                          <a:pt x="20955" y="209550"/>
                        </a:lnTo>
                        <a:lnTo>
                          <a:pt x="20955" y="236220"/>
                        </a:lnTo>
                        <a:lnTo>
                          <a:pt x="36195" y="268605"/>
                        </a:lnTo>
                        <a:lnTo>
                          <a:pt x="49530" y="283845"/>
                        </a:lnTo>
                        <a:lnTo>
                          <a:pt x="43815" y="304800"/>
                        </a:lnTo>
                        <a:lnTo>
                          <a:pt x="19050" y="314325"/>
                        </a:lnTo>
                        <a:lnTo>
                          <a:pt x="0" y="346710"/>
                        </a:lnTo>
                        <a:lnTo>
                          <a:pt x="26670" y="384810"/>
                        </a:lnTo>
                        <a:lnTo>
                          <a:pt x="60960" y="405765"/>
                        </a:lnTo>
                        <a:lnTo>
                          <a:pt x="89535" y="401955"/>
                        </a:lnTo>
                        <a:lnTo>
                          <a:pt x="81915" y="367665"/>
                        </a:lnTo>
                        <a:lnTo>
                          <a:pt x="125730" y="300990"/>
                        </a:lnTo>
                        <a:lnTo>
                          <a:pt x="167640" y="280035"/>
                        </a:lnTo>
                        <a:lnTo>
                          <a:pt x="158115" y="297180"/>
                        </a:lnTo>
                        <a:lnTo>
                          <a:pt x="140970" y="342900"/>
                        </a:lnTo>
                        <a:lnTo>
                          <a:pt x="156210" y="356235"/>
                        </a:lnTo>
                        <a:lnTo>
                          <a:pt x="192405" y="371475"/>
                        </a:lnTo>
                        <a:lnTo>
                          <a:pt x="173355" y="384810"/>
                        </a:lnTo>
                        <a:lnTo>
                          <a:pt x="139065" y="386715"/>
                        </a:lnTo>
                        <a:lnTo>
                          <a:pt x="123825" y="369570"/>
                        </a:lnTo>
                        <a:lnTo>
                          <a:pt x="114300" y="405765"/>
                        </a:lnTo>
                        <a:lnTo>
                          <a:pt x="144780" y="407670"/>
                        </a:lnTo>
                        <a:lnTo>
                          <a:pt x="165735" y="428625"/>
                        </a:lnTo>
                        <a:lnTo>
                          <a:pt x="137160" y="438150"/>
                        </a:lnTo>
                        <a:lnTo>
                          <a:pt x="137160" y="459105"/>
                        </a:lnTo>
                        <a:lnTo>
                          <a:pt x="173355" y="462915"/>
                        </a:lnTo>
                        <a:lnTo>
                          <a:pt x="194310" y="449580"/>
                        </a:lnTo>
                        <a:lnTo>
                          <a:pt x="230505" y="461010"/>
                        </a:lnTo>
                        <a:lnTo>
                          <a:pt x="283845" y="466725"/>
                        </a:lnTo>
                        <a:lnTo>
                          <a:pt x="291465" y="430530"/>
                        </a:lnTo>
                        <a:lnTo>
                          <a:pt x="287655" y="413385"/>
                        </a:lnTo>
                        <a:lnTo>
                          <a:pt x="274320" y="365760"/>
                        </a:lnTo>
                        <a:lnTo>
                          <a:pt x="260985" y="304800"/>
                        </a:lnTo>
                        <a:lnTo>
                          <a:pt x="287655" y="251460"/>
                        </a:lnTo>
                        <a:lnTo>
                          <a:pt x="312420" y="215265"/>
                        </a:lnTo>
                        <a:cubicBezTo>
                          <a:pt x="319405" y="203835"/>
                          <a:pt x="316865" y="190500"/>
                          <a:pt x="323850" y="179070"/>
                        </a:cubicBezTo>
                        <a:lnTo>
                          <a:pt x="356235" y="15621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2" name="자유형: 도형 411">
                    <a:extLst>
                      <a:ext uri="{FF2B5EF4-FFF2-40B4-BE49-F238E27FC236}">
                        <a16:creationId xmlns:a16="http://schemas.microsoft.com/office/drawing/2014/main" id="{E7B3C86F-12F5-2F56-8D55-71E0E0B39148}"/>
                      </a:ext>
                    </a:extLst>
                  </p:cNvPr>
                  <p:cNvSpPr/>
                  <p:nvPr/>
                </p:nvSpPr>
                <p:spPr>
                  <a:xfrm>
                    <a:off x="4888230" y="4802505"/>
                    <a:ext cx="211455" cy="184785"/>
                  </a:xfrm>
                  <a:custGeom>
                    <a:avLst/>
                    <a:gdLst>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11455 w 211455"/>
                      <a:gd name="connsiteY18" fmla="*/ 0 h 184785"/>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09550 w 211455"/>
                      <a:gd name="connsiteY18" fmla="*/ 26670 h 184785"/>
                      <a:gd name="connsiteX19" fmla="*/ 211455 w 211455"/>
                      <a:gd name="connsiteY19" fmla="*/ 0 h 18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1455" h="184785">
                        <a:moveTo>
                          <a:pt x="211455" y="0"/>
                        </a:moveTo>
                        <a:lnTo>
                          <a:pt x="154305" y="0"/>
                        </a:lnTo>
                        <a:lnTo>
                          <a:pt x="97155" y="24765"/>
                        </a:lnTo>
                        <a:lnTo>
                          <a:pt x="43815" y="60960"/>
                        </a:lnTo>
                        <a:lnTo>
                          <a:pt x="9525" y="104775"/>
                        </a:lnTo>
                        <a:lnTo>
                          <a:pt x="0" y="150495"/>
                        </a:lnTo>
                        <a:lnTo>
                          <a:pt x="41910" y="163830"/>
                        </a:lnTo>
                        <a:lnTo>
                          <a:pt x="55245" y="146685"/>
                        </a:lnTo>
                        <a:lnTo>
                          <a:pt x="74295" y="173355"/>
                        </a:lnTo>
                        <a:lnTo>
                          <a:pt x="116205" y="184785"/>
                        </a:lnTo>
                        <a:cubicBezTo>
                          <a:pt x="128905" y="183515"/>
                          <a:pt x="141640" y="182558"/>
                          <a:pt x="154305" y="180975"/>
                        </a:cubicBezTo>
                        <a:cubicBezTo>
                          <a:pt x="156903" y="180650"/>
                          <a:pt x="159474" y="179989"/>
                          <a:pt x="161925" y="179070"/>
                        </a:cubicBezTo>
                        <a:cubicBezTo>
                          <a:pt x="164584" y="178073"/>
                          <a:pt x="169545" y="175260"/>
                          <a:pt x="169545" y="175260"/>
                        </a:cubicBezTo>
                        <a:lnTo>
                          <a:pt x="194310" y="167640"/>
                        </a:lnTo>
                        <a:lnTo>
                          <a:pt x="196215" y="118110"/>
                        </a:lnTo>
                        <a:lnTo>
                          <a:pt x="196215" y="97155"/>
                        </a:lnTo>
                        <a:lnTo>
                          <a:pt x="192405" y="76200"/>
                        </a:lnTo>
                        <a:lnTo>
                          <a:pt x="173355" y="59055"/>
                        </a:lnTo>
                        <a:cubicBezTo>
                          <a:pt x="179705" y="46990"/>
                          <a:pt x="203200" y="38735"/>
                          <a:pt x="209550" y="26670"/>
                        </a:cubicBezTo>
                        <a:lnTo>
                          <a:pt x="21145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3" name="자유형: 도형 412">
                    <a:extLst>
                      <a:ext uri="{FF2B5EF4-FFF2-40B4-BE49-F238E27FC236}">
                        <a16:creationId xmlns:a16="http://schemas.microsoft.com/office/drawing/2014/main" id="{9B3642BA-236F-CA9B-0A3A-62E2B44976DE}"/>
                      </a:ext>
                    </a:extLst>
                  </p:cNvPr>
                  <p:cNvSpPr/>
                  <p:nvPr/>
                </p:nvSpPr>
                <p:spPr>
                  <a:xfrm>
                    <a:off x="3834765" y="4756785"/>
                    <a:ext cx="289560" cy="236220"/>
                  </a:xfrm>
                  <a:custGeom>
                    <a:avLst/>
                    <a:gdLst>
                      <a:gd name="connsiteX0" fmla="*/ 22479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2479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3241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2890 w 289560"/>
                      <a:gd name="connsiteY24" fmla="*/ 55245 h 230505"/>
                      <a:gd name="connsiteX25" fmla="*/ 232410 w 289560"/>
                      <a:gd name="connsiteY25" fmla="*/ 1905 h 230505"/>
                      <a:gd name="connsiteX0" fmla="*/ 232410 w 289560"/>
                      <a:gd name="connsiteY0" fmla="*/ 7620 h 236220"/>
                      <a:gd name="connsiteX1" fmla="*/ 184785 w 289560"/>
                      <a:gd name="connsiteY1" fmla="*/ 0 h 236220"/>
                      <a:gd name="connsiteX2" fmla="*/ 173355 w 289560"/>
                      <a:gd name="connsiteY2" fmla="*/ 28575 h 236220"/>
                      <a:gd name="connsiteX3" fmla="*/ 160020 w 289560"/>
                      <a:gd name="connsiteY3" fmla="*/ 68580 h 236220"/>
                      <a:gd name="connsiteX4" fmla="*/ 133350 w 289560"/>
                      <a:gd name="connsiteY4" fmla="*/ 102870 h 236220"/>
                      <a:gd name="connsiteX5" fmla="*/ 106680 w 289560"/>
                      <a:gd name="connsiteY5" fmla="*/ 116205 h 236220"/>
                      <a:gd name="connsiteX6" fmla="*/ 68580 w 289560"/>
                      <a:gd name="connsiteY6" fmla="*/ 108585 h 236220"/>
                      <a:gd name="connsiteX7" fmla="*/ 43815 w 289560"/>
                      <a:gd name="connsiteY7" fmla="*/ 116205 h 236220"/>
                      <a:gd name="connsiteX8" fmla="*/ 13335 w 289560"/>
                      <a:gd name="connsiteY8" fmla="*/ 152400 h 236220"/>
                      <a:gd name="connsiteX9" fmla="*/ 0 w 289560"/>
                      <a:gd name="connsiteY9" fmla="*/ 173355 h 236220"/>
                      <a:gd name="connsiteX10" fmla="*/ 20955 w 289560"/>
                      <a:gd name="connsiteY10" fmla="*/ 215265 h 236220"/>
                      <a:gd name="connsiteX11" fmla="*/ 57150 w 289560"/>
                      <a:gd name="connsiteY11" fmla="*/ 211455 h 236220"/>
                      <a:gd name="connsiteX12" fmla="*/ 91440 w 289560"/>
                      <a:gd name="connsiteY12" fmla="*/ 179070 h 236220"/>
                      <a:gd name="connsiteX13" fmla="*/ 137160 w 289560"/>
                      <a:gd name="connsiteY13" fmla="*/ 175260 h 236220"/>
                      <a:gd name="connsiteX14" fmla="*/ 140970 w 289560"/>
                      <a:gd name="connsiteY14" fmla="*/ 203835 h 236220"/>
                      <a:gd name="connsiteX15" fmla="*/ 201930 w 289560"/>
                      <a:gd name="connsiteY15" fmla="*/ 217170 h 236220"/>
                      <a:gd name="connsiteX16" fmla="*/ 226695 w 289560"/>
                      <a:gd name="connsiteY16" fmla="*/ 236220 h 236220"/>
                      <a:gd name="connsiteX17" fmla="*/ 243840 w 289560"/>
                      <a:gd name="connsiteY17" fmla="*/ 228600 h 236220"/>
                      <a:gd name="connsiteX18" fmla="*/ 245745 w 289560"/>
                      <a:gd name="connsiteY18" fmla="*/ 201930 h 236220"/>
                      <a:gd name="connsiteX19" fmla="*/ 241935 w 289560"/>
                      <a:gd name="connsiteY19" fmla="*/ 184785 h 236220"/>
                      <a:gd name="connsiteX20" fmla="*/ 220980 w 289560"/>
                      <a:gd name="connsiteY20" fmla="*/ 160020 h 236220"/>
                      <a:gd name="connsiteX21" fmla="*/ 215265 w 289560"/>
                      <a:gd name="connsiteY21" fmla="*/ 133350 h 236220"/>
                      <a:gd name="connsiteX22" fmla="*/ 274320 w 289560"/>
                      <a:gd name="connsiteY22" fmla="*/ 127635 h 236220"/>
                      <a:gd name="connsiteX23" fmla="*/ 289560 w 289560"/>
                      <a:gd name="connsiteY23" fmla="*/ 89535 h 236220"/>
                      <a:gd name="connsiteX24" fmla="*/ 262890 w 289560"/>
                      <a:gd name="connsiteY24" fmla="*/ 60960 h 236220"/>
                      <a:gd name="connsiteX25" fmla="*/ 232410 w 289560"/>
                      <a:gd name="connsiteY25" fmla="*/ 762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9560" h="236220">
                        <a:moveTo>
                          <a:pt x="232410" y="7620"/>
                        </a:moveTo>
                        <a:lnTo>
                          <a:pt x="184785" y="0"/>
                        </a:lnTo>
                        <a:lnTo>
                          <a:pt x="173355" y="28575"/>
                        </a:lnTo>
                        <a:lnTo>
                          <a:pt x="160020" y="68580"/>
                        </a:lnTo>
                        <a:lnTo>
                          <a:pt x="133350" y="102870"/>
                        </a:lnTo>
                        <a:lnTo>
                          <a:pt x="106680" y="116205"/>
                        </a:lnTo>
                        <a:lnTo>
                          <a:pt x="68580" y="108585"/>
                        </a:lnTo>
                        <a:lnTo>
                          <a:pt x="43815" y="116205"/>
                        </a:lnTo>
                        <a:lnTo>
                          <a:pt x="13335" y="152400"/>
                        </a:lnTo>
                        <a:lnTo>
                          <a:pt x="0" y="173355"/>
                        </a:lnTo>
                        <a:lnTo>
                          <a:pt x="20955" y="215265"/>
                        </a:lnTo>
                        <a:lnTo>
                          <a:pt x="57150" y="211455"/>
                        </a:lnTo>
                        <a:lnTo>
                          <a:pt x="91440" y="179070"/>
                        </a:lnTo>
                        <a:lnTo>
                          <a:pt x="137160" y="175260"/>
                        </a:lnTo>
                        <a:lnTo>
                          <a:pt x="140970" y="203835"/>
                        </a:lnTo>
                        <a:lnTo>
                          <a:pt x="201930" y="217170"/>
                        </a:lnTo>
                        <a:lnTo>
                          <a:pt x="226695" y="236220"/>
                        </a:lnTo>
                        <a:lnTo>
                          <a:pt x="243840" y="228600"/>
                        </a:lnTo>
                        <a:lnTo>
                          <a:pt x="245745" y="201930"/>
                        </a:lnTo>
                        <a:lnTo>
                          <a:pt x="241935" y="184785"/>
                        </a:lnTo>
                        <a:lnTo>
                          <a:pt x="220980" y="160020"/>
                        </a:lnTo>
                        <a:lnTo>
                          <a:pt x="215265" y="133350"/>
                        </a:lnTo>
                        <a:lnTo>
                          <a:pt x="274320" y="127635"/>
                        </a:lnTo>
                        <a:lnTo>
                          <a:pt x="289560" y="89535"/>
                        </a:lnTo>
                        <a:lnTo>
                          <a:pt x="262890" y="60960"/>
                        </a:lnTo>
                        <a:lnTo>
                          <a:pt x="232410" y="762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4" name="자유형: 도형 413">
                    <a:extLst>
                      <a:ext uri="{FF2B5EF4-FFF2-40B4-BE49-F238E27FC236}">
                        <a16:creationId xmlns:a16="http://schemas.microsoft.com/office/drawing/2014/main" id="{A2412ACF-EFFB-7E4B-5863-4306C7FADA2B}"/>
                      </a:ext>
                    </a:extLst>
                  </p:cNvPr>
                  <p:cNvSpPr/>
                  <p:nvPr/>
                </p:nvSpPr>
                <p:spPr>
                  <a:xfrm>
                    <a:off x="3640455" y="4855845"/>
                    <a:ext cx="1485900" cy="967740"/>
                  </a:xfrm>
                  <a:custGeom>
                    <a:avLst/>
                    <a:gdLst>
                      <a:gd name="connsiteX0" fmla="*/ 1106805 w 1485900"/>
                      <a:gd name="connsiteY0" fmla="*/ 91440 h 967740"/>
                      <a:gd name="connsiteX1" fmla="*/ 1102995 w 1485900"/>
                      <a:gd name="connsiteY1" fmla="*/ 66675 h 967740"/>
                      <a:gd name="connsiteX2" fmla="*/ 1082040 w 1485900"/>
                      <a:gd name="connsiteY2" fmla="*/ 41910 h 967740"/>
                      <a:gd name="connsiteX3" fmla="*/ 1045845 w 1485900"/>
                      <a:gd name="connsiteY3" fmla="*/ 0 h 967740"/>
                      <a:gd name="connsiteX4" fmla="*/ 1019175 w 1485900"/>
                      <a:gd name="connsiteY4" fmla="*/ 13335 h 967740"/>
                      <a:gd name="connsiteX5" fmla="*/ 973455 w 1485900"/>
                      <a:gd name="connsiteY5" fmla="*/ 47625 h 967740"/>
                      <a:gd name="connsiteX6" fmla="*/ 929640 w 1485900"/>
                      <a:gd name="connsiteY6" fmla="*/ 28575 h 967740"/>
                      <a:gd name="connsiteX7" fmla="*/ 901065 w 1485900"/>
                      <a:gd name="connsiteY7" fmla="*/ 51435 h 967740"/>
                      <a:gd name="connsiteX8" fmla="*/ 914400 w 1485900"/>
                      <a:gd name="connsiteY8" fmla="*/ 89535 h 967740"/>
                      <a:gd name="connsiteX9" fmla="*/ 929640 w 1485900"/>
                      <a:gd name="connsiteY9" fmla="*/ 110490 h 967740"/>
                      <a:gd name="connsiteX10" fmla="*/ 918210 w 1485900"/>
                      <a:gd name="connsiteY10" fmla="*/ 152400 h 967740"/>
                      <a:gd name="connsiteX11" fmla="*/ 908685 w 1485900"/>
                      <a:gd name="connsiteY11" fmla="*/ 165735 h 967740"/>
                      <a:gd name="connsiteX12" fmla="*/ 910590 w 1485900"/>
                      <a:gd name="connsiteY12" fmla="*/ 219075 h 967740"/>
                      <a:gd name="connsiteX13" fmla="*/ 862965 w 1485900"/>
                      <a:gd name="connsiteY13" fmla="*/ 259080 h 967740"/>
                      <a:gd name="connsiteX14" fmla="*/ 849630 w 1485900"/>
                      <a:gd name="connsiteY14" fmla="*/ 268605 h 967740"/>
                      <a:gd name="connsiteX15" fmla="*/ 805815 w 1485900"/>
                      <a:gd name="connsiteY15" fmla="*/ 299085 h 967740"/>
                      <a:gd name="connsiteX16" fmla="*/ 781050 w 1485900"/>
                      <a:gd name="connsiteY16" fmla="*/ 327660 h 967740"/>
                      <a:gd name="connsiteX17" fmla="*/ 748665 w 1485900"/>
                      <a:gd name="connsiteY17" fmla="*/ 304800 h 967740"/>
                      <a:gd name="connsiteX18" fmla="*/ 706755 w 1485900"/>
                      <a:gd name="connsiteY18" fmla="*/ 304800 h 967740"/>
                      <a:gd name="connsiteX19" fmla="*/ 584835 w 1485900"/>
                      <a:gd name="connsiteY19" fmla="*/ 306705 h 967740"/>
                      <a:gd name="connsiteX20" fmla="*/ 499110 w 1485900"/>
                      <a:gd name="connsiteY20" fmla="*/ 300990 h 967740"/>
                      <a:gd name="connsiteX21" fmla="*/ 447675 w 1485900"/>
                      <a:gd name="connsiteY21" fmla="*/ 299085 h 967740"/>
                      <a:gd name="connsiteX22" fmla="*/ 436245 w 1485900"/>
                      <a:gd name="connsiteY22" fmla="*/ 312420 h 967740"/>
                      <a:gd name="connsiteX23" fmla="*/ 392430 w 1485900"/>
                      <a:gd name="connsiteY23" fmla="*/ 312420 h 967740"/>
                      <a:gd name="connsiteX24" fmla="*/ 339090 w 1485900"/>
                      <a:gd name="connsiteY24" fmla="*/ 342900 h 967740"/>
                      <a:gd name="connsiteX25" fmla="*/ 327660 w 1485900"/>
                      <a:gd name="connsiteY25" fmla="*/ 358140 h 967740"/>
                      <a:gd name="connsiteX26" fmla="*/ 297180 w 1485900"/>
                      <a:gd name="connsiteY26" fmla="*/ 382905 h 967740"/>
                      <a:gd name="connsiteX27" fmla="*/ 285750 w 1485900"/>
                      <a:gd name="connsiteY27" fmla="*/ 396240 h 967740"/>
                      <a:gd name="connsiteX28" fmla="*/ 280035 w 1485900"/>
                      <a:gd name="connsiteY28" fmla="*/ 398145 h 967740"/>
                      <a:gd name="connsiteX29" fmla="*/ 213360 w 1485900"/>
                      <a:gd name="connsiteY29" fmla="*/ 445770 h 967740"/>
                      <a:gd name="connsiteX30" fmla="*/ 165735 w 1485900"/>
                      <a:gd name="connsiteY30" fmla="*/ 489585 h 967740"/>
                      <a:gd name="connsiteX31" fmla="*/ 131445 w 1485900"/>
                      <a:gd name="connsiteY31" fmla="*/ 520065 h 967740"/>
                      <a:gd name="connsiteX32" fmla="*/ 102870 w 1485900"/>
                      <a:gd name="connsiteY32" fmla="*/ 537210 h 967740"/>
                      <a:gd name="connsiteX33" fmla="*/ 78105 w 1485900"/>
                      <a:gd name="connsiteY33" fmla="*/ 531495 h 967740"/>
                      <a:gd name="connsiteX34" fmla="*/ 66675 w 1485900"/>
                      <a:gd name="connsiteY34" fmla="*/ 495300 h 967740"/>
                      <a:gd name="connsiteX35" fmla="*/ 36195 w 1485900"/>
                      <a:gd name="connsiteY35" fmla="*/ 491490 h 967740"/>
                      <a:gd name="connsiteX36" fmla="*/ 17145 w 1485900"/>
                      <a:gd name="connsiteY36" fmla="*/ 512445 h 967740"/>
                      <a:gd name="connsiteX37" fmla="*/ 0 w 1485900"/>
                      <a:gd name="connsiteY37" fmla="*/ 571500 h 967740"/>
                      <a:gd name="connsiteX38" fmla="*/ 22860 w 1485900"/>
                      <a:gd name="connsiteY38" fmla="*/ 613410 h 967740"/>
                      <a:gd name="connsiteX39" fmla="*/ 64770 w 1485900"/>
                      <a:gd name="connsiteY39" fmla="*/ 640080 h 967740"/>
                      <a:gd name="connsiteX40" fmla="*/ 95250 w 1485900"/>
                      <a:gd name="connsiteY40" fmla="*/ 659130 h 967740"/>
                      <a:gd name="connsiteX41" fmla="*/ 104775 w 1485900"/>
                      <a:gd name="connsiteY41" fmla="*/ 689610 h 967740"/>
                      <a:gd name="connsiteX42" fmla="*/ 106680 w 1485900"/>
                      <a:gd name="connsiteY42" fmla="*/ 737235 h 967740"/>
                      <a:gd name="connsiteX43" fmla="*/ 78105 w 1485900"/>
                      <a:gd name="connsiteY43" fmla="*/ 754380 h 967740"/>
                      <a:gd name="connsiteX44" fmla="*/ 91440 w 1485900"/>
                      <a:gd name="connsiteY44" fmla="*/ 775335 h 967740"/>
                      <a:gd name="connsiteX45" fmla="*/ 108585 w 1485900"/>
                      <a:gd name="connsiteY45" fmla="*/ 773430 h 967740"/>
                      <a:gd name="connsiteX46" fmla="*/ 129540 w 1485900"/>
                      <a:gd name="connsiteY46" fmla="*/ 769620 h 967740"/>
                      <a:gd name="connsiteX47" fmla="*/ 184785 w 1485900"/>
                      <a:gd name="connsiteY47" fmla="*/ 794385 h 967740"/>
                      <a:gd name="connsiteX48" fmla="*/ 224790 w 1485900"/>
                      <a:gd name="connsiteY48" fmla="*/ 779145 h 967740"/>
                      <a:gd name="connsiteX49" fmla="*/ 249555 w 1485900"/>
                      <a:gd name="connsiteY49" fmla="*/ 731520 h 967740"/>
                      <a:gd name="connsiteX50" fmla="*/ 291465 w 1485900"/>
                      <a:gd name="connsiteY50" fmla="*/ 750570 h 967740"/>
                      <a:gd name="connsiteX51" fmla="*/ 291465 w 1485900"/>
                      <a:gd name="connsiteY51" fmla="*/ 790575 h 967740"/>
                      <a:gd name="connsiteX52" fmla="*/ 260985 w 1485900"/>
                      <a:gd name="connsiteY52" fmla="*/ 819150 h 967740"/>
                      <a:gd name="connsiteX53" fmla="*/ 278130 w 1485900"/>
                      <a:gd name="connsiteY53" fmla="*/ 830580 h 967740"/>
                      <a:gd name="connsiteX54" fmla="*/ 331470 w 1485900"/>
                      <a:gd name="connsiteY54" fmla="*/ 800100 h 967740"/>
                      <a:gd name="connsiteX55" fmla="*/ 384810 w 1485900"/>
                      <a:gd name="connsiteY55" fmla="*/ 821055 h 967740"/>
                      <a:gd name="connsiteX56" fmla="*/ 405765 w 1485900"/>
                      <a:gd name="connsiteY56" fmla="*/ 882015 h 967740"/>
                      <a:gd name="connsiteX57" fmla="*/ 407670 w 1485900"/>
                      <a:gd name="connsiteY57" fmla="*/ 910590 h 967740"/>
                      <a:gd name="connsiteX58" fmla="*/ 375285 w 1485900"/>
                      <a:gd name="connsiteY58" fmla="*/ 952500 h 967740"/>
                      <a:gd name="connsiteX59" fmla="*/ 417195 w 1485900"/>
                      <a:gd name="connsiteY59" fmla="*/ 967740 h 967740"/>
                      <a:gd name="connsiteX60" fmla="*/ 451485 w 1485900"/>
                      <a:gd name="connsiteY60" fmla="*/ 925830 h 967740"/>
                      <a:gd name="connsiteX61" fmla="*/ 495300 w 1485900"/>
                      <a:gd name="connsiteY61" fmla="*/ 927735 h 967740"/>
                      <a:gd name="connsiteX62" fmla="*/ 529590 w 1485900"/>
                      <a:gd name="connsiteY62" fmla="*/ 954405 h 967740"/>
                      <a:gd name="connsiteX63" fmla="*/ 575310 w 1485900"/>
                      <a:gd name="connsiteY63" fmla="*/ 956310 h 967740"/>
                      <a:gd name="connsiteX64" fmla="*/ 586740 w 1485900"/>
                      <a:gd name="connsiteY64" fmla="*/ 912495 h 967740"/>
                      <a:gd name="connsiteX65" fmla="*/ 769620 w 1485900"/>
                      <a:gd name="connsiteY65" fmla="*/ 815340 h 967740"/>
                      <a:gd name="connsiteX66" fmla="*/ 828675 w 1485900"/>
                      <a:gd name="connsiteY66" fmla="*/ 754380 h 967740"/>
                      <a:gd name="connsiteX67" fmla="*/ 880110 w 1485900"/>
                      <a:gd name="connsiteY67" fmla="*/ 701040 h 967740"/>
                      <a:gd name="connsiteX68" fmla="*/ 933450 w 1485900"/>
                      <a:gd name="connsiteY68" fmla="*/ 596265 h 967740"/>
                      <a:gd name="connsiteX69" fmla="*/ 992505 w 1485900"/>
                      <a:gd name="connsiteY69" fmla="*/ 567690 h 967740"/>
                      <a:gd name="connsiteX70" fmla="*/ 1194435 w 1485900"/>
                      <a:gd name="connsiteY70" fmla="*/ 493395 h 967740"/>
                      <a:gd name="connsiteX71" fmla="*/ 1280160 w 1485900"/>
                      <a:gd name="connsiteY71" fmla="*/ 480060 h 967740"/>
                      <a:gd name="connsiteX72" fmla="*/ 1344930 w 1485900"/>
                      <a:gd name="connsiteY72" fmla="*/ 459105 h 967740"/>
                      <a:gd name="connsiteX73" fmla="*/ 1400175 w 1485900"/>
                      <a:gd name="connsiteY73" fmla="*/ 415290 h 967740"/>
                      <a:gd name="connsiteX74" fmla="*/ 1459230 w 1485900"/>
                      <a:gd name="connsiteY74" fmla="*/ 394335 h 967740"/>
                      <a:gd name="connsiteX75" fmla="*/ 1485900 w 1485900"/>
                      <a:gd name="connsiteY75" fmla="*/ 356235 h 967740"/>
                      <a:gd name="connsiteX76" fmla="*/ 1447800 w 1485900"/>
                      <a:gd name="connsiteY76" fmla="*/ 270510 h 967740"/>
                      <a:gd name="connsiteX77" fmla="*/ 1384935 w 1485900"/>
                      <a:gd name="connsiteY77" fmla="*/ 209550 h 967740"/>
                      <a:gd name="connsiteX78" fmla="*/ 1358265 w 1485900"/>
                      <a:gd name="connsiteY78" fmla="*/ 169545 h 967740"/>
                      <a:gd name="connsiteX79" fmla="*/ 1308735 w 1485900"/>
                      <a:gd name="connsiteY79" fmla="*/ 165735 h 967740"/>
                      <a:gd name="connsiteX80" fmla="*/ 1242060 w 1485900"/>
                      <a:gd name="connsiteY80" fmla="*/ 165735 h 967740"/>
                      <a:gd name="connsiteX81" fmla="*/ 1234440 w 1485900"/>
                      <a:gd name="connsiteY81" fmla="*/ 129540 h 967740"/>
                      <a:gd name="connsiteX82" fmla="*/ 1205865 w 1485900"/>
                      <a:gd name="connsiteY82" fmla="*/ 112395 h 967740"/>
                      <a:gd name="connsiteX83" fmla="*/ 1179195 w 1485900"/>
                      <a:gd name="connsiteY83" fmla="*/ 118110 h 967740"/>
                      <a:gd name="connsiteX84" fmla="*/ 1106805 w 1485900"/>
                      <a:gd name="connsiteY84" fmla="*/ 91440 h 96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485900" h="967740">
                        <a:moveTo>
                          <a:pt x="1106805" y="91440"/>
                        </a:moveTo>
                        <a:lnTo>
                          <a:pt x="1102995" y="66675"/>
                        </a:lnTo>
                        <a:lnTo>
                          <a:pt x="1082040" y="41910"/>
                        </a:lnTo>
                        <a:lnTo>
                          <a:pt x="1045845" y="0"/>
                        </a:lnTo>
                        <a:lnTo>
                          <a:pt x="1019175" y="13335"/>
                        </a:lnTo>
                        <a:lnTo>
                          <a:pt x="973455" y="47625"/>
                        </a:lnTo>
                        <a:lnTo>
                          <a:pt x="929640" y="28575"/>
                        </a:lnTo>
                        <a:lnTo>
                          <a:pt x="901065" y="51435"/>
                        </a:lnTo>
                        <a:lnTo>
                          <a:pt x="914400" y="89535"/>
                        </a:lnTo>
                        <a:lnTo>
                          <a:pt x="929640" y="110490"/>
                        </a:lnTo>
                        <a:lnTo>
                          <a:pt x="918210" y="152400"/>
                        </a:lnTo>
                        <a:lnTo>
                          <a:pt x="908685" y="165735"/>
                        </a:lnTo>
                        <a:lnTo>
                          <a:pt x="910590" y="219075"/>
                        </a:lnTo>
                        <a:lnTo>
                          <a:pt x="862965" y="259080"/>
                        </a:lnTo>
                        <a:lnTo>
                          <a:pt x="849630" y="268605"/>
                        </a:lnTo>
                        <a:lnTo>
                          <a:pt x="805815" y="299085"/>
                        </a:lnTo>
                        <a:lnTo>
                          <a:pt x="781050" y="327660"/>
                        </a:lnTo>
                        <a:lnTo>
                          <a:pt x="748665" y="304800"/>
                        </a:lnTo>
                        <a:lnTo>
                          <a:pt x="706755" y="304800"/>
                        </a:lnTo>
                        <a:lnTo>
                          <a:pt x="584835" y="306705"/>
                        </a:lnTo>
                        <a:lnTo>
                          <a:pt x="499110" y="300990"/>
                        </a:lnTo>
                        <a:lnTo>
                          <a:pt x="447675" y="299085"/>
                        </a:lnTo>
                        <a:lnTo>
                          <a:pt x="436245" y="312420"/>
                        </a:lnTo>
                        <a:lnTo>
                          <a:pt x="392430" y="312420"/>
                        </a:lnTo>
                        <a:lnTo>
                          <a:pt x="339090" y="342900"/>
                        </a:lnTo>
                        <a:lnTo>
                          <a:pt x="327660" y="358140"/>
                        </a:lnTo>
                        <a:lnTo>
                          <a:pt x="297180" y="382905"/>
                        </a:lnTo>
                        <a:cubicBezTo>
                          <a:pt x="293370" y="387350"/>
                          <a:pt x="290126" y="392351"/>
                          <a:pt x="285750" y="396240"/>
                        </a:cubicBezTo>
                        <a:cubicBezTo>
                          <a:pt x="284249" y="397574"/>
                          <a:pt x="280035" y="398145"/>
                          <a:pt x="280035" y="398145"/>
                        </a:cubicBezTo>
                        <a:lnTo>
                          <a:pt x="213360" y="445770"/>
                        </a:lnTo>
                        <a:lnTo>
                          <a:pt x="165735" y="489585"/>
                        </a:lnTo>
                        <a:lnTo>
                          <a:pt x="131445" y="520065"/>
                        </a:lnTo>
                        <a:lnTo>
                          <a:pt x="102870" y="537210"/>
                        </a:lnTo>
                        <a:lnTo>
                          <a:pt x="78105" y="531495"/>
                        </a:lnTo>
                        <a:lnTo>
                          <a:pt x="66675" y="495300"/>
                        </a:lnTo>
                        <a:lnTo>
                          <a:pt x="36195" y="491490"/>
                        </a:lnTo>
                        <a:lnTo>
                          <a:pt x="17145" y="512445"/>
                        </a:lnTo>
                        <a:lnTo>
                          <a:pt x="0" y="571500"/>
                        </a:lnTo>
                        <a:lnTo>
                          <a:pt x="22860" y="613410"/>
                        </a:lnTo>
                        <a:lnTo>
                          <a:pt x="64770" y="640080"/>
                        </a:lnTo>
                        <a:lnTo>
                          <a:pt x="95250" y="659130"/>
                        </a:lnTo>
                        <a:lnTo>
                          <a:pt x="104775" y="689610"/>
                        </a:lnTo>
                        <a:lnTo>
                          <a:pt x="106680" y="737235"/>
                        </a:lnTo>
                        <a:lnTo>
                          <a:pt x="78105" y="754380"/>
                        </a:lnTo>
                        <a:lnTo>
                          <a:pt x="91440" y="775335"/>
                        </a:lnTo>
                        <a:lnTo>
                          <a:pt x="108585" y="773430"/>
                        </a:lnTo>
                        <a:lnTo>
                          <a:pt x="129540" y="769620"/>
                        </a:lnTo>
                        <a:lnTo>
                          <a:pt x="184785" y="794385"/>
                        </a:lnTo>
                        <a:lnTo>
                          <a:pt x="224790" y="779145"/>
                        </a:lnTo>
                        <a:lnTo>
                          <a:pt x="249555" y="731520"/>
                        </a:lnTo>
                        <a:lnTo>
                          <a:pt x="291465" y="750570"/>
                        </a:lnTo>
                        <a:lnTo>
                          <a:pt x="291465" y="790575"/>
                        </a:lnTo>
                        <a:lnTo>
                          <a:pt x="260985" y="819150"/>
                        </a:lnTo>
                        <a:lnTo>
                          <a:pt x="278130" y="830580"/>
                        </a:lnTo>
                        <a:lnTo>
                          <a:pt x="331470" y="800100"/>
                        </a:lnTo>
                        <a:lnTo>
                          <a:pt x="384810" y="821055"/>
                        </a:lnTo>
                        <a:lnTo>
                          <a:pt x="405765" y="882015"/>
                        </a:lnTo>
                        <a:lnTo>
                          <a:pt x="407670" y="910590"/>
                        </a:lnTo>
                        <a:lnTo>
                          <a:pt x="375285" y="952500"/>
                        </a:lnTo>
                        <a:lnTo>
                          <a:pt x="417195" y="967740"/>
                        </a:lnTo>
                        <a:lnTo>
                          <a:pt x="451485" y="925830"/>
                        </a:lnTo>
                        <a:lnTo>
                          <a:pt x="495300" y="927735"/>
                        </a:lnTo>
                        <a:lnTo>
                          <a:pt x="529590" y="954405"/>
                        </a:lnTo>
                        <a:lnTo>
                          <a:pt x="575310" y="956310"/>
                        </a:lnTo>
                        <a:lnTo>
                          <a:pt x="586740" y="912495"/>
                        </a:lnTo>
                        <a:lnTo>
                          <a:pt x="769620" y="815340"/>
                        </a:lnTo>
                        <a:lnTo>
                          <a:pt x="828675" y="754380"/>
                        </a:lnTo>
                        <a:lnTo>
                          <a:pt x="880110" y="701040"/>
                        </a:lnTo>
                        <a:lnTo>
                          <a:pt x="933450" y="596265"/>
                        </a:lnTo>
                        <a:lnTo>
                          <a:pt x="992505" y="567690"/>
                        </a:lnTo>
                        <a:lnTo>
                          <a:pt x="1194435" y="493395"/>
                        </a:lnTo>
                        <a:lnTo>
                          <a:pt x="1280160" y="480060"/>
                        </a:lnTo>
                        <a:lnTo>
                          <a:pt x="1344930" y="459105"/>
                        </a:lnTo>
                        <a:lnTo>
                          <a:pt x="1400175" y="415290"/>
                        </a:lnTo>
                        <a:lnTo>
                          <a:pt x="1459230" y="394335"/>
                        </a:lnTo>
                        <a:lnTo>
                          <a:pt x="1485900" y="356235"/>
                        </a:lnTo>
                        <a:lnTo>
                          <a:pt x="1447800" y="270510"/>
                        </a:lnTo>
                        <a:lnTo>
                          <a:pt x="1384935" y="209550"/>
                        </a:lnTo>
                        <a:lnTo>
                          <a:pt x="1358265" y="169545"/>
                        </a:lnTo>
                        <a:lnTo>
                          <a:pt x="1308735" y="165735"/>
                        </a:lnTo>
                        <a:lnTo>
                          <a:pt x="1242060" y="165735"/>
                        </a:lnTo>
                        <a:lnTo>
                          <a:pt x="1234440" y="129540"/>
                        </a:lnTo>
                        <a:lnTo>
                          <a:pt x="1205865" y="112395"/>
                        </a:lnTo>
                        <a:lnTo>
                          <a:pt x="1179195" y="118110"/>
                        </a:lnTo>
                        <a:lnTo>
                          <a:pt x="1106805" y="914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5" name="자유형: 도형 414">
                    <a:extLst>
                      <a:ext uri="{FF2B5EF4-FFF2-40B4-BE49-F238E27FC236}">
                        <a16:creationId xmlns:a16="http://schemas.microsoft.com/office/drawing/2014/main" id="{D67C500D-0833-EBA1-C9E9-76F433065547}"/>
                      </a:ext>
                    </a:extLst>
                  </p:cNvPr>
                  <p:cNvSpPr/>
                  <p:nvPr/>
                </p:nvSpPr>
                <p:spPr>
                  <a:xfrm>
                    <a:off x="3901440" y="5855970"/>
                    <a:ext cx="285750" cy="379095"/>
                  </a:xfrm>
                  <a:custGeom>
                    <a:avLst/>
                    <a:gdLst>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85750 w 285750"/>
                      <a:gd name="connsiteY27" fmla="*/ 270510 h 379095"/>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78130 w 285750"/>
                      <a:gd name="connsiteY27" fmla="*/ 243840 h 379095"/>
                      <a:gd name="connsiteX28" fmla="*/ 285750 w 285750"/>
                      <a:gd name="connsiteY28" fmla="*/ 270510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85750" h="379095">
                        <a:moveTo>
                          <a:pt x="285750" y="270510"/>
                        </a:moveTo>
                        <a:lnTo>
                          <a:pt x="232410" y="285750"/>
                        </a:lnTo>
                        <a:lnTo>
                          <a:pt x="232410" y="310515"/>
                        </a:lnTo>
                        <a:lnTo>
                          <a:pt x="249555" y="331470"/>
                        </a:lnTo>
                        <a:lnTo>
                          <a:pt x="243840" y="358140"/>
                        </a:lnTo>
                        <a:lnTo>
                          <a:pt x="224790" y="369570"/>
                        </a:lnTo>
                        <a:lnTo>
                          <a:pt x="190500" y="373380"/>
                        </a:lnTo>
                        <a:lnTo>
                          <a:pt x="146685" y="361950"/>
                        </a:lnTo>
                        <a:lnTo>
                          <a:pt x="121920" y="379095"/>
                        </a:lnTo>
                        <a:lnTo>
                          <a:pt x="89535" y="377190"/>
                        </a:lnTo>
                        <a:lnTo>
                          <a:pt x="78105" y="352425"/>
                        </a:lnTo>
                        <a:lnTo>
                          <a:pt x="83820" y="280035"/>
                        </a:lnTo>
                        <a:lnTo>
                          <a:pt x="83820" y="262890"/>
                        </a:lnTo>
                        <a:lnTo>
                          <a:pt x="83820" y="194310"/>
                        </a:lnTo>
                        <a:lnTo>
                          <a:pt x="70485" y="175260"/>
                        </a:lnTo>
                        <a:lnTo>
                          <a:pt x="45720" y="175260"/>
                        </a:lnTo>
                        <a:lnTo>
                          <a:pt x="3810" y="165735"/>
                        </a:lnTo>
                        <a:lnTo>
                          <a:pt x="0" y="135255"/>
                        </a:lnTo>
                        <a:lnTo>
                          <a:pt x="28575" y="110490"/>
                        </a:lnTo>
                        <a:lnTo>
                          <a:pt x="45720" y="66675"/>
                        </a:lnTo>
                        <a:lnTo>
                          <a:pt x="43815" y="32385"/>
                        </a:lnTo>
                        <a:lnTo>
                          <a:pt x="68580" y="0"/>
                        </a:lnTo>
                        <a:lnTo>
                          <a:pt x="108585" y="26670"/>
                        </a:lnTo>
                        <a:lnTo>
                          <a:pt x="118110" y="74295"/>
                        </a:lnTo>
                        <a:lnTo>
                          <a:pt x="158115" y="118110"/>
                        </a:lnTo>
                        <a:lnTo>
                          <a:pt x="200025" y="152400"/>
                        </a:lnTo>
                        <a:lnTo>
                          <a:pt x="236220" y="213360"/>
                        </a:lnTo>
                        <a:cubicBezTo>
                          <a:pt x="247015" y="226695"/>
                          <a:pt x="267335" y="230505"/>
                          <a:pt x="278130" y="243840"/>
                        </a:cubicBezTo>
                        <a:lnTo>
                          <a:pt x="285750" y="27051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8" name="강화군">
                  <a:extLst>
                    <a:ext uri="{FF2B5EF4-FFF2-40B4-BE49-F238E27FC236}">
                      <a16:creationId xmlns:a16="http://schemas.microsoft.com/office/drawing/2014/main" id="{3B0A9C44-DCB7-9C79-786A-F61D0D647F6E}"/>
                    </a:ext>
                  </a:extLst>
                </p:cNvPr>
                <p:cNvGrpSpPr/>
                <p:nvPr/>
              </p:nvGrpSpPr>
              <p:grpSpPr>
                <a:xfrm>
                  <a:off x="2068831" y="2377440"/>
                  <a:ext cx="2781299" cy="2090420"/>
                  <a:chOff x="2068831" y="2377440"/>
                  <a:chExt cx="2781299" cy="2090420"/>
                </a:xfrm>
                <a:grpFill/>
              </p:grpSpPr>
              <p:sp>
                <p:nvSpPr>
                  <p:cNvPr id="402" name="자유형: 도형 401">
                    <a:extLst>
                      <a:ext uri="{FF2B5EF4-FFF2-40B4-BE49-F238E27FC236}">
                        <a16:creationId xmlns:a16="http://schemas.microsoft.com/office/drawing/2014/main" id="{213D7D1D-0721-278E-9B6D-F8228F17351C}"/>
                      </a:ext>
                    </a:extLst>
                  </p:cNvPr>
                  <p:cNvSpPr/>
                  <p:nvPr/>
                </p:nvSpPr>
                <p:spPr>
                  <a:xfrm>
                    <a:off x="2068831" y="3505200"/>
                    <a:ext cx="165758" cy="116205"/>
                  </a:xfrm>
                  <a:custGeom>
                    <a:avLst/>
                    <a:gdLst>
                      <a:gd name="connsiteX0" fmla="*/ 146685 w 154305"/>
                      <a:gd name="connsiteY0" fmla="*/ 51435 h 116205"/>
                      <a:gd name="connsiteX1" fmla="*/ 78105 w 154305"/>
                      <a:gd name="connsiteY1" fmla="*/ 11430 h 116205"/>
                      <a:gd name="connsiteX2" fmla="*/ 43815 w 154305"/>
                      <a:gd name="connsiteY2" fmla="*/ 0 h 116205"/>
                      <a:gd name="connsiteX3" fmla="*/ 7620 w 154305"/>
                      <a:gd name="connsiteY3" fmla="*/ 1905 h 116205"/>
                      <a:gd name="connsiteX4" fmla="*/ 0 w 154305"/>
                      <a:gd name="connsiteY4" fmla="*/ 32385 h 116205"/>
                      <a:gd name="connsiteX5" fmla="*/ 38100 w 154305"/>
                      <a:gd name="connsiteY5" fmla="*/ 59055 h 116205"/>
                      <a:gd name="connsiteX6" fmla="*/ 83820 w 154305"/>
                      <a:gd name="connsiteY6" fmla="*/ 95250 h 116205"/>
                      <a:gd name="connsiteX7" fmla="*/ 116205 w 154305"/>
                      <a:gd name="connsiteY7" fmla="*/ 116205 h 116205"/>
                      <a:gd name="connsiteX8" fmla="*/ 154305 w 154305"/>
                      <a:gd name="connsiteY8" fmla="*/ 108585 h 116205"/>
                      <a:gd name="connsiteX9" fmla="*/ 146685 w 154305"/>
                      <a:gd name="connsiteY9" fmla="*/ 51435 h 116205"/>
                      <a:gd name="connsiteX0" fmla="*/ 146685 w 165758"/>
                      <a:gd name="connsiteY0" fmla="*/ 51435 h 116205"/>
                      <a:gd name="connsiteX1" fmla="*/ 78105 w 165758"/>
                      <a:gd name="connsiteY1" fmla="*/ 11430 h 116205"/>
                      <a:gd name="connsiteX2" fmla="*/ 43815 w 165758"/>
                      <a:gd name="connsiteY2" fmla="*/ 0 h 116205"/>
                      <a:gd name="connsiteX3" fmla="*/ 7620 w 165758"/>
                      <a:gd name="connsiteY3" fmla="*/ 1905 h 116205"/>
                      <a:gd name="connsiteX4" fmla="*/ 0 w 165758"/>
                      <a:gd name="connsiteY4" fmla="*/ 32385 h 116205"/>
                      <a:gd name="connsiteX5" fmla="*/ 38100 w 165758"/>
                      <a:gd name="connsiteY5" fmla="*/ 59055 h 116205"/>
                      <a:gd name="connsiteX6" fmla="*/ 83820 w 165758"/>
                      <a:gd name="connsiteY6" fmla="*/ 95250 h 116205"/>
                      <a:gd name="connsiteX7" fmla="*/ 116205 w 165758"/>
                      <a:gd name="connsiteY7" fmla="*/ 116205 h 116205"/>
                      <a:gd name="connsiteX8" fmla="*/ 154305 w 165758"/>
                      <a:gd name="connsiteY8" fmla="*/ 108585 h 116205"/>
                      <a:gd name="connsiteX9" fmla="*/ 165735 w 165758"/>
                      <a:gd name="connsiteY9" fmla="*/ 74295 h 116205"/>
                      <a:gd name="connsiteX10" fmla="*/ 146685 w 165758"/>
                      <a:gd name="connsiteY10" fmla="*/ 5143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5758" h="116205">
                        <a:moveTo>
                          <a:pt x="146685" y="51435"/>
                        </a:moveTo>
                        <a:lnTo>
                          <a:pt x="78105" y="11430"/>
                        </a:lnTo>
                        <a:lnTo>
                          <a:pt x="43815" y="0"/>
                        </a:lnTo>
                        <a:lnTo>
                          <a:pt x="7620" y="1905"/>
                        </a:lnTo>
                        <a:lnTo>
                          <a:pt x="0" y="32385"/>
                        </a:lnTo>
                        <a:lnTo>
                          <a:pt x="38100" y="59055"/>
                        </a:lnTo>
                        <a:lnTo>
                          <a:pt x="83820" y="95250"/>
                        </a:lnTo>
                        <a:lnTo>
                          <a:pt x="116205" y="116205"/>
                        </a:lnTo>
                        <a:lnTo>
                          <a:pt x="154305" y="108585"/>
                        </a:lnTo>
                        <a:cubicBezTo>
                          <a:pt x="153670" y="99695"/>
                          <a:pt x="166370" y="83185"/>
                          <a:pt x="165735" y="74295"/>
                        </a:cubicBezTo>
                        <a:lnTo>
                          <a:pt x="146685" y="5143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3" name="자유형: 도형 402">
                    <a:extLst>
                      <a:ext uri="{FF2B5EF4-FFF2-40B4-BE49-F238E27FC236}">
                        <a16:creationId xmlns:a16="http://schemas.microsoft.com/office/drawing/2014/main" id="{113C931E-A764-FF58-AD21-6D54E3DCF492}"/>
                      </a:ext>
                    </a:extLst>
                  </p:cNvPr>
                  <p:cNvSpPr/>
                  <p:nvPr/>
                </p:nvSpPr>
                <p:spPr>
                  <a:xfrm>
                    <a:off x="2295525" y="3526155"/>
                    <a:ext cx="392430" cy="335280"/>
                  </a:xfrm>
                  <a:custGeom>
                    <a:avLst/>
                    <a:gdLst>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62890 w 392430"/>
                      <a:gd name="connsiteY37" fmla="*/ 0 h 335280"/>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95275 w 392430"/>
                      <a:gd name="connsiteY37" fmla="*/ 1905 h 335280"/>
                      <a:gd name="connsiteX38" fmla="*/ 262890 w 392430"/>
                      <a:gd name="connsiteY38" fmla="*/ 0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2430" h="335280">
                        <a:moveTo>
                          <a:pt x="262890" y="0"/>
                        </a:moveTo>
                        <a:lnTo>
                          <a:pt x="220980" y="64770"/>
                        </a:lnTo>
                        <a:lnTo>
                          <a:pt x="161925" y="120015"/>
                        </a:lnTo>
                        <a:lnTo>
                          <a:pt x="133350" y="129540"/>
                        </a:lnTo>
                        <a:lnTo>
                          <a:pt x="110490" y="118110"/>
                        </a:lnTo>
                        <a:lnTo>
                          <a:pt x="93345" y="110490"/>
                        </a:lnTo>
                        <a:lnTo>
                          <a:pt x="78105" y="97155"/>
                        </a:lnTo>
                        <a:lnTo>
                          <a:pt x="38100" y="97155"/>
                        </a:lnTo>
                        <a:lnTo>
                          <a:pt x="7620" y="118110"/>
                        </a:lnTo>
                        <a:lnTo>
                          <a:pt x="0" y="152400"/>
                        </a:lnTo>
                        <a:lnTo>
                          <a:pt x="32385" y="192405"/>
                        </a:lnTo>
                        <a:lnTo>
                          <a:pt x="55245" y="200025"/>
                        </a:lnTo>
                        <a:lnTo>
                          <a:pt x="89535" y="182880"/>
                        </a:lnTo>
                        <a:lnTo>
                          <a:pt x="135255" y="173355"/>
                        </a:lnTo>
                        <a:lnTo>
                          <a:pt x="177165" y="190500"/>
                        </a:lnTo>
                        <a:lnTo>
                          <a:pt x="201930" y="213360"/>
                        </a:lnTo>
                        <a:lnTo>
                          <a:pt x="209550" y="241935"/>
                        </a:lnTo>
                        <a:lnTo>
                          <a:pt x="213360" y="272415"/>
                        </a:lnTo>
                        <a:lnTo>
                          <a:pt x="222885" y="287655"/>
                        </a:lnTo>
                        <a:lnTo>
                          <a:pt x="245745" y="302895"/>
                        </a:lnTo>
                        <a:lnTo>
                          <a:pt x="266700" y="299085"/>
                        </a:lnTo>
                        <a:lnTo>
                          <a:pt x="297180" y="289560"/>
                        </a:lnTo>
                        <a:lnTo>
                          <a:pt x="320040" y="310515"/>
                        </a:lnTo>
                        <a:lnTo>
                          <a:pt x="350520" y="335280"/>
                        </a:lnTo>
                        <a:cubicBezTo>
                          <a:pt x="369076" y="333218"/>
                          <a:pt x="362522" y="335947"/>
                          <a:pt x="371475" y="331470"/>
                        </a:cubicBezTo>
                        <a:lnTo>
                          <a:pt x="381000" y="312420"/>
                        </a:lnTo>
                        <a:lnTo>
                          <a:pt x="369570" y="287655"/>
                        </a:lnTo>
                        <a:lnTo>
                          <a:pt x="392430" y="253365"/>
                        </a:lnTo>
                        <a:lnTo>
                          <a:pt x="392430" y="220980"/>
                        </a:lnTo>
                        <a:cubicBezTo>
                          <a:pt x="382383" y="206914"/>
                          <a:pt x="386768" y="211508"/>
                          <a:pt x="381000" y="205740"/>
                        </a:cubicBezTo>
                        <a:lnTo>
                          <a:pt x="377190" y="188595"/>
                        </a:lnTo>
                        <a:lnTo>
                          <a:pt x="361950" y="180975"/>
                        </a:lnTo>
                        <a:lnTo>
                          <a:pt x="340995" y="171450"/>
                        </a:lnTo>
                        <a:lnTo>
                          <a:pt x="306705" y="123825"/>
                        </a:lnTo>
                        <a:lnTo>
                          <a:pt x="291465" y="99060"/>
                        </a:lnTo>
                        <a:lnTo>
                          <a:pt x="295275" y="76200"/>
                        </a:lnTo>
                        <a:lnTo>
                          <a:pt x="300990" y="41910"/>
                        </a:lnTo>
                        <a:cubicBezTo>
                          <a:pt x="295275" y="33655"/>
                          <a:pt x="300990" y="10160"/>
                          <a:pt x="295275" y="1905"/>
                        </a:cubicBezTo>
                        <a:lnTo>
                          <a:pt x="26289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4" name="자유형: 도형 403">
                    <a:extLst>
                      <a:ext uri="{FF2B5EF4-FFF2-40B4-BE49-F238E27FC236}">
                        <a16:creationId xmlns:a16="http://schemas.microsoft.com/office/drawing/2014/main" id="{3BE4574B-6A7A-C2FD-1C7D-F5269877B70D}"/>
                      </a:ext>
                    </a:extLst>
                  </p:cNvPr>
                  <p:cNvSpPr/>
                  <p:nvPr/>
                </p:nvSpPr>
                <p:spPr>
                  <a:xfrm>
                    <a:off x="2737485" y="3827145"/>
                    <a:ext cx="285750" cy="236220"/>
                  </a:xfrm>
                  <a:custGeom>
                    <a:avLst/>
                    <a:gdLst>
                      <a:gd name="connsiteX0" fmla="*/ 106680 w 285750"/>
                      <a:gd name="connsiteY0" fmla="*/ 0 h 236220"/>
                      <a:gd name="connsiteX1" fmla="*/ 62865 w 285750"/>
                      <a:gd name="connsiteY1" fmla="*/ 7620 h 236220"/>
                      <a:gd name="connsiteX2" fmla="*/ 51435 w 285750"/>
                      <a:gd name="connsiteY2" fmla="*/ 32385 h 236220"/>
                      <a:gd name="connsiteX3" fmla="*/ 28575 w 285750"/>
                      <a:gd name="connsiteY3" fmla="*/ 19050 h 236220"/>
                      <a:gd name="connsiteX4" fmla="*/ 0 w 285750"/>
                      <a:gd name="connsiteY4" fmla="*/ 40005 h 236220"/>
                      <a:gd name="connsiteX5" fmla="*/ 32385 w 285750"/>
                      <a:gd name="connsiteY5" fmla="*/ 70485 h 236220"/>
                      <a:gd name="connsiteX6" fmla="*/ 47625 w 285750"/>
                      <a:gd name="connsiteY6" fmla="*/ 100965 h 236220"/>
                      <a:gd name="connsiteX7" fmla="*/ 78105 w 285750"/>
                      <a:gd name="connsiteY7" fmla="*/ 144780 h 236220"/>
                      <a:gd name="connsiteX8" fmla="*/ 97155 w 285750"/>
                      <a:gd name="connsiteY8" fmla="*/ 150495 h 236220"/>
                      <a:gd name="connsiteX9" fmla="*/ 102870 w 285750"/>
                      <a:gd name="connsiteY9" fmla="*/ 154305 h 236220"/>
                      <a:gd name="connsiteX10" fmla="*/ 110490 w 285750"/>
                      <a:gd name="connsiteY10" fmla="*/ 156210 h 236220"/>
                      <a:gd name="connsiteX11" fmla="*/ 139065 w 285750"/>
                      <a:gd name="connsiteY11" fmla="*/ 182880 h 236220"/>
                      <a:gd name="connsiteX12" fmla="*/ 171450 w 285750"/>
                      <a:gd name="connsiteY12" fmla="*/ 217170 h 236220"/>
                      <a:gd name="connsiteX13" fmla="*/ 213360 w 285750"/>
                      <a:gd name="connsiteY13" fmla="*/ 226695 h 236220"/>
                      <a:gd name="connsiteX14" fmla="*/ 272415 w 285750"/>
                      <a:gd name="connsiteY14" fmla="*/ 236220 h 236220"/>
                      <a:gd name="connsiteX15" fmla="*/ 285750 w 285750"/>
                      <a:gd name="connsiteY15" fmla="*/ 226695 h 236220"/>
                      <a:gd name="connsiteX16" fmla="*/ 262890 w 285750"/>
                      <a:gd name="connsiteY16" fmla="*/ 211455 h 236220"/>
                      <a:gd name="connsiteX17" fmla="*/ 245745 w 285750"/>
                      <a:gd name="connsiteY17" fmla="*/ 209550 h 236220"/>
                      <a:gd name="connsiteX18" fmla="*/ 219075 w 285750"/>
                      <a:gd name="connsiteY18" fmla="*/ 180975 h 236220"/>
                      <a:gd name="connsiteX19" fmla="*/ 215265 w 285750"/>
                      <a:gd name="connsiteY19" fmla="*/ 137160 h 236220"/>
                      <a:gd name="connsiteX20" fmla="*/ 209550 w 285750"/>
                      <a:gd name="connsiteY20" fmla="*/ 116205 h 236220"/>
                      <a:gd name="connsiteX21" fmla="*/ 201930 w 285750"/>
                      <a:gd name="connsiteY21" fmla="*/ 99060 h 236220"/>
                      <a:gd name="connsiteX22" fmla="*/ 217170 w 285750"/>
                      <a:gd name="connsiteY22" fmla="*/ 87630 h 236220"/>
                      <a:gd name="connsiteX23" fmla="*/ 249555 w 285750"/>
                      <a:gd name="connsiteY23" fmla="*/ 64770 h 236220"/>
                      <a:gd name="connsiteX24" fmla="*/ 255270 w 285750"/>
                      <a:gd name="connsiteY24" fmla="*/ 30480 h 236220"/>
                      <a:gd name="connsiteX25" fmla="*/ 255270 w 285750"/>
                      <a:gd name="connsiteY25" fmla="*/ 13335 h 236220"/>
                      <a:gd name="connsiteX26" fmla="*/ 238125 w 285750"/>
                      <a:gd name="connsiteY26" fmla="*/ 7620 h 236220"/>
                      <a:gd name="connsiteX27" fmla="*/ 228600 w 285750"/>
                      <a:gd name="connsiteY27" fmla="*/ 22860 h 236220"/>
                      <a:gd name="connsiteX28" fmla="*/ 213360 w 285750"/>
                      <a:gd name="connsiteY28" fmla="*/ 47625 h 236220"/>
                      <a:gd name="connsiteX29" fmla="*/ 161925 w 285750"/>
                      <a:gd name="connsiteY29" fmla="*/ 47625 h 236220"/>
                      <a:gd name="connsiteX30" fmla="*/ 106680 w 285750"/>
                      <a:gd name="connsiteY30" fmla="*/ 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5750" h="236220">
                        <a:moveTo>
                          <a:pt x="106680" y="0"/>
                        </a:moveTo>
                        <a:lnTo>
                          <a:pt x="62865" y="7620"/>
                        </a:lnTo>
                        <a:lnTo>
                          <a:pt x="51435" y="32385"/>
                        </a:lnTo>
                        <a:lnTo>
                          <a:pt x="28575" y="19050"/>
                        </a:lnTo>
                        <a:lnTo>
                          <a:pt x="0" y="40005"/>
                        </a:lnTo>
                        <a:lnTo>
                          <a:pt x="32385" y="70485"/>
                        </a:lnTo>
                        <a:lnTo>
                          <a:pt x="47625" y="100965"/>
                        </a:lnTo>
                        <a:lnTo>
                          <a:pt x="78105" y="144780"/>
                        </a:lnTo>
                        <a:cubicBezTo>
                          <a:pt x="84455" y="146685"/>
                          <a:pt x="90967" y="148115"/>
                          <a:pt x="97155" y="150495"/>
                        </a:cubicBezTo>
                        <a:cubicBezTo>
                          <a:pt x="99292" y="151317"/>
                          <a:pt x="100766" y="153403"/>
                          <a:pt x="102870" y="154305"/>
                        </a:cubicBezTo>
                        <a:cubicBezTo>
                          <a:pt x="105276" y="155336"/>
                          <a:pt x="110490" y="156210"/>
                          <a:pt x="110490" y="156210"/>
                        </a:cubicBezTo>
                        <a:lnTo>
                          <a:pt x="139065" y="182880"/>
                        </a:lnTo>
                        <a:lnTo>
                          <a:pt x="171450" y="217170"/>
                        </a:lnTo>
                        <a:lnTo>
                          <a:pt x="213360" y="226695"/>
                        </a:lnTo>
                        <a:lnTo>
                          <a:pt x="272415" y="236220"/>
                        </a:lnTo>
                        <a:lnTo>
                          <a:pt x="285750" y="226695"/>
                        </a:lnTo>
                        <a:lnTo>
                          <a:pt x="262890" y="211455"/>
                        </a:lnTo>
                        <a:lnTo>
                          <a:pt x="245745" y="209550"/>
                        </a:lnTo>
                        <a:lnTo>
                          <a:pt x="219075" y="180975"/>
                        </a:lnTo>
                        <a:lnTo>
                          <a:pt x="215265" y="137160"/>
                        </a:lnTo>
                        <a:lnTo>
                          <a:pt x="209550" y="116205"/>
                        </a:lnTo>
                        <a:lnTo>
                          <a:pt x="201930" y="99060"/>
                        </a:lnTo>
                        <a:cubicBezTo>
                          <a:pt x="215747" y="87217"/>
                          <a:pt x="209411" y="87630"/>
                          <a:pt x="217170" y="87630"/>
                        </a:cubicBezTo>
                        <a:lnTo>
                          <a:pt x="249555" y="64770"/>
                        </a:lnTo>
                        <a:lnTo>
                          <a:pt x="255270" y="30480"/>
                        </a:lnTo>
                        <a:lnTo>
                          <a:pt x="255270" y="13335"/>
                        </a:lnTo>
                        <a:lnTo>
                          <a:pt x="238125" y="7620"/>
                        </a:lnTo>
                        <a:cubicBezTo>
                          <a:pt x="228231" y="21472"/>
                          <a:pt x="228600" y="15493"/>
                          <a:pt x="228600" y="22860"/>
                        </a:cubicBezTo>
                        <a:lnTo>
                          <a:pt x="213360" y="47625"/>
                        </a:lnTo>
                        <a:lnTo>
                          <a:pt x="161925" y="47625"/>
                        </a:lnTo>
                        <a:lnTo>
                          <a:pt x="10668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5" name="자유형: 도형 404">
                    <a:extLst>
                      <a:ext uri="{FF2B5EF4-FFF2-40B4-BE49-F238E27FC236}">
                        <a16:creationId xmlns:a16="http://schemas.microsoft.com/office/drawing/2014/main" id="{AF81343F-7301-EFD3-26AB-3E40E9017524}"/>
                      </a:ext>
                    </a:extLst>
                  </p:cNvPr>
                  <p:cNvSpPr/>
                  <p:nvPr/>
                </p:nvSpPr>
                <p:spPr>
                  <a:xfrm>
                    <a:off x="2727960" y="3183255"/>
                    <a:ext cx="201930" cy="171450"/>
                  </a:xfrm>
                  <a:custGeom>
                    <a:avLst/>
                    <a:gdLst>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35255 w 201930"/>
                      <a:gd name="connsiteY15" fmla="*/ 1905 h 171450"/>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40970 w 201930"/>
                      <a:gd name="connsiteY15" fmla="*/ 26670 h 171450"/>
                      <a:gd name="connsiteX16" fmla="*/ 135255 w 201930"/>
                      <a:gd name="connsiteY16" fmla="*/ 190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930" h="171450">
                        <a:moveTo>
                          <a:pt x="135255" y="1905"/>
                        </a:moveTo>
                        <a:lnTo>
                          <a:pt x="83820" y="0"/>
                        </a:lnTo>
                        <a:lnTo>
                          <a:pt x="55245" y="22860"/>
                        </a:lnTo>
                        <a:lnTo>
                          <a:pt x="19050" y="62865"/>
                        </a:lnTo>
                        <a:lnTo>
                          <a:pt x="0" y="97155"/>
                        </a:lnTo>
                        <a:lnTo>
                          <a:pt x="9525" y="123825"/>
                        </a:lnTo>
                        <a:lnTo>
                          <a:pt x="51435" y="131445"/>
                        </a:lnTo>
                        <a:lnTo>
                          <a:pt x="85725" y="144780"/>
                        </a:lnTo>
                        <a:cubicBezTo>
                          <a:pt x="102101" y="152968"/>
                          <a:pt x="95285" y="152400"/>
                          <a:pt x="104775" y="152400"/>
                        </a:cubicBezTo>
                        <a:lnTo>
                          <a:pt x="139065" y="165735"/>
                        </a:lnTo>
                        <a:lnTo>
                          <a:pt x="182880" y="171450"/>
                        </a:lnTo>
                        <a:lnTo>
                          <a:pt x="201930" y="154305"/>
                        </a:lnTo>
                        <a:lnTo>
                          <a:pt x="177165" y="118110"/>
                        </a:lnTo>
                        <a:lnTo>
                          <a:pt x="131445" y="80010"/>
                        </a:lnTo>
                        <a:lnTo>
                          <a:pt x="112395" y="55245"/>
                        </a:lnTo>
                        <a:cubicBezTo>
                          <a:pt x="118110" y="44450"/>
                          <a:pt x="135255" y="37465"/>
                          <a:pt x="140970" y="26670"/>
                        </a:cubicBezTo>
                        <a:lnTo>
                          <a:pt x="135255" y="190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6" name="자유형: 도형 405">
                    <a:extLst>
                      <a:ext uri="{FF2B5EF4-FFF2-40B4-BE49-F238E27FC236}">
                        <a16:creationId xmlns:a16="http://schemas.microsoft.com/office/drawing/2014/main" id="{DB122201-DA6E-C44D-194F-1BA70015C181}"/>
                      </a:ext>
                    </a:extLst>
                  </p:cNvPr>
                  <p:cNvSpPr/>
                  <p:nvPr/>
                </p:nvSpPr>
                <p:spPr>
                  <a:xfrm>
                    <a:off x="2990850" y="3135630"/>
                    <a:ext cx="64770" cy="123825"/>
                  </a:xfrm>
                  <a:custGeom>
                    <a:avLst/>
                    <a:gdLst>
                      <a:gd name="connsiteX0" fmla="*/ 47625 w 64770"/>
                      <a:gd name="connsiteY0" fmla="*/ 0 h 123825"/>
                      <a:gd name="connsiteX1" fmla="*/ 22860 w 64770"/>
                      <a:gd name="connsiteY1" fmla="*/ 34290 h 123825"/>
                      <a:gd name="connsiteX2" fmla="*/ 11430 w 64770"/>
                      <a:gd name="connsiteY2" fmla="*/ 68580 h 123825"/>
                      <a:gd name="connsiteX3" fmla="*/ 0 w 64770"/>
                      <a:gd name="connsiteY3" fmla="*/ 91440 h 123825"/>
                      <a:gd name="connsiteX4" fmla="*/ 43815 w 64770"/>
                      <a:gd name="connsiteY4" fmla="*/ 123825 h 123825"/>
                      <a:gd name="connsiteX5" fmla="*/ 64770 w 64770"/>
                      <a:gd name="connsiteY5" fmla="*/ 95250 h 123825"/>
                      <a:gd name="connsiteX6" fmla="*/ 55245 w 64770"/>
                      <a:gd name="connsiteY6" fmla="*/ 72390 h 123825"/>
                      <a:gd name="connsiteX7" fmla="*/ 47625 w 64770"/>
                      <a:gd name="connsiteY7"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770" h="123825">
                        <a:moveTo>
                          <a:pt x="47625" y="0"/>
                        </a:moveTo>
                        <a:lnTo>
                          <a:pt x="22860" y="34290"/>
                        </a:lnTo>
                        <a:lnTo>
                          <a:pt x="11430" y="68580"/>
                        </a:lnTo>
                        <a:lnTo>
                          <a:pt x="0" y="91440"/>
                        </a:lnTo>
                        <a:lnTo>
                          <a:pt x="43815" y="123825"/>
                        </a:lnTo>
                        <a:lnTo>
                          <a:pt x="64770" y="95250"/>
                        </a:lnTo>
                        <a:lnTo>
                          <a:pt x="55245" y="72390"/>
                        </a:lnTo>
                        <a:cubicBezTo>
                          <a:pt x="61507" y="51515"/>
                          <a:pt x="60960" y="59970"/>
                          <a:pt x="47625" y="0"/>
                        </a:cubicBez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7" name="자유형: 도형 406">
                    <a:extLst>
                      <a:ext uri="{FF2B5EF4-FFF2-40B4-BE49-F238E27FC236}">
                        <a16:creationId xmlns:a16="http://schemas.microsoft.com/office/drawing/2014/main" id="{CD6E9917-882C-A2ED-1E18-4AA9126C00D0}"/>
                      </a:ext>
                    </a:extLst>
                  </p:cNvPr>
                  <p:cNvSpPr/>
                  <p:nvPr/>
                </p:nvSpPr>
                <p:spPr>
                  <a:xfrm>
                    <a:off x="3068955" y="3015615"/>
                    <a:ext cx="720090" cy="944880"/>
                  </a:xfrm>
                  <a:custGeom>
                    <a:avLst/>
                    <a:gdLst>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29565 w 720090"/>
                      <a:gd name="connsiteY63" fmla="*/ 0 h 944880"/>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60045 w 720090"/>
                      <a:gd name="connsiteY63" fmla="*/ 24765 h 944880"/>
                      <a:gd name="connsiteX64" fmla="*/ 329565 w 720090"/>
                      <a:gd name="connsiteY64" fmla="*/ 0 h 94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20090" h="944880">
                        <a:moveTo>
                          <a:pt x="329565" y="0"/>
                        </a:moveTo>
                        <a:lnTo>
                          <a:pt x="287655" y="22860"/>
                        </a:lnTo>
                        <a:lnTo>
                          <a:pt x="283845" y="57150"/>
                        </a:lnTo>
                        <a:lnTo>
                          <a:pt x="253365" y="81915"/>
                        </a:lnTo>
                        <a:lnTo>
                          <a:pt x="220980" y="93345"/>
                        </a:lnTo>
                        <a:lnTo>
                          <a:pt x="201930" y="81915"/>
                        </a:lnTo>
                        <a:cubicBezTo>
                          <a:pt x="195900" y="65834"/>
                          <a:pt x="200051" y="70511"/>
                          <a:pt x="194310" y="64770"/>
                        </a:cubicBezTo>
                        <a:lnTo>
                          <a:pt x="190500" y="64770"/>
                        </a:lnTo>
                        <a:lnTo>
                          <a:pt x="167640" y="64770"/>
                        </a:lnTo>
                        <a:lnTo>
                          <a:pt x="146685" y="70485"/>
                        </a:lnTo>
                        <a:lnTo>
                          <a:pt x="123825" y="99060"/>
                        </a:lnTo>
                        <a:lnTo>
                          <a:pt x="123825" y="142875"/>
                        </a:lnTo>
                        <a:lnTo>
                          <a:pt x="120015" y="241935"/>
                        </a:lnTo>
                        <a:lnTo>
                          <a:pt x="110490" y="295275"/>
                        </a:lnTo>
                        <a:lnTo>
                          <a:pt x="114300" y="323850"/>
                        </a:lnTo>
                        <a:lnTo>
                          <a:pt x="108585" y="333375"/>
                        </a:lnTo>
                        <a:lnTo>
                          <a:pt x="108585" y="369570"/>
                        </a:lnTo>
                        <a:lnTo>
                          <a:pt x="76200" y="373380"/>
                        </a:lnTo>
                        <a:lnTo>
                          <a:pt x="55245" y="346710"/>
                        </a:lnTo>
                        <a:lnTo>
                          <a:pt x="28575" y="325755"/>
                        </a:lnTo>
                        <a:lnTo>
                          <a:pt x="0" y="340995"/>
                        </a:lnTo>
                        <a:lnTo>
                          <a:pt x="7620" y="379095"/>
                        </a:lnTo>
                        <a:lnTo>
                          <a:pt x="68580" y="451485"/>
                        </a:lnTo>
                        <a:lnTo>
                          <a:pt x="139065" y="501015"/>
                        </a:lnTo>
                        <a:lnTo>
                          <a:pt x="167640" y="527685"/>
                        </a:lnTo>
                        <a:lnTo>
                          <a:pt x="230505" y="550545"/>
                        </a:lnTo>
                        <a:lnTo>
                          <a:pt x="276225" y="579120"/>
                        </a:lnTo>
                        <a:lnTo>
                          <a:pt x="329565" y="617220"/>
                        </a:lnTo>
                        <a:lnTo>
                          <a:pt x="339090" y="630555"/>
                        </a:lnTo>
                        <a:lnTo>
                          <a:pt x="360045" y="674370"/>
                        </a:lnTo>
                        <a:lnTo>
                          <a:pt x="375285" y="706755"/>
                        </a:lnTo>
                        <a:lnTo>
                          <a:pt x="371475" y="762000"/>
                        </a:lnTo>
                        <a:lnTo>
                          <a:pt x="329565" y="790575"/>
                        </a:lnTo>
                        <a:lnTo>
                          <a:pt x="331470" y="834390"/>
                        </a:lnTo>
                        <a:lnTo>
                          <a:pt x="369570" y="845820"/>
                        </a:lnTo>
                        <a:lnTo>
                          <a:pt x="413385" y="861060"/>
                        </a:lnTo>
                        <a:lnTo>
                          <a:pt x="422910" y="902970"/>
                        </a:lnTo>
                        <a:lnTo>
                          <a:pt x="447675" y="944880"/>
                        </a:lnTo>
                        <a:lnTo>
                          <a:pt x="470535" y="904875"/>
                        </a:lnTo>
                        <a:lnTo>
                          <a:pt x="485775" y="843915"/>
                        </a:lnTo>
                        <a:lnTo>
                          <a:pt x="539115" y="832485"/>
                        </a:lnTo>
                        <a:cubicBezTo>
                          <a:pt x="555684" y="826271"/>
                          <a:pt x="549502" y="829196"/>
                          <a:pt x="558165" y="824865"/>
                        </a:cubicBezTo>
                        <a:lnTo>
                          <a:pt x="579120" y="792480"/>
                        </a:lnTo>
                        <a:lnTo>
                          <a:pt x="630555" y="771525"/>
                        </a:lnTo>
                        <a:lnTo>
                          <a:pt x="670560" y="731520"/>
                        </a:lnTo>
                        <a:cubicBezTo>
                          <a:pt x="675005" y="727075"/>
                          <a:pt x="679968" y="723094"/>
                          <a:pt x="683895" y="718185"/>
                        </a:cubicBezTo>
                        <a:cubicBezTo>
                          <a:pt x="685149" y="716617"/>
                          <a:pt x="685009" y="714316"/>
                          <a:pt x="685800" y="712470"/>
                        </a:cubicBezTo>
                        <a:cubicBezTo>
                          <a:pt x="686919" y="709860"/>
                          <a:pt x="689610" y="704850"/>
                          <a:pt x="689610" y="704850"/>
                        </a:cubicBezTo>
                        <a:lnTo>
                          <a:pt x="708660" y="638175"/>
                        </a:lnTo>
                        <a:lnTo>
                          <a:pt x="720090" y="605790"/>
                        </a:lnTo>
                        <a:lnTo>
                          <a:pt x="681990" y="546735"/>
                        </a:lnTo>
                        <a:lnTo>
                          <a:pt x="613410" y="521970"/>
                        </a:lnTo>
                        <a:lnTo>
                          <a:pt x="594360" y="521970"/>
                        </a:lnTo>
                        <a:lnTo>
                          <a:pt x="480060" y="455295"/>
                        </a:lnTo>
                        <a:lnTo>
                          <a:pt x="413385" y="436245"/>
                        </a:lnTo>
                        <a:lnTo>
                          <a:pt x="365760" y="388620"/>
                        </a:lnTo>
                        <a:lnTo>
                          <a:pt x="342900" y="337185"/>
                        </a:lnTo>
                        <a:lnTo>
                          <a:pt x="329565" y="295275"/>
                        </a:lnTo>
                        <a:lnTo>
                          <a:pt x="318135" y="230505"/>
                        </a:lnTo>
                        <a:lnTo>
                          <a:pt x="331470" y="125730"/>
                        </a:lnTo>
                        <a:lnTo>
                          <a:pt x="375285" y="89535"/>
                        </a:lnTo>
                        <a:lnTo>
                          <a:pt x="409575" y="74295"/>
                        </a:lnTo>
                        <a:lnTo>
                          <a:pt x="405765" y="40005"/>
                        </a:lnTo>
                        <a:cubicBezTo>
                          <a:pt x="389890" y="31750"/>
                          <a:pt x="375920" y="33020"/>
                          <a:pt x="360045" y="24765"/>
                        </a:cubicBezTo>
                        <a:lnTo>
                          <a:pt x="32956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8" name="자유형: 도형 407">
                    <a:extLst>
                      <a:ext uri="{FF2B5EF4-FFF2-40B4-BE49-F238E27FC236}">
                        <a16:creationId xmlns:a16="http://schemas.microsoft.com/office/drawing/2014/main" id="{6EEAF359-5192-515D-38E3-FF121E017159}"/>
                      </a:ext>
                    </a:extLst>
                  </p:cNvPr>
                  <p:cNvSpPr/>
                  <p:nvPr/>
                </p:nvSpPr>
                <p:spPr>
                  <a:xfrm>
                    <a:off x="2604135" y="2482215"/>
                    <a:ext cx="885825" cy="556260"/>
                  </a:xfrm>
                  <a:custGeom>
                    <a:avLst/>
                    <a:gdLst>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53440 w 885825"/>
                      <a:gd name="connsiteY50" fmla="*/ 87630 h 556260"/>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72490 w 885825"/>
                      <a:gd name="connsiteY50" fmla="*/ 112395 h 556260"/>
                      <a:gd name="connsiteX51" fmla="*/ 853440 w 885825"/>
                      <a:gd name="connsiteY51" fmla="*/ 8763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85825" h="556260">
                        <a:moveTo>
                          <a:pt x="853440" y="87630"/>
                        </a:moveTo>
                        <a:lnTo>
                          <a:pt x="798195" y="100965"/>
                        </a:lnTo>
                        <a:lnTo>
                          <a:pt x="752475" y="131445"/>
                        </a:lnTo>
                        <a:lnTo>
                          <a:pt x="708660" y="142875"/>
                        </a:lnTo>
                        <a:lnTo>
                          <a:pt x="664845" y="142875"/>
                        </a:lnTo>
                        <a:lnTo>
                          <a:pt x="586740" y="129540"/>
                        </a:lnTo>
                        <a:lnTo>
                          <a:pt x="561975" y="89535"/>
                        </a:lnTo>
                        <a:lnTo>
                          <a:pt x="550545" y="72390"/>
                        </a:lnTo>
                        <a:lnTo>
                          <a:pt x="527685" y="59055"/>
                        </a:lnTo>
                        <a:lnTo>
                          <a:pt x="485775" y="1905"/>
                        </a:lnTo>
                        <a:lnTo>
                          <a:pt x="443865" y="0"/>
                        </a:lnTo>
                        <a:lnTo>
                          <a:pt x="335280" y="13335"/>
                        </a:lnTo>
                        <a:lnTo>
                          <a:pt x="316230" y="36195"/>
                        </a:lnTo>
                        <a:lnTo>
                          <a:pt x="276225" y="30480"/>
                        </a:lnTo>
                        <a:lnTo>
                          <a:pt x="259080" y="17145"/>
                        </a:lnTo>
                        <a:lnTo>
                          <a:pt x="188595" y="76200"/>
                        </a:lnTo>
                        <a:lnTo>
                          <a:pt x="144780" y="131445"/>
                        </a:lnTo>
                        <a:lnTo>
                          <a:pt x="137160" y="186690"/>
                        </a:lnTo>
                        <a:lnTo>
                          <a:pt x="150495" y="211455"/>
                        </a:lnTo>
                        <a:lnTo>
                          <a:pt x="146685" y="251460"/>
                        </a:lnTo>
                        <a:lnTo>
                          <a:pt x="121920" y="306705"/>
                        </a:lnTo>
                        <a:lnTo>
                          <a:pt x="68580" y="350520"/>
                        </a:lnTo>
                        <a:lnTo>
                          <a:pt x="51435" y="350520"/>
                        </a:lnTo>
                        <a:lnTo>
                          <a:pt x="7620" y="365760"/>
                        </a:lnTo>
                        <a:lnTo>
                          <a:pt x="0" y="403860"/>
                        </a:lnTo>
                        <a:lnTo>
                          <a:pt x="60960" y="411480"/>
                        </a:lnTo>
                        <a:lnTo>
                          <a:pt x="133350" y="516255"/>
                        </a:lnTo>
                        <a:lnTo>
                          <a:pt x="184785" y="552450"/>
                        </a:lnTo>
                        <a:lnTo>
                          <a:pt x="234315" y="556260"/>
                        </a:lnTo>
                        <a:cubicBezTo>
                          <a:pt x="239395" y="553720"/>
                          <a:pt x="244763" y="551689"/>
                          <a:pt x="249555" y="548640"/>
                        </a:cubicBezTo>
                        <a:cubicBezTo>
                          <a:pt x="251828" y="547194"/>
                          <a:pt x="255270" y="542925"/>
                          <a:pt x="255270" y="542925"/>
                        </a:cubicBezTo>
                        <a:lnTo>
                          <a:pt x="268605" y="510540"/>
                        </a:lnTo>
                        <a:lnTo>
                          <a:pt x="283845" y="461010"/>
                        </a:lnTo>
                        <a:lnTo>
                          <a:pt x="312420" y="434340"/>
                        </a:lnTo>
                        <a:cubicBezTo>
                          <a:pt x="328255" y="440278"/>
                          <a:pt x="322235" y="440055"/>
                          <a:pt x="329565" y="440055"/>
                        </a:cubicBezTo>
                        <a:lnTo>
                          <a:pt x="356235" y="451485"/>
                        </a:lnTo>
                        <a:lnTo>
                          <a:pt x="430530" y="447675"/>
                        </a:lnTo>
                        <a:lnTo>
                          <a:pt x="445770" y="438150"/>
                        </a:lnTo>
                        <a:lnTo>
                          <a:pt x="487680" y="392430"/>
                        </a:lnTo>
                        <a:lnTo>
                          <a:pt x="531495" y="394335"/>
                        </a:lnTo>
                        <a:lnTo>
                          <a:pt x="586740" y="440055"/>
                        </a:lnTo>
                        <a:lnTo>
                          <a:pt x="649605" y="428625"/>
                        </a:lnTo>
                        <a:cubicBezTo>
                          <a:pt x="663422" y="416782"/>
                          <a:pt x="662940" y="423049"/>
                          <a:pt x="662940" y="415290"/>
                        </a:cubicBezTo>
                        <a:lnTo>
                          <a:pt x="725805" y="390525"/>
                        </a:lnTo>
                        <a:lnTo>
                          <a:pt x="762000" y="361950"/>
                        </a:lnTo>
                        <a:lnTo>
                          <a:pt x="773430" y="312420"/>
                        </a:lnTo>
                        <a:lnTo>
                          <a:pt x="834390" y="274320"/>
                        </a:lnTo>
                        <a:lnTo>
                          <a:pt x="883920" y="245745"/>
                        </a:lnTo>
                        <a:lnTo>
                          <a:pt x="885825" y="165735"/>
                        </a:lnTo>
                        <a:lnTo>
                          <a:pt x="857250" y="156210"/>
                        </a:lnTo>
                        <a:cubicBezTo>
                          <a:pt x="856615" y="142875"/>
                          <a:pt x="873125" y="125730"/>
                          <a:pt x="872490" y="112395"/>
                        </a:cubicBezTo>
                        <a:lnTo>
                          <a:pt x="853440" y="8763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9" name="자유형: 도형 408">
                    <a:extLst>
                      <a:ext uri="{FF2B5EF4-FFF2-40B4-BE49-F238E27FC236}">
                        <a16:creationId xmlns:a16="http://schemas.microsoft.com/office/drawing/2014/main" id="{B51E88D4-D099-6C6E-9349-862B5A399BCE}"/>
                      </a:ext>
                    </a:extLst>
                  </p:cNvPr>
                  <p:cNvSpPr/>
                  <p:nvPr/>
                </p:nvSpPr>
                <p:spPr>
                  <a:xfrm>
                    <a:off x="3585210" y="2377440"/>
                    <a:ext cx="1264920" cy="2011680"/>
                  </a:xfrm>
                  <a:custGeom>
                    <a:avLst/>
                    <a:gdLst>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76300 w 1264920"/>
                      <a:gd name="connsiteY73" fmla="*/ 190500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9182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91820 w 1264920"/>
                      <a:gd name="connsiteY127" fmla="*/ 1524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1264920" h="2011680">
                        <a:moveTo>
                          <a:pt x="591820" y="15240"/>
                        </a:moveTo>
                        <a:lnTo>
                          <a:pt x="514350" y="0"/>
                        </a:lnTo>
                        <a:lnTo>
                          <a:pt x="499110" y="45720"/>
                        </a:lnTo>
                        <a:lnTo>
                          <a:pt x="461010" y="80010"/>
                        </a:lnTo>
                        <a:lnTo>
                          <a:pt x="373380" y="80010"/>
                        </a:lnTo>
                        <a:lnTo>
                          <a:pt x="331470" y="68580"/>
                        </a:lnTo>
                        <a:cubicBezTo>
                          <a:pt x="320040" y="67310"/>
                          <a:pt x="308822" y="69638"/>
                          <a:pt x="302260" y="77470"/>
                        </a:cubicBezTo>
                        <a:cubicBezTo>
                          <a:pt x="295698" y="85302"/>
                          <a:pt x="293793" y="98637"/>
                          <a:pt x="292100" y="115570"/>
                        </a:cubicBezTo>
                        <a:lnTo>
                          <a:pt x="285750" y="179070"/>
                        </a:lnTo>
                        <a:lnTo>
                          <a:pt x="232410" y="213360"/>
                        </a:lnTo>
                        <a:lnTo>
                          <a:pt x="186690" y="236220"/>
                        </a:lnTo>
                        <a:lnTo>
                          <a:pt x="149860" y="248920"/>
                        </a:lnTo>
                        <a:lnTo>
                          <a:pt x="111760" y="292100"/>
                        </a:lnTo>
                        <a:lnTo>
                          <a:pt x="34290" y="323850"/>
                        </a:lnTo>
                        <a:lnTo>
                          <a:pt x="7620" y="335280"/>
                        </a:lnTo>
                        <a:lnTo>
                          <a:pt x="7620" y="373380"/>
                        </a:lnTo>
                        <a:lnTo>
                          <a:pt x="34290" y="392430"/>
                        </a:lnTo>
                        <a:lnTo>
                          <a:pt x="53340" y="449580"/>
                        </a:lnTo>
                        <a:lnTo>
                          <a:pt x="49530" y="586740"/>
                        </a:lnTo>
                        <a:lnTo>
                          <a:pt x="38100" y="659130"/>
                        </a:lnTo>
                        <a:lnTo>
                          <a:pt x="11430" y="697230"/>
                        </a:lnTo>
                        <a:lnTo>
                          <a:pt x="26670" y="727710"/>
                        </a:lnTo>
                        <a:lnTo>
                          <a:pt x="53340" y="750570"/>
                        </a:lnTo>
                        <a:lnTo>
                          <a:pt x="19050" y="769620"/>
                        </a:lnTo>
                        <a:lnTo>
                          <a:pt x="0" y="784860"/>
                        </a:lnTo>
                        <a:lnTo>
                          <a:pt x="0" y="815340"/>
                        </a:lnTo>
                        <a:lnTo>
                          <a:pt x="38100" y="864870"/>
                        </a:lnTo>
                        <a:lnTo>
                          <a:pt x="26670" y="952500"/>
                        </a:lnTo>
                        <a:lnTo>
                          <a:pt x="26670" y="1009650"/>
                        </a:lnTo>
                        <a:lnTo>
                          <a:pt x="91440" y="1066800"/>
                        </a:lnTo>
                        <a:lnTo>
                          <a:pt x="167640" y="1097280"/>
                        </a:lnTo>
                        <a:lnTo>
                          <a:pt x="213360" y="1101090"/>
                        </a:lnTo>
                        <a:lnTo>
                          <a:pt x="251460" y="1101090"/>
                        </a:lnTo>
                        <a:lnTo>
                          <a:pt x="270510" y="1146810"/>
                        </a:lnTo>
                        <a:lnTo>
                          <a:pt x="262890" y="1188720"/>
                        </a:lnTo>
                        <a:lnTo>
                          <a:pt x="293370" y="1234440"/>
                        </a:lnTo>
                        <a:lnTo>
                          <a:pt x="335280" y="1276350"/>
                        </a:lnTo>
                        <a:lnTo>
                          <a:pt x="365760" y="1337310"/>
                        </a:lnTo>
                        <a:lnTo>
                          <a:pt x="354330" y="1383030"/>
                        </a:lnTo>
                        <a:lnTo>
                          <a:pt x="373380" y="1432560"/>
                        </a:lnTo>
                        <a:lnTo>
                          <a:pt x="403860" y="1482090"/>
                        </a:lnTo>
                        <a:lnTo>
                          <a:pt x="403860" y="1516380"/>
                        </a:lnTo>
                        <a:lnTo>
                          <a:pt x="365760" y="1554480"/>
                        </a:lnTo>
                        <a:lnTo>
                          <a:pt x="320040" y="1596390"/>
                        </a:lnTo>
                        <a:lnTo>
                          <a:pt x="278130" y="1604010"/>
                        </a:lnTo>
                        <a:lnTo>
                          <a:pt x="236220" y="1584960"/>
                        </a:lnTo>
                        <a:lnTo>
                          <a:pt x="179070" y="1600200"/>
                        </a:lnTo>
                        <a:lnTo>
                          <a:pt x="179070" y="1600200"/>
                        </a:lnTo>
                        <a:lnTo>
                          <a:pt x="129540" y="1630680"/>
                        </a:lnTo>
                        <a:lnTo>
                          <a:pt x="99060" y="1638300"/>
                        </a:lnTo>
                        <a:lnTo>
                          <a:pt x="160020" y="1664970"/>
                        </a:lnTo>
                        <a:lnTo>
                          <a:pt x="160020" y="1699260"/>
                        </a:lnTo>
                        <a:lnTo>
                          <a:pt x="160020" y="1699260"/>
                        </a:lnTo>
                        <a:lnTo>
                          <a:pt x="175260" y="1764030"/>
                        </a:lnTo>
                        <a:lnTo>
                          <a:pt x="163830" y="1794510"/>
                        </a:lnTo>
                        <a:lnTo>
                          <a:pt x="125730" y="1805940"/>
                        </a:lnTo>
                        <a:lnTo>
                          <a:pt x="133350" y="1832610"/>
                        </a:lnTo>
                        <a:lnTo>
                          <a:pt x="201930" y="1847850"/>
                        </a:lnTo>
                        <a:lnTo>
                          <a:pt x="224790" y="1870710"/>
                        </a:lnTo>
                        <a:lnTo>
                          <a:pt x="259080" y="1931670"/>
                        </a:lnTo>
                        <a:lnTo>
                          <a:pt x="316230" y="1962150"/>
                        </a:lnTo>
                        <a:lnTo>
                          <a:pt x="369570" y="1962150"/>
                        </a:lnTo>
                        <a:lnTo>
                          <a:pt x="441960" y="1981200"/>
                        </a:lnTo>
                        <a:lnTo>
                          <a:pt x="476250" y="1981200"/>
                        </a:lnTo>
                        <a:lnTo>
                          <a:pt x="537210" y="1992630"/>
                        </a:lnTo>
                        <a:lnTo>
                          <a:pt x="571500" y="1992630"/>
                        </a:lnTo>
                        <a:lnTo>
                          <a:pt x="609600" y="1969770"/>
                        </a:lnTo>
                        <a:lnTo>
                          <a:pt x="659130" y="1969770"/>
                        </a:lnTo>
                        <a:lnTo>
                          <a:pt x="723900" y="2011680"/>
                        </a:lnTo>
                        <a:lnTo>
                          <a:pt x="746760" y="1962150"/>
                        </a:lnTo>
                        <a:lnTo>
                          <a:pt x="834390" y="1950720"/>
                        </a:lnTo>
                        <a:lnTo>
                          <a:pt x="845820" y="1908810"/>
                        </a:lnTo>
                        <a:lnTo>
                          <a:pt x="845820" y="1908810"/>
                        </a:lnTo>
                        <a:lnTo>
                          <a:pt x="883920" y="1884680"/>
                        </a:lnTo>
                        <a:cubicBezTo>
                          <a:pt x="922443" y="1921510"/>
                          <a:pt x="958427" y="1940560"/>
                          <a:pt x="991870" y="1962150"/>
                        </a:cubicBezTo>
                        <a:lnTo>
                          <a:pt x="1036320" y="1962150"/>
                        </a:lnTo>
                        <a:lnTo>
                          <a:pt x="1066800" y="1924050"/>
                        </a:lnTo>
                        <a:lnTo>
                          <a:pt x="1078230" y="1920240"/>
                        </a:lnTo>
                        <a:lnTo>
                          <a:pt x="1108710" y="1870710"/>
                        </a:lnTo>
                        <a:lnTo>
                          <a:pt x="1116330" y="1824990"/>
                        </a:lnTo>
                        <a:lnTo>
                          <a:pt x="1146810" y="1824990"/>
                        </a:lnTo>
                        <a:lnTo>
                          <a:pt x="1203960" y="1824990"/>
                        </a:lnTo>
                        <a:lnTo>
                          <a:pt x="1264920" y="1767840"/>
                        </a:lnTo>
                        <a:lnTo>
                          <a:pt x="1264920" y="1741170"/>
                        </a:lnTo>
                        <a:lnTo>
                          <a:pt x="1234440" y="1729740"/>
                        </a:lnTo>
                        <a:lnTo>
                          <a:pt x="1219200" y="1684020"/>
                        </a:lnTo>
                        <a:lnTo>
                          <a:pt x="1177290" y="1615440"/>
                        </a:lnTo>
                        <a:lnTo>
                          <a:pt x="1131570" y="1569720"/>
                        </a:lnTo>
                        <a:lnTo>
                          <a:pt x="1123950" y="1554480"/>
                        </a:lnTo>
                        <a:lnTo>
                          <a:pt x="1146810" y="1550670"/>
                        </a:lnTo>
                        <a:lnTo>
                          <a:pt x="1146810" y="1516380"/>
                        </a:lnTo>
                        <a:lnTo>
                          <a:pt x="1120140" y="1493520"/>
                        </a:lnTo>
                        <a:lnTo>
                          <a:pt x="1135380" y="1443990"/>
                        </a:lnTo>
                        <a:lnTo>
                          <a:pt x="1165860" y="1443990"/>
                        </a:lnTo>
                        <a:lnTo>
                          <a:pt x="1215390" y="1424940"/>
                        </a:lnTo>
                        <a:lnTo>
                          <a:pt x="1188720" y="1398270"/>
                        </a:lnTo>
                        <a:lnTo>
                          <a:pt x="1131570" y="1367790"/>
                        </a:lnTo>
                        <a:lnTo>
                          <a:pt x="1116330" y="1333500"/>
                        </a:lnTo>
                        <a:lnTo>
                          <a:pt x="1108710" y="1287780"/>
                        </a:lnTo>
                        <a:lnTo>
                          <a:pt x="1108710" y="1219200"/>
                        </a:lnTo>
                        <a:lnTo>
                          <a:pt x="1108710" y="1173480"/>
                        </a:lnTo>
                        <a:lnTo>
                          <a:pt x="1127760" y="1135380"/>
                        </a:lnTo>
                        <a:lnTo>
                          <a:pt x="1165860" y="1101090"/>
                        </a:lnTo>
                        <a:lnTo>
                          <a:pt x="1150620" y="1070610"/>
                        </a:lnTo>
                        <a:lnTo>
                          <a:pt x="1116330" y="1047750"/>
                        </a:lnTo>
                        <a:lnTo>
                          <a:pt x="1089660" y="1002030"/>
                        </a:lnTo>
                        <a:lnTo>
                          <a:pt x="1085850" y="952500"/>
                        </a:lnTo>
                        <a:lnTo>
                          <a:pt x="1074420" y="925830"/>
                        </a:lnTo>
                        <a:lnTo>
                          <a:pt x="1097280" y="868680"/>
                        </a:lnTo>
                        <a:lnTo>
                          <a:pt x="1127760" y="811530"/>
                        </a:lnTo>
                        <a:lnTo>
                          <a:pt x="1150620" y="762000"/>
                        </a:lnTo>
                        <a:lnTo>
                          <a:pt x="1146810" y="716280"/>
                        </a:lnTo>
                        <a:lnTo>
                          <a:pt x="1104900" y="621030"/>
                        </a:lnTo>
                        <a:lnTo>
                          <a:pt x="1074420" y="586740"/>
                        </a:lnTo>
                        <a:lnTo>
                          <a:pt x="1070610" y="548640"/>
                        </a:lnTo>
                        <a:lnTo>
                          <a:pt x="1074420" y="506730"/>
                        </a:lnTo>
                        <a:lnTo>
                          <a:pt x="1059180" y="476250"/>
                        </a:lnTo>
                        <a:lnTo>
                          <a:pt x="1036320" y="430530"/>
                        </a:lnTo>
                        <a:lnTo>
                          <a:pt x="1036320" y="430530"/>
                        </a:lnTo>
                        <a:lnTo>
                          <a:pt x="1002030" y="403860"/>
                        </a:lnTo>
                        <a:lnTo>
                          <a:pt x="928370" y="373380"/>
                        </a:lnTo>
                        <a:lnTo>
                          <a:pt x="838200" y="297180"/>
                        </a:lnTo>
                        <a:lnTo>
                          <a:pt x="781050" y="261620"/>
                        </a:lnTo>
                        <a:lnTo>
                          <a:pt x="708660" y="198120"/>
                        </a:lnTo>
                        <a:lnTo>
                          <a:pt x="666750" y="148590"/>
                        </a:lnTo>
                        <a:lnTo>
                          <a:pt x="628650" y="95250"/>
                        </a:lnTo>
                        <a:lnTo>
                          <a:pt x="609600" y="68580"/>
                        </a:lnTo>
                        <a:lnTo>
                          <a:pt x="591820" y="152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0" name="자유형: 도형 409">
                    <a:extLst>
                      <a:ext uri="{FF2B5EF4-FFF2-40B4-BE49-F238E27FC236}">
                        <a16:creationId xmlns:a16="http://schemas.microsoft.com/office/drawing/2014/main" id="{22ACC681-E7B9-6DD8-2AE9-1DF8C2F19096}"/>
                      </a:ext>
                    </a:extLst>
                  </p:cNvPr>
                  <p:cNvSpPr/>
                  <p:nvPr/>
                </p:nvSpPr>
                <p:spPr>
                  <a:xfrm>
                    <a:off x="4577080" y="4310380"/>
                    <a:ext cx="187960" cy="157480"/>
                  </a:xfrm>
                  <a:custGeom>
                    <a:avLst/>
                    <a:gdLst>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49860 w 187960"/>
                      <a:gd name="connsiteY17" fmla="*/ 0 h 157480"/>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70180 w 187960"/>
                      <a:gd name="connsiteY17" fmla="*/ 22860 h 157480"/>
                      <a:gd name="connsiteX18" fmla="*/ 149860 w 187960"/>
                      <a:gd name="connsiteY18" fmla="*/ 0 h 1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7960" h="157480">
                        <a:moveTo>
                          <a:pt x="149860" y="0"/>
                        </a:moveTo>
                        <a:lnTo>
                          <a:pt x="96520" y="7620"/>
                        </a:lnTo>
                        <a:lnTo>
                          <a:pt x="86360" y="33020"/>
                        </a:lnTo>
                        <a:lnTo>
                          <a:pt x="71120" y="58420"/>
                        </a:lnTo>
                        <a:lnTo>
                          <a:pt x="43180" y="63500"/>
                        </a:lnTo>
                        <a:lnTo>
                          <a:pt x="12700" y="60960"/>
                        </a:lnTo>
                        <a:lnTo>
                          <a:pt x="0" y="68580"/>
                        </a:lnTo>
                        <a:lnTo>
                          <a:pt x="10160" y="93980"/>
                        </a:lnTo>
                        <a:lnTo>
                          <a:pt x="50800" y="109220"/>
                        </a:lnTo>
                        <a:lnTo>
                          <a:pt x="73660" y="134620"/>
                        </a:lnTo>
                        <a:lnTo>
                          <a:pt x="93980" y="157480"/>
                        </a:lnTo>
                        <a:lnTo>
                          <a:pt x="124460" y="137160"/>
                        </a:lnTo>
                        <a:lnTo>
                          <a:pt x="129540" y="119380"/>
                        </a:lnTo>
                        <a:lnTo>
                          <a:pt x="170180" y="114300"/>
                        </a:lnTo>
                        <a:lnTo>
                          <a:pt x="187960" y="93980"/>
                        </a:lnTo>
                        <a:lnTo>
                          <a:pt x="165100" y="81280"/>
                        </a:lnTo>
                        <a:lnTo>
                          <a:pt x="137160" y="55880"/>
                        </a:lnTo>
                        <a:cubicBezTo>
                          <a:pt x="139700" y="45720"/>
                          <a:pt x="167640" y="33020"/>
                          <a:pt x="170180" y="22860"/>
                        </a:cubicBezTo>
                        <a:lnTo>
                          <a:pt x="14986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9" name="옹진군">
                  <a:extLst>
                    <a:ext uri="{FF2B5EF4-FFF2-40B4-BE49-F238E27FC236}">
                      <a16:creationId xmlns:a16="http://schemas.microsoft.com/office/drawing/2014/main" id="{19320A59-1F4C-47D3-575C-77701FAC5286}"/>
                    </a:ext>
                  </a:extLst>
                </p:cNvPr>
                <p:cNvGrpSpPr/>
                <p:nvPr/>
              </p:nvGrpSpPr>
              <p:grpSpPr>
                <a:xfrm>
                  <a:off x="2751421" y="5705298"/>
                  <a:ext cx="564903" cy="529767"/>
                  <a:chOff x="5814060" y="2967990"/>
                  <a:chExt cx="2103120" cy="1972310"/>
                </a:xfrm>
                <a:grpFill/>
              </p:grpSpPr>
              <p:sp>
                <p:nvSpPr>
                  <p:cNvPr id="400" name="자유형: 도형 399">
                    <a:extLst>
                      <a:ext uri="{FF2B5EF4-FFF2-40B4-BE49-F238E27FC236}">
                        <a16:creationId xmlns:a16="http://schemas.microsoft.com/office/drawing/2014/main" id="{3AAE4BCC-42E5-A67D-3BBF-E7D3A95682E7}"/>
                      </a:ext>
                    </a:extLst>
                  </p:cNvPr>
                  <p:cNvSpPr/>
                  <p:nvPr/>
                </p:nvSpPr>
                <p:spPr>
                  <a:xfrm>
                    <a:off x="5814060" y="2967990"/>
                    <a:ext cx="1588770" cy="1604010"/>
                  </a:xfrm>
                  <a:custGeom>
                    <a:avLst/>
                    <a:gdLst>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270510 w 1588770"/>
                      <a:gd name="connsiteY57" fmla="*/ 1257300 h 1604010"/>
                      <a:gd name="connsiteX58" fmla="*/ 285750 w 1588770"/>
                      <a:gd name="connsiteY58" fmla="*/ 1291590 h 1604010"/>
                      <a:gd name="connsiteX59" fmla="*/ 339090 w 1588770"/>
                      <a:gd name="connsiteY59" fmla="*/ 1303020 h 1604010"/>
                      <a:gd name="connsiteX60" fmla="*/ 358140 w 1588770"/>
                      <a:gd name="connsiteY60" fmla="*/ 1344930 h 1604010"/>
                      <a:gd name="connsiteX61" fmla="*/ 407670 w 1588770"/>
                      <a:gd name="connsiteY61" fmla="*/ 1325880 h 1604010"/>
                      <a:gd name="connsiteX62" fmla="*/ 464820 w 1588770"/>
                      <a:gd name="connsiteY62" fmla="*/ 1306830 h 1604010"/>
                      <a:gd name="connsiteX63" fmla="*/ 521970 w 1588770"/>
                      <a:gd name="connsiteY63" fmla="*/ 1337310 h 1604010"/>
                      <a:gd name="connsiteX64" fmla="*/ 544830 w 1588770"/>
                      <a:gd name="connsiteY64" fmla="*/ 1390650 h 1604010"/>
                      <a:gd name="connsiteX65" fmla="*/ 560070 w 1588770"/>
                      <a:gd name="connsiteY65" fmla="*/ 1440180 h 1604010"/>
                      <a:gd name="connsiteX66" fmla="*/ 560070 w 1588770"/>
                      <a:gd name="connsiteY66" fmla="*/ 1440180 h 1604010"/>
                      <a:gd name="connsiteX67" fmla="*/ 525780 w 1588770"/>
                      <a:gd name="connsiteY67" fmla="*/ 1474470 h 1604010"/>
                      <a:gd name="connsiteX68" fmla="*/ 483870 w 1588770"/>
                      <a:gd name="connsiteY68" fmla="*/ 1474470 h 1604010"/>
                      <a:gd name="connsiteX69" fmla="*/ 483870 w 1588770"/>
                      <a:gd name="connsiteY69" fmla="*/ 1474470 h 1604010"/>
                      <a:gd name="connsiteX70" fmla="*/ 487680 w 1588770"/>
                      <a:gd name="connsiteY70" fmla="*/ 1516380 h 1604010"/>
                      <a:gd name="connsiteX71" fmla="*/ 514350 w 1588770"/>
                      <a:gd name="connsiteY71" fmla="*/ 1543050 h 1604010"/>
                      <a:gd name="connsiteX72" fmla="*/ 548640 w 1588770"/>
                      <a:gd name="connsiteY72" fmla="*/ 1573530 h 1604010"/>
                      <a:gd name="connsiteX73" fmla="*/ 548640 w 1588770"/>
                      <a:gd name="connsiteY73" fmla="*/ 1573530 h 1604010"/>
                      <a:gd name="connsiteX74" fmla="*/ 598170 w 1588770"/>
                      <a:gd name="connsiteY74" fmla="*/ 1604010 h 1604010"/>
                      <a:gd name="connsiteX75" fmla="*/ 647700 w 1588770"/>
                      <a:gd name="connsiteY75" fmla="*/ 1577340 h 1604010"/>
                      <a:gd name="connsiteX76" fmla="*/ 674370 w 1588770"/>
                      <a:gd name="connsiteY76" fmla="*/ 1543050 h 1604010"/>
                      <a:gd name="connsiteX77" fmla="*/ 731520 w 1588770"/>
                      <a:gd name="connsiteY77" fmla="*/ 1554480 h 1604010"/>
                      <a:gd name="connsiteX78" fmla="*/ 731520 w 1588770"/>
                      <a:gd name="connsiteY78" fmla="*/ 1554480 h 1604010"/>
                      <a:gd name="connsiteX79" fmla="*/ 784860 w 1588770"/>
                      <a:gd name="connsiteY79" fmla="*/ 1516380 h 1604010"/>
                      <a:gd name="connsiteX80" fmla="*/ 819150 w 1588770"/>
                      <a:gd name="connsiteY80" fmla="*/ 1531620 h 1604010"/>
                      <a:gd name="connsiteX81" fmla="*/ 864870 w 1588770"/>
                      <a:gd name="connsiteY81" fmla="*/ 1543050 h 1604010"/>
                      <a:gd name="connsiteX82" fmla="*/ 895350 w 1588770"/>
                      <a:gd name="connsiteY82" fmla="*/ 1516380 h 1604010"/>
                      <a:gd name="connsiteX83" fmla="*/ 956310 w 1588770"/>
                      <a:gd name="connsiteY83" fmla="*/ 1508760 h 1604010"/>
                      <a:gd name="connsiteX84" fmla="*/ 986790 w 1588770"/>
                      <a:gd name="connsiteY84" fmla="*/ 1527810 h 1604010"/>
                      <a:gd name="connsiteX85" fmla="*/ 1009650 w 1588770"/>
                      <a:gd name="connsiteY85" fmla="*/ 1550670 h 1604010"/>
                      <a:gd name="connsiteX86" fmla="*/ 1040130 w 1588770"/>
                      <a:gd name="connsiteY86" fmla="*/ 1565910 h 1604010"/>
                      <a:gd name="connsiteX87" fmla="*/ 1051560 w 1588770"/>
                      <a:gd name="connsiteY87" fmla="*/ 1535430 h 1604010"/>
                      <a:gd name="connsiteX88" fmla="*/ 1059180 w 1588770"/>
                      <a:gd name="connsiteY88" fmla="*/ 1493520 h 1604010"/>
                      <a:gd name="connsiteX89" fmla="*/ 1135380 w 1588770"/>
                      <a:gd name="connsiteY89" fmla="*/ 1466850 h 1604010"/>
                      <a:gd name="connsiteX90" fmla="*/ 1165860 w 1588770"/>
                      <a:gd name="connsiteY90" fmla="*/ 1474470 h 1604010"/>
                      <a:gd name="connsiteX91" fmla="*/ 1203960 w 1588770"/>
                      <a:gd name="connsiteY91" fmla="*/ 1497330 h 1604010"/>
                      <a:gd name="connsiteX92" fmla="*/ 1238250 w 1588770"/>
                      <a:gd name="connsiteY92" fmla="*/ 1478280 h 1604010"/>
                      <a:gd name="connsiteX93" fmla="*/ 1203960 w 1588770"/>
                      <a:gd name="connsiteY93" fmla="*/ 1432560 h 1604010"/>
                      <a:gd name="connsiteX94" fmla="*/ 1203960 w 1588770"/>
                      <a:gd name="connsiteY94" fmla="*/ 1432560 h 1604010"/>
                      <a:gd name="connsiteX95" fmla="*/ 1177290 w 1588770"/>
                      <a:gd name="connsiteY95" fmla="*/ 1398270 h 1604010"/>
                      <a:gd name="connsiteX96" fmla="*/ 1150620 w 1588770"/>
                      <a:gd name="connsiteY96" fmla="*/ 1360170 h 1604010"/>
                      <a:gd name="connsiteX97" fmla="*/ 1150620 w 1588770"/>
                      <a:gd name="connsiteY97" fmla="*/ 1360170 h 1604010"/>
                      <a:gd name="connsiteX98" fmla="*/ 1188720 w 1588770"/>
                      <a:gd name="connsiteY98" fmla="*/ 1318260 h 1604010"/>
                      <a:gd name="connsiteX99" fmla="*/ 1200150 w 1588770"/>
                      <a:gd name="connsiteY99" fmla="*/ 1280160 h 1604010"/>
                      <a:gd name="connsiteX100" fmla="*/ 1238250 w 1588770"/>
                      <a:gd name="connsiteY100" fmla="*/ 1245870 h 1604010"/>
                      <a:gd name="connsiteX101" fmla="*/ 1276350 w 1588770"/>
                      <a:gd name="connsiteY101" fmla="*/ 1245870 h 1604010"/>
                      <a:gd name="connsiteX102" fmla="*/ 1299210 w 1588770"/>
                      <a:gd name="connsiteY102" fmla="*/ 1287780 h 1604010"/>
                      <a:gd name="connsiteX103" fmla="*/ 1299210 w 1588770"/>
                      <a:gd name="connsiteY103" fmla="*/ 1287780 h 1604010"/>
                      <a:gd name="connsiteX104" fmla="*/ 1344930 w 1588770"/>
                      <a:gd name="connsiteY104" fmla="*/ 1264920 h 1604010"/>
                      <a:gd name="connsiteX105" fmla="*/ 1367790 w 1588770"/>
                      <a:gd name="connsiteY105" fmla="*/ 1196340 h 1604010"/>
                      <a:gd name="connsiteX106" fmla="*/ 1417320 w 1588770"/>
                      <a:gd name="connsiteY106" fmla="*/ 1146810 h 1604010"/>
                      <a:gd name="connsiteX107" fmla="*/ 1455420 w 1588770"/>
                      <a:gd name="connsiteY107" fmla="*/ 1146810 h 1604010"/>
                      <a:gd name="connsiteX108" fmla="*/ 1493520 w 1588770"/>
                      <a:gd name="connsiteY108" fmla="*/ 1143000 h 1604010"/>
                      <a:gd name="connsiteX109" fmla="*/ 1520190 w 1588770"/>
                      <a:gd name="connsiteY109" fmla="*/ 1097280 h 1604010"/>
                      <a:gd name="connsiteX110" fmla="*/ 1569720 w 1588770"/>
                      <a:gd name="connsiteY110" fmla="*/ 1089660 h 1604010"/>
                      <a:gd name="connsiteX111" fmla="*/ 1588770 w 1588770"/>
                      <a:gd name="connsiteY111" fmla="*/ 1059180 h 1604010"/>
                      <a:gd name="connsiteX112" fmla="*/ 1539240 w 1588770"/>
                      <a:gd name="connsiteY112" fmla="*/ 1043940 h 1604010"/>
                      <a:gd name="connsiteX113" fmla="*/ 1493520 w 1588770"/>
                      <a:gd name="connsiteY113" fmla="*/ 998220 h 1604010"/>
                      <a:gd name="connsiteX114" fmla="*/ 1482090 w 1588770"/>
                      <a:gd name="connsiteY114" fmla="*/ 967740 h 1604010"/>
                      <a:gd name="connsiteX115" fmla="*/ 1440180 w 1588770"/>
                      <a:gd name="connsiteY115" fmla="*/ 971550 h 1604010"/>
                      <a:gd name="connsiteX116" fmla="*/ 1390650 w 1588770"/>
                      <a:gd name="connsiteY116" fmla="*/ 967740 h 1604010"/>
                      <a:gd name="connsiteX117" fmla="*/ 1360170 w 1588770"/>
                      <a:gd name="connsiteY117" fmla="*/ 925830 h 1604010"/>
                      <a:gd name="connsiteX118" fmla="*/ 1344930 w 1588770"/>
                      <a:gd name="connsiteY118" fmla="*/ 891540 h 1604010"/>
                      <a:gd name="connsiteX119" fmla="*/ 1268730 w 1588770"/>
                      <a:gd name="connsiteY119" fmla="*/ 857250 h 1604010"/>
                      <a:gd name="connsiteX120" fmla="*/ 1230630 w 1588770"/>
                      <a:gd name="connsiteY120" fmla="*/ 864870 h 1604010"/>
                      <a:gd name="connsiteX121" fmla="*/ 1192530 w 1588770"/>
                      <a:gd name="connsiteY121" fmla="*/ 887730 h 1604010"/>
                      <a:gd name="connsiteX122" fmla="*/ 1165860 w 1588770"/>
                      <a:gd name="connsiteY122" fmla="*/ 864870 h 1604010"/>
                      <a:gd name="connsiteX123" fmla="*/ 1188720 w 1588770"/>
                      <a:gd name="connsiteY123" fmla="*/ 800100 h 1604010"/>
                      <a:gd name="connsiteX124" fmla="*/ 1162050 w 1588770"/>
                      <a:gd name="connsiteY124" fmla="*/ 788670 h 1604010"/>
                      <a:gd name="connsiteX125" fmla="*/ 1135380 w 1588770"/>
                      <a:gd name="connsiteY125" fmla="*/ 807720 h 1604010"/>
                      <a:gd name="connsiteX126" fmla="*/ 1055370 w 1588770"/>
                      <a:gd name="connsiteY126" fmla="*/ 762000 h 1604010"/>
                      <a:gd name="connsiteX127" fmla="*/ 1040130 w 1588770"/>
                      <a:gd name="connsiteY127" fmla="*/ 693420 h 1604010"/>
                      <a:gd name="connsiteX128" fmla="*/ 990600 w 1588770"/>
                      <a:gd name="connsiteY128" fmla="*/ 662940 h 1604010"/>
                      <a:gd name="connsiteX129" fmla="*/ 925830 w 1588770"/>
                      <a:gd name="connsiteY129" fmla="*/ 670560 h 1604010"/>
                      <a:gd name="connsiteX130" fmla="*/ 887730 w 1588770"/>
                      <a:gd name="connsiteY130" fmla="*/ 628650 h 1604010"/>
                      <a:gd name="connsiteX131" fmla="*/ 880110 w 1588770"/>
                      <a:gd name="connsiteY131" fmla="*/ 582930 h 1604010"/>
                      <a:gd name="connsiteX132" fmla="*/ 853440 w 1588770"/>
                      <a:gd name="connsiteY132" fmla="*/ 556260 h 1604010"/>
                      <a:gd name="connsiteX133" fmla="*/ 796290 w 1588770"/>
                      <a:gd name="connsiteY133" fmla="*/ 544830 h 1604010"/>
                      <a:gd name="connsiteX134" fmla="*/ 765810 w 1588770"/>
                      <a:gd name="connsiteY134" fmla="*/ 582930 h 1604010"/>
                      <a:gd name="connsiteX135" fmla="*/ 746760 w 1588770"/>
                      <a:gd name="connsiteY135" fmla="*/ 617220 h 1604010"/>
                      <a:gd name="connsiteX136" fmla="*/ 708660 w 1588770"/>
                      <a:gd name="connsiteY136" fmla="*/ 643890 h 1604010"/>
                      <a:gd name="connsiteX137" fmla="*/ 681990 w 1588770"/>
                      <a:gd name="connsiteY137" fmla="*/ 662940 h 1604010"/>
                      <a:gd name="connsiteX138" fmla="*/ 636270 w 1588770"/>
                      <a:gd name="connsiteY138" fmla="*/ 659130 h 1604010"/>
                      <a:gd name="connsiteX139" fmla="*/ 609600 w 1588770"/>
                      <a:gd name="connsiteY139" fmla="*/ 582930 h 1604010"/>
                      <a:gd name="connsiteX140" fmla="*/ 617220 w 1588770"/>
                      <a:gd name="connsiteY140" fmla="*/ 548640 h 1604010"/>
                      <a:gd name="connsiteX141" fmla="*/ 617220 w 1588770"/>
                      <a:gd name="connsiteY141" fmla="*/ 548640 h 1604010"/>
                      <a:gd name="connsiteX142" fmla="*/ 651510 w 1588770"/>
                      <a:gd name="connsiteY142" fmla="*/ 552450 h 1604010"/>
                      <a:gd name="connsiteX143" fmla="*/ 674370 w 1588770"/>
                      <a:gd name="connsiteY143" fmla="*/ 525780 h 1604010"/>
                      <a:gd name="connsiteX144" fmla="*/ 674370 w 1588770"/>
                      <a:gd name="connsiteY144" fmla="*/ 525780 h 1604010"/>
                      <a:gd name="connsiteX145" fmla="*/ 643890 w 1588770"/>
                      <a:gd name="connsiteY145" fmla="*/ 476250 h 1604010"/>
                      <a:gd name="connsiteX146" fmla="*/ 666750 w 1588770"/>
                      <a:gd name="connsiteY146" fmla="*/ 411480 h 1604010"/>
                      <a:gd name="connsiteX147" fmla="*/ 628650 w 1588770"/>
                      <a:gd name="connsiteY147" fmla="*/ 392430 h 1604010"/>
                      <a:gd name="connsiteX148" fmla="*/ 613410 w 1588770"/>
                      <a:gd name="connsiteY148" fmla="*/ 400050 h 1604010"/>
                      <a:gd name="connsiteX149" fmla="*/ 590550 w 1588770"/>
                      <a:gd name="connsiteY149" fmla="*/ 388620 h 1604010"/>
                      <a:gd name="connsiteX150" fmla="*/ 556260 w 1588770"/>
                      <a:gd name="connsiteY150" fmla="*/ 403860 h 1604010"/>
                      <a:gd name="connsiteX151" fmla="*/ 521970 w 1588770"/>
                      <a:gd name="connsiteY151" fmla="*/ 388620 h 1604010"/>
                      <a:gd name="connsiteX152" fmla="*/ 495300 w 1588770"/>
                      <a:gd name="connsiteY152" fmla="*/ 312420 h 1604010"/>
                      <a:gd name="connsiteX153" fmla="*/ 518160 w 1588770"/>
                      <a:gd name="connsiteY153" fmla="*/ 259080 h 1604010"/>
                      <a:gd name="connsiteX154" fmla="*/ 483870 w 1588770"/>
                      <a:gd name="connsiteY154" fmla="*/ 198120 h 1604010"/>
                      <a:gd name="connsiteX155" fmla="*/ 472440 w 1588770"/>
                      <a:gd name="connsiteY155" fmla="*/ 175260 h 1604010"/>
                      <a:gd name="connsiteX156" fmla="*/ 472440 w 1588770"/>
                      <a:gd name="connsiteY156" fmla="*/ 175260 h 1604010"/>
                      <a:gd name="connsiteX157" fmla="*/ 487680 w 1588770"/>
                      <a:gd name="connsiteY157" fmla="*/ 144780 h 1604010"/>
                      <a:gd name="connsiteX158" fmla="*/ 499110 w 1588770"/>
                      <a:gd name="connsiteY158"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0510 w 1588770"/>
                      <a:gd name="connsiteY58" fmla="*/ 1257300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20040 w 1588770"/>
                      <a:gd name="connsiteY56" fmla="*/ 121158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588770" h="1604010">
                        <a:moveTo>
                          <a:pt x="499110" y="91440"/>
                        </a:moveTo>
                        <a:lnTo>
                          <a:pt x="476250" y="26670"/>
                        </a:lnTo>
                        <a:lnTo>
                          <a:pt x="445770" y="38100"/>
                        </a:lnTo>
                        <a:lnTo>
                          <a:pt x="426720" y="26670"/>
                        </a:lnTo>
                        <a:lnTo>
                          <a:pt x="403860" y="7620"/>
                        </a:lnTo>
                        <a:lnTo>
                          <a:pt x="358140" y="0"/>
                        </a:lnTo>
                        <a:lnTo>
                          <a:pt x="304800" y="34290"/>
                        </a:lnTo>
                        <a:lnTo>
                          <a:pt x="293370" y="72390"/>
                        </a:lnTo>
                        <a:lnTo>
                          <a:pt x="316230" y="99060"/>
                        </a:lnTo>
                        <a:lnTo>
                          <a:pt x="335280" y="140970"/>
                        </a:lnTo>
                        <a:lnTo>
                          <a:pt x="335280" y="182880"/>
                        </a:lnTo>
                        <a:lnTo>
                          <a:pt x="320040" y="232410"/>
                        </a:lnTo>
                        <a:lnTo>
                          <a:pt x="297180" y="236220"/>
                        </a:lnTo>
                        <a:lnTo>
                          <a:pt x="255270" y="281940"/>
                        </a:lnTo>
                        <a:lnTo>
                          <a:pt x="228600" y="335280"/>
                        </a:lnTo>
                        <a:lnTo>
                          <a:pt x="228600" y="377190"/>
                        </a:lnTo>
                        <a:lnTo>
                          <a:pt x="220980" y="430530"/>
                        </a:lnTo>
                        <a:lnTo>
                          <a:pt x="205740" y="461010"/>
                        </a:lnTo>
                        <a:lnTo>
                          <a:pt x="205740" y="499110"/>
                        </a:lnTo>
                        <a:lnTo>
                          <a:pt x="182880" y="525780"/>
                        </a:lnTo>
                        <a:lnTo>
                          <a:pt x="152400" y="563880"/>
                        </a:lnTo>
                        <a:lnTo>
                          <a:pt x="129540" y="582930"/>
                        </a:lnTo>
                        <a:lnTo>
                          <a:pt x="91440" y="609600"/>
                        </a:lnTo>
                        <a:lnTo>
                          <a:pt x="72390" y="666750"/>
                        </a:lnTo>
                        <a:lnTo>
                          <a:pt x="99060" y="689610"/>
                        </a:lnTo>
                        <a:lnTo>
                          <a:pt x="72390" y="754380"/>
                        </a:lnTo>
                        <a:lnTo>
                          <a:pt x="91440" y="777240"/>
                        </a:lnTo>
                        <a:lnTo>
                          <a:pt x="83820" y="807720"/>
                        </a:lnTo>
                        <a:lnTo>
                          <a:pt x="80010" y="845820"/>
                        </a:lnTo>
                        <a:lnTo>
                          <a:pt x="80010" y="845820"/>
                        </a:lnTo>
                        <a:lnTo>
                          <a:pt x="57150" y="887730"/>
                        </a:lnTo>
                        <a:lnTo>
                          <a:pt x="99060" y="876300"/>
                        </a:lnTo>
                        <a:lnTo>
                          <a:pt x="133350" y="876300"/>
                        </a:lnTo>
                        <a:lnTo>
                          <a:pt x="121920" y="948690"/>
                        </a:lnTo>
                        <a:lnTo>
                          <a:pt x="133350" y="971550"/>
                        </a:lnTo>
                        <a:lnTo>
                          <a:pt x="99060" y="979170"/>
                        </a:lnTo>
                        <a:lnTo>
                          <a:pt x="99060" y="1040130"/>
                        </a:lnTo>
                        <a:lnTo>
                          <a:pt x="110490" y="1078230"/>
                        </a:lnTo>
                        <a:lnTo>
                          <a:pt x="87630" y="1139190"/>
                        </a:lnTo>
                        <a:cubicBezTo>
                          <a:pt x="77470" y="1146810"/>
                          <a:pt x="67865" y="1155232"/>
                          <a:pt x="57150" y="1162050"/>
                        </a:cubicBezTo>
                        <a:cubicBezTo>
                          <a:pt x="53762" y="1164206"/>
                          <a:pt x="49449" y="1164368"/>
                          <a:pt x="45720" y="1165860"/>
                        </a:cubicBezTo>
                        <a:cubicBezTo>
                          <a:pt x="43083" y="1166915"/>
                          <a:pt x="40640" y="1168400"/>
                          <a:pt x="38100" y="1169670"/>
                        </a:cubicBezTo>
                        <a:lnTo>
                          <a:pt x="0" y="1215390"/>
                        </a:lnTo>
                        <a:lnTo>
                          <a:pt x="0" y="1287780"/>
                        </a:lnTo>
                        <a:lnTo>
                          <a:pt x="83820" y="1295400"/>
                        </a:lnTo>
                        <a:lnTo>
                          <a:pt x="114300" y="1234440"/>
                        </a:lnTo>
                        <a:lnTo>
                          <a:pt x="152400" y="1215390"/>
                        </a:lnTo>
                        <a:lnTo>
                          <a:pt x="152400" y="1215390"/>
                        </a:lnTo>
                        <a:lnTo>
                          <a:pt x="171450" y="1150620"/>
                        </a:lnTo>
                        <a:lnTo>
                          <a:pt x="205740" y="1101090"/>
                        </a:lnTo>
                        <a:lnTo>
                          <a:pt x="247650" y="1047750"/>
                        </a:lnTo>
                        <a:lnTo>
                          <a:pt x="270510" y="1093470"/>
                        </a:lnTo>
                        <a:lnTo>
                          <a:pt x="323850" y="1093470"/>
                        </a:lnTo>
                        <a:lnTo>
                          <a:pt x="342900" y="1093470"/>
                        </a:lnTo>
                        <a:lnTo>
                          <a:pt x="381000" y="1150620"/>
                        </a:lnTo>
                        <a:lnTo>
                          <a:pt x="342900" y="1181100"/>
                        </a:lnTo>
                        <a:lnTo>
                          <a:pt x="320040" y="1211580"/>
                        </a:lnTo>
                        <a:cubicBezTo>
                          <a:pt x="314960" y="1217930"/>
                          <a:pt x="319405" y="1247140"/>
                          <a:pt x="314325" y="1253490"/>
                        </a:cubicBezTo>
                        <a:lnTo>
                          <a:pt x="276225" y="1266825"/>
                        </a:lnTo>
                        <a:lnTo>
                          <a:pt x="285750" y="1291590"/>
                        </a:lnTo>
                        <a:lnTo>
                          <a:pt x="339090" y="1303020"/>
                        </a:lnTo>
                        <a:lnTo>
                          <a:pt x="358140" y="1344930"/>
                        </a:lnTo>
                        <a:lnTo>
                          <a:pt x="407670" y="1325880"/>
                        </a:lnTo>
                        <a:lnTo>
                          <a:pt x="464820" y="1306830"/>
                        </a:lnTo>
                        <a:lnTo>
                          <a:pt x="521970" y="1337310"/>
                        </a:lnTo>
                        <a:lnTo>
                          <a:pt x="544830" y="1390650"/>
                        </a:lnTo>
                        <a:lnTo>
                          <a:pt x="560070" y="1440180"/>
                        </a:lnTo>
                        <a:lnTo>
                          <a:pt x="560070" y="1440180"/>
                        </a:lnTo>
                        <a:lnTo>
                          <a:pt x="525780" y="1474470"/>
                        </a:lnTo>
                        <a:lnTo>
                          <a:pt x="483870" y="1474470"/>
                        </a:lnTo>
                        <a:lnTo>
                          <a:pt x="483870" y="1474470"/>
                        </a:lnTo>
                        <a:lnTo>
                          <a:pt x="487680" y="1516380"/>
                        </a:lnTo>
                        <a:lnTo>
                          <a:pt x="514350" y="1543050"/>
                        </a:lnTo>
                        <a:lnTo>
                          <a:pt x="548640" y="1573530"/>
                        </a:lnTo>
                        <a:lnTo>
                          <a:pt x="548640" y="1573530"/>
                        </a:lnTo>
                        <a:lnTo>
                          <a:pt x="598170" y="1604010"/>
                        </a:lnTo>
                        <a:lnTo>
                          <a:pt x="647700" y="1577340"/>
                        </a:lnTo>
                        <a:lnTo>
                          <a:pt x="674370" y="1543050"/>
                        </a:lnTo>
                        <a:lnTo>
                          <a:pt x="731520" y="1554480"/>
                        </a:lnTo>
                        <a:lnTo>
                          <a:pt x="731520" y="1554480"/>
                        </a:lnTo>
                        <a:lnTo>
                          <a:pt x="784860" y="1516380"/>
                        </a:lnTo>
                        <a:lnTo>
                          <a:pt x="819150" y="1531620"/>
                        </a:lnTo>
                        <a:lnTo>
                          <a:pt x="864870" y="1543050"/>
                        </a:lnTo>
                        <a:lnTo>
                          <a:pt x="895350" y="1516380"/>
                        </a:lnTo>
                        <a:lnTo>
                          <a:pt x="956310" y="1508760"/>
                        </a:lnTo>
                        <a:lnTo>
                          <a:pt x="986790" y="1527810"/>
                        </a:lnTo>
                        <a:lnTo>
                          <a:pt x="1009650" y="1550670"/>
                        </a:lnTo>
                        <a:lnTo>
                          <a:pt x="1040130" y="1565910"/>
                        </a:lnTo>
                        <a:lnTo>
                          <a:pt x="1051560" y="1535430"/>
                        </a:lnTo>
                        <a:lnTo>
                          <a:pt x="1059180" y="1493520"/>
                        </a:lnTo>
                        <a:lnTo>
                          <a:pt x="1135380" y="1466850"/>
                        </a:lnTo>
                        <a:lnTo>
                          <a:pt x="1165860" y="1474470"/>
                        </a:lnTo>
                        <a:lnTo>
                          <a:pt x="1203960" y="1497330"/>
                        </a:lnTo>
                        <a:lnTo>
                          <a:pt x="1238250" y="1478280"/>
                        </a:lnTo>
                        <a:lnTo>
                          <a:pt x="1203960" y="1432560"/>
                        </a:lnTo>
                        <a:lnTo>
                          <a:pt x="1203960" y="1432560"/>
                        </a:lnTo>
                        <a:lnTo>
                          <a:pt x="1177290" y="1398270"/>
                        </a:lnTo>
                        <a:lnTo>
                          <a:pt x="1150620" y="1360170"/>
                        </a:lnTo>
                        <a:lnTo>
                          <a:pt x="1150620" y="1360170"/>
                        </a:lnTo>
                        <a:lnTo>
                          <a:pt x="1188720" y="1318260"/>
                        </a:lnTo>
                        <a:lnTo>
                          <a:pt x="1200150" y="1280160"/>
                        </a:lnTo>
                        <a:lnTo>
                          <a:pt x="1238250" y="1245870"/>
                        </a:lnTo>
                        <a:lnTo>
                          <a:pt x="1276350" y="1245870"/>
                        </a:lnTo>
                        <a:lnTo>
                          <a:pt x="1299210" y="1287780"/>
                        </a:lnTo>
                        <a:lnTo>
                          <a:pt x="1299210" y="1287780"/>
                        </a:lnTo>
                        <a:lnTo>
                          <a:pt x="1344930" y="1264920"/>
                        </a:lnTo>
                        <a:lnTo>
                          <a:pt x="1367790" y="1196340"/>
                        </a:lnTo>
                        <a:lnTo>
                          <a:pt x="1417320" y="1146810"/>
                        </a:lnTo>
                        <a:lnTo>
                          <a:pt x="1455420" y="1146810"/>
                        </a:lnTo>
                        <a:lnTo>
                          <a:pt x="1493520" y="1143000"/>
                        </a:lnTo>
                        <a:lnTo>
                          <a:pt x="1520190" y="1097280"/>
                        </a:lnTo>
                        <a:lnTo>
                          <a:pt x="1569720" y="1089660"/>
                        </a:lnTo>
                        <a:lnTo>
                          <a:pt x="1588770" y="1059180"/>
                        </a:lnTo>
                        <a:lnTo>
                          <a:pt x="1539240" y="1043940"/>
                        </a:lnTo>
                        <a:lnTo>
                          <a:pt x="1493520" y="998220"/>
                        </a:lnTo>
                        <a:lnTo>
                          <a:pt x="1482090" y="967740"/>
                        </a:lnTo>
                        <a:lnTo>
                          <a:pt x="1440180" y="971550"/>
                        </a:lnTo>
                        <a:lnTo>
                          <a:pt x="1390650" y="967740"/>
                        </a:lnTo>
                        <a:lnTo>
                          <a:pt x="1360170" y="925830"/>
                        </a:lnTo>
                        <a:lnTo>
                          <a:pt x="1344930" y="891540"/>
                        </a:lnTo>
                        <a:lnTo>
                          <a:pt x="1268730" y="857250"/>
                        </a:lnTo>
                        <a:lnTo>
                          <a:pt x="1230630" y="864870"/>
                        </a:lnTo>
                        <a:lnTo>
                          <a:pt x="1192530" y="887730"/>
                        </a:lnTo>
                        <a:lnTo>
                          <a:pt x="1165860" y="864870"/>
                        </a:lnTo>
                        <a:lnTo>
                          <a:pt x="1188720" y="800100"/>
                        </a:lnTo>
                        <a:lnTo>
                          <a:pt x="1162050" y="788670"/>
                        </a:lnTo>
                        <a:lnTo>
                          <a:pt x="1135380" y="807720"/>
                        </a:lnTo>
                        <a:lnTo>
                          <a:pt x="1055370" y="762000"/>
                        </a:lnTo>
                        <a:lnTo>
                          <a:pt x="1040130" y="693420"/>
                        </a:lnTo>
                        <a:lnTo>
                          <a:pt x="990600" y="662940"/>
                        </a:lnTo>
                        <a:lnTo>
                          <a:pt x="925830" y="670560"/>
                        </a:lnTo>
                        <a:lnTo>
                          <a:pt x="887730" y="628650"/>
                        </a:lnTo>
                        <a:lnTo>
                          <a:pt x="880110" y="582930"/>
                        </a:lnTo>
                        <a:lnTo>
                          <a:pt x="853440" y="556260"/>
                        </a:lnTo>
                        <a:lnTo>
                          <a:pt x="796290" y="544830"/>
                        </a:lnTo>
                        <a:lnTo>
                          <a:pt x="765810" y="582930"/>
                        </a:lnTo>
                        <a:lnTo>
                          <a:pt x="746760" y="617220"/>
                        </a:lnTo>
                        <a:cubicBezTo>
                          <a:pt x="713234" y="638174"/>
                          <a:pt x="724752" y="627798"/>
                          <a:pt x="708660" y="643890"/>
                        </a:cubicBezTo>
                        <a:lnTo>
                          <a:pt x="681990" y="662940"/>
                        </a:lnTo>
                        <a:lnTo>
                          <a:pt x="636270" y="659130"/>
                        </a:lnTo>
                        <a:lnTo>
                          <a:pt x="609600" y="582930"/>
                        </a:lnTo>
                        <a:lnTo>
                          <a:pt x="617220" y="548640"/>
                        </a:lnTo>
                        <a:lnTo>
                          <a:pt x="617220" y="548640"/>
                        </a:lnTo>
                        <a:lnTo>
                          <a:pt x="651510" y="552450"/>
                        </a:lnTo>
                        <a:lnTo>
                          <a:pt x="674370" y="525780"/>
                        </a:lnTo>
                        <a:lnTo>
                          <a:pt x="674370" y="525780"/>
                        </a:lnTo>
                        <a:lnTo>
                          <a:pt x="643890" y="476250"/>
                        </a:lnTo>
                        <a:lnTo>
                          <a:pt x="666750" y="411480"/>
                        </a:lnTo>
                        <a:lnTo>
                          <a:pt x="628650" y="392430"/>
                        </a:lnTo>
                        <a:lnTo>
                          <a:pt x="613410" y="400050"/>
                        </a:lnTo>
                        <a:lnTo>
                          <a:pt x="590550" y="388620"/>
                        </a:lnTo>
                        <a:lnTo>
                          <a:pt x="556260" y="403860"/>
                        </a:lnTo>
                        <a:lnTo>
                          <a:pt x="521970" y="388620"/>
                        </a:lnTo>
                        <a:lnTo>
                          <a:pt x="495300" y="312420"/>
                        </a:lnTo>
                        <a:lnTo>
                          <a:pt x="518160" y="259080"/>
                        </a:lnTo>
                        <a:lnTo>
                          <a:pt x="483870" y="198120"/>
                        </a:lnTo>
                        <a:lnTo>
                          <a:pt x="472440" y="175260"/>
                        </a:lnTo>
                        <a:lnTo>
                          <a:pt x="472440" y="175260"/>
                        </a:lnTo>
                        <a:lnTo>
                          <a:pt x="487680" y="144780"/>
                        </a:lnTo>
                        <a:lnTo>
                          <a:pt x="499110" y="9144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1" name="자유형: 도형 400">
                    <a:extLst>
                      <a:ext uri="{FF2B5EF4-FFF2-40B4-BE49-F238E27FC236}">
                        <a16:creationId xmlns:a16="http://schemas.microsoft.com/office/drawing/2014/main" id="{B38D4FD7-4719-9201-B9DE-314C543C0D81}"/>
                      </a:ext>
                    </a:extLst>
                  </p:cNvPr>
                  <p:cNvSpPr/>
                  <p:nvPr/>
                </p:nvSpPr>
                <p:spPr>
                  <a:xfrm>
                    <a:off x="7264400" y="4114800"/>
                    <a:ext cx="652780" cy="825500"/>
                  </a:xfrm>
                  <a:custGeom>
                    <a:avLst/>
                    <a:gdLst>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03200 w 652780"/>
                      <a:gd name="connsiteY66" fmla="*/ 0 h 825500"/>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31140 w 652780"/>
                      <a:gd name="connsiteY66" fmla="*/ 7620 h 825500"/>
                      <a:gd name="connsiteX67" fmla="*/ 203200 w 652780"/>
                      <a:gd name="connsiteY67" fmla="*/ 0 h 825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2780" h="825500">
                        <a:moveTo>
                          <a:pt x="203200" y="0"/>
                        </a:moveTo>
                        <a:lnTo>
                          <a:pt x="182880" y="15240"/>
                        </a:lnTo>
                        <a:lnTo>
                          <a:pt x="177800" y="48260"/>
                        </a:lnTo>
                        <a:lnTo>
                          <a:pt x="142240" y="50800"/>
                        </a:lnTo>
                        <a:lnTo>
                          <a:pt x="129540" y="86360"/>
                        </a:lnTo>
                        <a:lnTo>
                          <a:pt x="93980" y="116840"/>
                        </a:lnTo>
                        <a:lnTo>
                          <a:pt x="45720" y="86360"/>
                        </a:lnTo>
                        <a:lnTo>
                          <a:pt x="0" y="88900"/>
                        </a:lnTo>
                        <a:lnTo>
                          <a:pt x="17780" y="134620"/>
                        </a:lnTo>
                        <a:lnTo>
                          <a:pt x="33020" y="172720"/>
                        </a:lnTo>
                        <a:lnTo>
                          <a:pt x="33020" y="205740"/>
                        </a:lnTo>
                        <a:lnTo>
                          <a:pt x="27940" y="269240"/>
                        </a:lnTo>
                        <a:lnTo>
                          <a:pt x="35560" y="320040"/>
                        </a:lnTo>
                        <a:lnTo>
                          <a:pt x="60960" y="355600"/>
                        </a:lnTo>
                        <a:lnTo>
                          <a:pt x="55880" y="391160"/>
                        </a:lnTo>
                        <a:lnTo>
                          <a:pt x="27940" y="408940"/>
                        </a:lnTo>
                        <a:lnTo>
                          <a:pt x="27940" y="408940"/>
                        </a:lnTo>
                        <a:lnTo>
                          <a:pt x="53340" y="431800"/>
                        </a:lnTo>
                        <a:lnTo>
                          <a:pt x="88900" y="403860"/>
                        </a:lnTo>
                        <a:lnTo>
                          <a:pt x="139700" y="398780"/>
                        </a:lnTo>
                        <a:lnTo>
                          <a:pt x="177800" y="419100"/>
                        </a:lnTo>
                        <a:lnTo>
                          <a:pt x="182880" y="419100"/>
                        </a:lnTo>
                        <a:lnTo>
                          <a:pt x="182880" y="464820"/>
                        </a:lnTo>
                        <a:lnTo>
                          <a:pt x="220980" y="469900"/>
                        </a:lnTo>
                        <a:lnTo>
                          <a:pt x="233680" y="444500"/>
                        </a:lnTo>
                        <a:lnTo>
                          <a:pt x="281940" y="439420"/>
                        </a:lnTo>
                        <a:lnTo>
                          <a:pt x="292100" y="406400"/>
                        </a:lnTo>
                        <a:lnTo>
                          <a:pt x="317500" y="406400"/>
                        </a:lnTo>
                        <a:lnTo>
                          <a:pt x="345440" y="414020"/>
                        </a:lnTo>
                        <a:lnTo>
                          <a:pt x="370840" y="459740"/>
                        </a:lnTo>
                        <a:lnTo>
                          <a:pt x="355600" y="495300"/>
                        </a:lnTo>
                        <a:lnTo>
                          <a:pt x="396240" y="538480"/>
                        </a:lnTo>
                        <a:lnTo>
                          <a:pt x="411480" y="614680"/>
                        </a:lnTo>
                        <a:lnTo>
                          <a:pt x="386080" y="650240"/>
                        </a:lnTo>
                        <a:lnTo>
                          <a:pt x="396240" y="728980"/>
                        </a:lnTo>
                        <a:lnTo>
                          <a:pt x="447040" y="825500"/>
                        </a:lnTo>
                        <a:lnTo>
                          <a:pt x="482600" y="817880"/>
                        </a:lnTo>
                        <a:cubicBezTo>
                          <a:pt x="483447" y="783167"/>
                          <a:pt x="484293" y="748453"/>
                          <a:pt x="485140" y="713740"/>
                        </a:cubicBezTo>
                        <a:lnTo>
                          <a:pt x="515620" y="665480"/>
                        </a:lnTo>
                        <a:lnTo>
                          <a:pt x="533400" y="589280"/>
                        </a:lnTo>
                        <a:lnTo>
                          <a:pt x="596900" y="546100"/>
                        </a:lnTo>
                        <a:lnTo>
                          <a:pt x="652780" y="510540"/>
                        </a:lnTo>
                        <a:lnTo>
                          <a:pt x="607060" y="477520"/>
                        </a:lnTo>
                        <a:lnTo>
                          <a:pt x="561340" y="472440"/>
                        </a:lnTo>
                        <a:lnTo>
                          <a:pt x="530860" y="459740"/>
                        </a:lnTo>
                        <a:lnTo>
                          <a:pt x="502920" y="477520"/>
                        </a:lnTo>
                        <a:lnTo>
                          <a:pt x="480060" y="459740"/>
                        </a:lnTo>
                        <a:lnTo>
                          <a:pt x="457200" y="495300"/>
                        </a:lnTo>
                        <a:lnTo>
                          <a:pt x="414020" y="477520"/>
                        </a:lnTo>
                        <a:lnTo>
                          <a:pt x="414020" y="421640"/>
                        </a:lnTo>
                        <a:lnTo>
                          <a:pt x="444500" y="408940"/>
                        </a:lnTo>
                        <a:cubicBezTo>
                          <a:pt x="447887" y="401320"/>
                          <a:pt x="451667" y="393863"/>
                          <a:pt x="454660" y="386080"/>
                        </a:cubicBezTo>
                        <a:cubicBezTo>
                          <a:pt x="455913" y="382822"/>
                          <a:pt x="457200" y="375920"/>
                          <a:pt x="457200" y="375920"/>
                        </a:cubicBezTo>
                        <a:lnTo>
                          <a:pt x="459740" y="358140"/>
                        </a:lnTo>
                        <a:lnTo>
                          <a:pt x="421640" y="340360"/>
                        </a:lnTo>
                        <a:lnTo>
                          <a:pt x="421640" y="289560"/>
                        </a:lnTo>
                        <a:lnTo>
                          <a:pt x="441960" y="256540"/>
                        </a:lnTo>
                        <a:lnTo>
                          <a:pt x="421640" y="228600"/>
                        </a:lnTo>
                        <a:lnTo>
                          <a:pt x="388620" y="256540"/>
                        </a:lnTo>
                        <a:lnTo>
                          <a:pt x="358140" y="210820"/>
                        </a:lnTo>
                        <a:lnTo>
                          <a:pt x="302260" y="182880"/>
                        </a:lnTo>
                        <a:lnTo>
                          <a:pt x="276860" y="144780"/>
                        </a:lnTo>
                        <a:lnTo>
                          <a:pt x="289560" y="124460"/>
                        </a:lnTo>
                        <a:lnTo>
                          <a:pt x="302260" y="81280"/>
                        </a:lnTo>
                        <a:lnTo>
                          <a:pt x="276860" y="63500"/>
                        </a:lnTo>
                        <a:lnTo>
                          <a:pt x="246380" y="73660"/>
                        </a:lnTo>
                        <a:cubicBezTo>
                          <a:pt x="237067" y="60960"/>
                          <a:pt x="240453" y="20320"/>
                          <a:pt x="231140" y="7620"/>
                        </a:cubicBezTo>
                        <a:lnTo>
                          <a:pt x="20320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385" name="부천시">
                <a:extLst>
                  <a:ext uri="{FF2B5EF4-FFF2-40B4-BE49-F238E27FC236}">
                    <a16:creationId xmlns:a16="http://schemas.microsoft.com/office/drawing/2014/main" id="{E793E919-3B50-8626-DFD2-861E81A708F4}"/>
                  </a:ext>
                </a:extLst>
              </p:cNvPr>
              <p:cNvSpPr/>
              <p:nvPr/>
            </p:nvSpPr>
            <p:spPr>
              <a:xfrm>
                <a:off x="3497904" y="4579884"/>
                <a:ext cx="203455" cy="235162"/>
              </a:xfrm>
              <a:custGeom>
                <a:avLst/>
                <a:gdLst>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4800 w 376238"/>
                  <a:gd name="connsiteY43" fmla="*/ 209550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2418 w 376238"/>
                  <a:gd name="connsiteY43" fmla="*/ 204788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4287 w 366713"/>
                  <a:gd name="connsiteY17" fmla="*/ 178594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66713" h="423862">
                    <a:moveTo>
                      <a:pt x="366713" y="371474"/>
                    </a:moveTo>
                    <a:cubicBezTo>
                      <a:pt x="358775" y="398462"/>
                      <a:pt x="350838" y="406399"/>
                      <a:pt x="342900" y="423862"/>
                    </a:cubicBezTo>
                    <a:lnTo>
                      <a:pt x="302419" y="416718"/>
                    </a:lnTo>
                    <a:lnTo>
                      <a:pt x="261938" y="402431"/>
                    </a:lnTo>
                    <a:lnTo>
                      <a:pt x="233363" y="385762"/>
                    </a:lnTo>
                    <a:lnTo>
                      <a:pt x="204788" y="395287"/>
                    </a:lnTo>
                    <a:lnTo>
                      <a:pt x="190500" y="359568"/>
                    </a:lnTo>
                    <a:lnTo>
                      <a:pt x="171450" y="347662"/>
                    </a:lnTo>
                    <a:lnTo>
                      <a:pt x="150019" y="354806"/>
                    </a:lnTo>
                    <a:lnTo>
                      <a:pt x="119063" y="333375"/>
                    </a:lnTo>
                    <a:lnTo>
                      <a:pt x="90488" y="319087"/>
                    </a:lnTo>
                    <a:lnTo>
                      <a:pt x="54769" y="292893"/>
                    </a:lnTo>
                    <a:lnTo>
                      <a:pt x="11906" y="259556"/>
                    </a:lnTo>
                    <a:lnTo>
                      <a:pt x="2381" y="252412"/>
                    </a:lnTo>
                    <a:lnTo>
                      <a:pt x="0" y="240506"/>
                    </a:lnTo>
                    <a:lnTo>
                      <a:pt x="21431" y="228600"/>
                    </a:lnTo>
                    <a:lnTo>
                      <a:pt x="26194" y="204787"/>
                    </a:lnTo>
                    <a:lnTo>
                      <a:pt x="14287" y="178594"/>
                    </a:lnTo>
                    <a:lnTo>
                      <a:pt x="21431" y="154781"/>
                    </a:lnTo>
                    <a:lnTo>
                      <a:pt x="38100" y="145256"/>
                    </a:lnTo>
                    <a:lnTo>
                      <a:pt x="64294" y="159543"/>
                    </a:lnTo>
                    <a:lnTo>
                      <a:pt x="90488" y="150018"/>
                    </a:lnTo>
                    <a:lnTo>
                      <a:pt x="95250" y="119062"/>
                    </a:lnTo>
                    <a:lnTo>
                      <a:pt x="95250" y="85725"/>
                    </a:lnTo>
                    <a:lnTo>
                      <a:pt x="95250" y="85725"/>
                    </a:lnTo>
                    <a:lnTo>
                      <a:pt x="100013" y="40481"/>
                    </a:lnTo>
                    <a:lnTo>
                      <a:pt x="111919" y="0"/>
                    </a:lnTo>
                    <a:lnTo>
                      <a:pt x="154781" y="11906"/>
                    </a:lnTo>
                    <a:lnTo>
                      <a:pt x="185738" y="16668"/>
                    </a:lnTo>
                    <a:lnTo>
                      <a:pt x="211931" y="26193"/>
                    </a:lnTo>
                    <a:lnTo>
                      <a:pt x="214313" y="33337"/>
                    </a:lnTo>
                    <a:lnTo>
                      <a:pt x="219075" y="61912"/>
                    </a:lnTo>
                    <a:lnTo>
                      <a:pt x="238125" y="64293"/>
                    </a:lnTo>
                    <a:lnTo>
                      <a:pt x="257175" y="45243"/>
                    </a:lnTo>
                    <a:lnTo>
                      <a:pt x="273844" y="33337"/>
                    </a:lnTo>
                    <a:lnTo>
                      <a:pt x="273844" y="33337"/>
                    </a:lnTo>
                    <a:lnTo>
                      <a:pt x="311944" y="28575"/>
                    </a:lnTo>
                    <a:lnTo>
                      <a:pt x="316706" y="59531"/>
                    </a:lnTo>
                    <a:lnTo>
                      <a:pt x="338138" y="83343"/>
                    </a:lnTo>
                    <a:lnTo>
                      <a:pt x="338138" y="83343"/>
                    </a:lnTo>
                    <a:lnTo>
                      <a:pt x="326231" y="133350"/>
                    </a:lnTo>
                    <a:lnTo>
                      <a:pt x="319088" y="169068"/>
                    </a:lnTo>
                    <a:lnTo>
                      <a:pt x="319088" y="200025"/>
                    </a:lnTo>
                    <a:lnTo>
                      <a:pt x="302418" y="204788"/>
                    </a:lnTo>
                    <a:lnTo>
                      <a:pt x="278606" y="226218"/>
                    </a:lnTo>
                    <a:lnTo>
                      <a:pt x="288131" y="259556"/>
                    </a:lnTo>
                    <a:lnTo>
                      <a:pt x="302419" y="280987"/>
                    </a:lnTo>
                    <a:lnTo>
                      <a:pt x="316706" y="280987"/>
                    </a:lnTo>
                    <a:lnTo>
                      <a:pt x="307181" y="302418"/>
                    </a:lnTo>
                    <a:lnTo>
                      <a:pt x="304800" y="330993"/>
                    </a:lnTo>
                    <a:lnTo>
                      <a:pt x="311944" y="354806"/>
                    </a:lnTo>
                    <a:lnTo>
                      <a:pt x="328613" y="361950"/>
                    </a:lnTo>
                    <a:lnTo>
                      <a:pt x="366713" y="371474"/>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6" name="시흥시">
                <a:extLst>
                  <a:ext uri="{FF2B5EF4-FFF2-40B4-BE49-F238E27FC236}">
                    <a16:creationId xmlns:a16="http://schemas.microsoft.com/office/drawing/2014/main" id="{5B57B18F-B022-602C-F747-C2169958CA70}"/>
                  </a:ext>
                </a:extLst>
              </p:cNvPr>
              <p:cNvSpPr/>
              <p:nvPr/>
            </p:nvSpPr>
            <p:spPr>
              <a:xfrm>
                <a:off x="3385608" y="4785981"/>
                <a:ext cx="418800" cy="416157"/>
              </a:xfrm>
              <a:custGeom>
                <a:avLst/>
                <a:gdLst>
                  <a:gd name="connsiteX0" fmla="*/ 178594 w 754856"/>
                  <a:gd name="connsiteY0" fmla="*/ 407193 h 750093"/>
                  <a:gd name="connsiteX1" fmla="*/ 59531 w 754856"/>
                  <a:gd name="connsiteY1" fmla="*/ 557212 h 750093"/>
                  <a:gd name="connsiteX2" fmla="*/ 66675 w 754856"/>
                  <a:gd name="connsiteY2" fmla="*/ 576262 h 750093"/>
                  <a:gd name="connsiteX3" fmla="*/ 54769 w 754856"/>
                  <a:gd name="connsiteY3" fmla="*/ 602456 h 750093"/>
                  <a:gd name="connsiteX4" fmla="*/ 35719 w 754856"/>
                  <a:gd name="connsiteY4" fmla="*/ 600075 h 750093"/>
                  <a:gd name="connsiteX5" fmla="*/ 30956 w 754856"/>
                  <a:gd name="connsiteY5" fmla="*/ 590550 h 750093"/>
                  <a:gd name="connsiteX6" fmla="*/ 9525 w 754856"/>
                  <a:gd name="connsiteY6" fmla="*/ 585787 h 750093"/>
                  <a:gd name="connsiteX7" fmla="*/ 0 w 754856"/>
                  <a:gd name="connsiteY7" fmla="*/ 614362 h 750093"/>
                  <a:gd name="connsiteX8" fmla="*/ 16669 w 754856"/>
                  <a:gd name="connsiteY8" fmla="*/ 635793 h 750093"/>
                  <a:gd name="connsiteX9" fmla="*/ 16669 w 754856"/>
                  <a:gd name="connsiteY9" fmla="*/ 635793 h 750093"/>
                  <a:gd name="connsiteX10" fmla="*/ 23812 w 754856"/>
                  <a:gd name="connsiteY10" fmla="*/ 659606 h 750093"/>
                  <a:gd name="connsiteX11" fmla="*/ 150019 w 754856"/>
                  <a:gd name="connsiteY11" fmla="*/ 750093 h 750093"/>
                  <a:gd name="connsiteX12" fmla="*/ 183356 w 754856"/>
                  <a:gd name="connsiteY12" fmla="*/ 676275 h 750093"/>
                  <a:gd name="connsiteX13" fmla="*/ 211931 w 754856"/>
                  <a:gd name="connsiteY13" fmla="*/ 664368 h 750093"/>
                  <a:gd name="connsiteX14" fmla="*/ 235744 w 754856"/>
                  <a:gd name="connsiteY14" fmla="*/ 700087 h 750093"/>
                  <a:gd name="connsiteX15" fmla="*/ 235744 w 754856"/>
                  <a:gd name="connsiteY15" fmla="*/ 669131 h 750093"/>
                  <a:gd name="connsiteX16" fmla="*/ 238125 w 754856"/>
                  <a:gd name="connsiteY16" fmla="*/ 652462 h 750093"/>
                  <a:gd name="connsiteX17" fmla="*/ 292894 w 754856"/>
                  <a:gd name="connsiteY17" fmla="*/ 611981 h 750093"/>
                  <a:gd name="connsiteX18" fmla="*/ 326231 w 754856"/>
                  <a:gd name="connsiteY18" fmla="*/ 602456 h 750093"/>
                  <a:gd name="connsiteX19" fmla="*/ 364331 w 754856"/>
                  <a:gd name="connsiteY19" fmla="*/ 607218 h 750093"/>
                  <a:gd name="connsiteX20" fmla="*/ 395287 w 754856"/>
                  <a:gd name="connsiteY20" fmla="*/ 621506 h 750093"/>
                  <a:gd name="connsiteX21" fmla="*/ 395287 w 754856"/>
                  <a:gd name="connsiteY21" fmla="*/ 631031 h 750093"/>
                  <a:gd name="connsiteX22" fmla="*/ 407194 w 754856"/>
                  <a:gd name="connsiteY22" fmla="*/ 607218 h 750093"/>
                  <a:gd name="connsiteX23" fmla="*/ 400050 w 754856"/>
                  <a:gd name="connsiteY23" fmla="*/ 583406 h 750093"/>
                  <a:gd name="connsiteX24" fmla="*/ 407194 w 754856"/>
                  <a:gd name="connsiteY24" fmla="*/ 559593 h 750093"/>
                  <a:gd name="connsiteX25" fmla="*/ 428625 w 754856"/>
                  <a:gd name="connsiteY25" fmla="*/ 550068 h 750093"/>
                  <a:gd name="connsiteX26" fmla="*/ 471487 w 754856"/>
                  <a:gd name="connsiteY26" fmla="*/ 554831 h 750093"/>
                  <a:gd name="connsiteX27" fmla="*/ 509587 w 754856"/>
                  <a:gd name="connsiteY27" fmla="*/ 538162 h 750093"/>
                  <a:gd name="connsiteX28" fmla="*/ 523875 w 754856"/>
                  <a:gd name="connsiteY28" fmla="*/ 497681 h 750093"/>
                  <a:gd name="connsiteX29" fmla="*/ 552450 w 754856"/>
                  <a:gd name="connsiteY29" fmla="*/ 495300 h 750093"/>
                  <a:gd name="connsiteX30" fmla="*/ 578644 w 754856"/>
                  <a:gd name="connsiteY30" fmla="*/ 511968 h 750093"/>
                  <a:gd name="connsiteX31" fmla="*/ 640556 w 754856"/>
                  <a:gd name="connsiteY31" fmla="*/ 500062 h 750093"/>
                  <a:gd name="connsiteX32" fmla="*/ 654844 w 754856"/>
                  <a:gd name="connsiteY32" fmla="*/ 516731 h 750093"/>
                  <a:gd name="connsiteX33" fmla="*/ 659606 w 754856"/>
                  <a:gd name="connsiteY33" fmla="*/ 535781 h 750093"/>
                  <a:gd name="connsiteX34" fmla="*/ 692944 w 754856"/>
                  <a:gd name="connsiteY34" fmla="*/ 514350 h 750093"/>
                  <a:gd name="connsiteX35" fmla="*/ 723900 w 754856"/>
                  <a:gd name="connsiteY35" fmla="*/ 490537 h 750093"/>
                  <a:gd name="connsiteX36" fmla="*/ 754856 w 754856"/>
                  <a:gd name="connsiteY36" fmla="*/ 454818 h 750093"/>
                  <a:gd name="connsiteX37" fmla="*/ 754856 w 754856"/>
                  <a:gd name="connsiteY37" fmla="*/ 433387 h 750093"/>
                  <a:gd name="connsiteX38" fmla="*/ 742950 w 754856"/>
                  <a:gd name="connsiteY38" fmla="*/ 390525 h 750093"/>
                  <a:gd name="connsiteX39" fmla="*/ 733425 w 754856"/>
                  <a:gd name="connsiteY39" fmla="*/ 369093 h 750093"/>
                  <a:gd name="connsiteX40" fmla="*/ 738187 w 754856"/>
                  <a:gd name="connsiteY40" fmla="*/ 352425 h 750093"/>
                  <a:gd name="connsiteX41" fmla="*/ 700087 w 754856"/>
                  <a:gd name="connsiteY41" fmla="*/ 350043 h 750093"/>
                  <a:gd name="connsiteX42" fmla="*/ 664369 w 754856"/>
                  <a:gd name="connsiteY42" fmla="*/ 340518 h 750093"/>
                  <a:gd name="connsiteX43" fmla="*/ 631031 w 754856"/>
                  <a:gd name="connsiteY43" fmla="*/ 307181 h 750093"/>
                  <a:gd name="connsiteX44" fmla="*/ 621506 w 754856"/>
                  <a:gd name="connsiteY44" fmla="*/ 273843 h 750093"/>
                  <a:gd name="connsiteX45" fmla="*/ 611981 w 754856"/>
                  <a:gd name="connsiteY45" fmla="*/ 247650 h 750093"/>
                  <a:gd name="connsiteX46" fmla="*/ 604837 w 754856"/>
                  <a:gd name="connsiteY46" fmla="*/ 223837 h 750093"/>
                  <a:gd name="connsiteX47" fmla="*/ 604837 w 754856"/>
                  <a:gd name="connsiteY47" fmla="*/ 197643 h 750093"/>
                  <a:gd name="connsiteX48" fmla="*/ 604837 w 754856"/>
                  <a:gd name="connsiteY48" fmla="*/ 185737 h 750093"/>
                  <a:gd name="connsiteX49" fmla="*/ 583406 w 754856"/>
                  <a:gd name="connsiteY49" fmla="*/ 157162 h 750093"/>
                  <a:gd name="connsiteX50" fmla="*/ 573881 w 754856"/>
                  <a:gd name="connsiteY50" fmla="*/ 140493 h 750093"/>
                  <a:gd name="connsiteX51" fmla="*/ 590550 w 754856"/>
                  <a:gd name="connsiteY51" fmla="*/ 109537 h 750093"/>
                  <a:gd name="connsiteX52" fmla="*/ 597694 w 754856"/>
                  <a:gd name="connsiteY52" fmla="*/ 90487 h 750093"/>
                  <a:gd name="connsiteX53" fmla="*/ 590550 w 754856"/>
                  <a:gd name="connsiteY53" fmla="*/ 71437 h 750093"/>
                  <a:gd name="connsiteX54" fmla="*/ 578644 w 754856"/>
                  <a:gd name="connsiteY54" fmla="*/ 61912 h 750093"/>
                  <a:gd name="connsiteX55" fmla="*/ 561975 w 754856"/>
                  <a:gd name="connsiteY55" fmla="*/ 61912 h 750093"/>
                  <a:gd name="connsiteX56" fmla="*/ 540544 w 754856"/>
                  <a:gd name="connsiteY56" fmla="*/ 71437 h 750093"/>
                  <a:gd name="connsiteX57" fmla="*/ 507206 w 754856"/>
                  <a:gd name="connsiteY57" fmla="*/ 64293 h 750093"/>
                  <a:gd name="connsiteX58" fmla="*/ 450056 w 754856"/>
                  <a:gd name="connsiteY58" fmla="*/ 52387 h 750093"/>
                  <a:gd name="connsiteX59" fmla="*/ 433387 w 754856"/>
                  <a:gd name="connsiteY59" fmla="*/ 35718 h 750093"/>
                  <a:gd name="connsiteX60" fmla="*/ 404812 w 754856"/>
                  <a:gd name="connsiteY60" fmla="*/ 45243 h 750093"/>
                  <a:gd name="connsiteX61" fmla="*/ 388144 w 754856"/>
                  <a:gd name="connsiteY61" fmla="*/ 33337 h 750093"/>
                  <a:gd name="connsiteX62" fmla="*/ 383381 w 754856"/>
                  <a:gd name="connsiteY62" fmla="*/ 7143 h 750093"/>
                  <a:gd name="connsiteX63" fmla="*/ 369094 w 754856"/>
                  <a:gd name="connsiteY63" fmla="*/ 0 h 750093"/>
                  <a:gd name="connsiteX64" fmla="*/ 359569 w 754856"/>
                  <a:gd name="connsiteY64" fmla="*/ 2381 h 750093"/>
                  <a:gd name="connsiteX65" fmla="*/ 364331 w 754856"/>
                  <a:gd name="connsiteY65" fmla="*/ 47625 h 750093"/>
                  <a:gd name="connsiteX66" fmla="*/ 354806 w 754856"/>
                  <a:gd name="connsiteY66" fmla="*/ 76200 h 750093"/>
                  <a:gd name="connsiteX67" fmla="*/ 340519 w 754856"/>
                  <a:gd name="connsiteY67" fmla="*/ 107156 h 750093"/>
                  <a:gd name="connsiteX68" fmla="*/ 328612 w 754856"/>
                  <a:gd name="connsiteY68" fmla="*/ 114300 h 750093"/>
                  <a:gd name="connsiteX69" fmla="*/ 342900 w 754856"/>
                  <a:gd name="connsiteY69" fmla="*/ 166687 h 750093"/>
                  <a:gd name="connsiteX70" fmla="*/ 342900 w 754856"/>
                  <a:gd name="connsiteY70" fmla="*/ 200025 h 750093"/>
                  <a:gd name="connsiteX71" fmla="*/ 309562 w 754856"/>
                  <a:gd name="connsiteY71" fmla="*/ 228600 h 750093"/>
                  <a:gd name="connsiteX72" fmla="*/ 292894 w 754856"/>
                  <a:gd name="connsiteY72" fmla="*/ 238125 h 750093"/>
                  <a:gd name="connsiteX73" fmla="*/ 269081 w 754856"/>
                  <a:gd name="connsiteY73" fmla="*/ 240506 h 750093"/>
                  <a:gd name="connsiteX74" fmla="*/ 276225 w 754856"/>
                  <a:gd name="connsiteY74" fmla="*/ 290512 h 750093"/>
                  <a:gd name="connsiteX75" fmla="*/ 261937 w 754856"/>
                  <a:gd name="connsiteY75" fmla="*/ 316706 h 750093"/>
                  <a:gd name="connsiteX76" fmla="*/ 238125 w 754856"/>
                  <a:gd name="connsiteY76" fmla="*/ 326231 h 750093"/>
                  <a:gd name="connsiteX77" fmla="*/ 228600 w 754856"/>
                  <a:gd name="connsiteY77" fmla="*/ 359568 h 750093"/>
                  <a:gd name="connsiteX78" fmla="*/ 178594 w 754856"/>
                  <a:gd name="connsiteY78" fmla="*/ 407193 h 75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54856" h="750093">
                    <a:moveTo>
                      <a:pt x="178594" y="407193"/>
                    </a:moveTo>
                    <a:lnTo>
                      <a:pt x="59531" y="557212"/>
                    </a:lnTo>
                    <a:lnTo>
                      <a:pt x="66675" y="576262"/>
                    </a:lnTo>
                    <a:lnTo>
                      <a:pt x="54769" y="602456"/>
                    </a:lnTo>
                    <a:lnTo>
                      <a:pt x="35719" y="600075"/>
                    </a:lnTo>
                    <a:lnTo>
                      <a:pt x="30956" y="590550"/>
                    </a:lnTo>
                    <a:lnTo>
                      <a:pt x="9525" y="585787"/>
                    </a:lnTo>
                    <a:lnTo>
                      <a:pt x="0" y="614362"/>
                    </a:lnTo>
                    <a:lnTo>
                      <a:pt x="16669" y="635793"/>
                    </a:lnTo>
                    <a:lnTo>
                      <a:pt x="16669" y="635793"/>
                    </a:lnTo>
                    <a:lnTo>
                      <a:pt x="23812" y="659606"/>
                    </a:lnTo>
                    <a:lnTo>
                      <a:pt x="150019" y="750093"/>
                    </a:lnTo>
                    <a:lnTo>
                      <a:pt x="183356" y="676275"/>
                    </a:lnTo>
                    <a:lnTo>
                      <a:pt x="211931" y="664368"/>
                    </a:lnTo>
                    <a:lnTo>
                      <a:pt x="235744" y="700087"/>
                    </a:lnTo>
                    <a:lnTo>
                      <a:pt x="235744" y="669131"/>
                    </a:lnTo>
                    <a:lnTo>
                      <a:pt x="238125" y="652462"/>
                    </a:lnTo>
                    <a:lnTo>
                      <a:pt x="292894" y="611981"/>
                    </a:lnTo>
                    <a:lnTo>
                      <a:pt x="326231" y="602456"/>
                    </a:lnTo>
                    <a:lnTo>
                      <a:pt x="364331" y="607218"/>
                    </a:lnTo>
                    <a:lnTo>
                      <a:pt x="395287" y="621506"/>
                    </a:lnTo>
                    <a:lnTo>
                      <a:pt x="395287" y="631031"/>
                    </a:lnTo>
                    <a:lnTo>
                      <a:pt x="407194" y="607218"/>
                    </a:lnTo>
                    <a:lnTo>
                      <a:pt x="400050" y="583406"/>
                    </a:lnTo>
                    <a:lnTo>
                      <a:pt x="407194" y="559593"/>
                    </a:lnTo>
                    <a:lnTo>
                      <a:pt x="428625" y="550068"/>
                    </a:lnTo>
                    <a:lnTo>
                      <a:pt x="471487" y="554831"/>
                    </a:lnTo>
                    <a:lnTo>
                      <a:pt x="509587" y="538162"/>
                    </a:lnTo>
                    <a:lnTo>
                      <a:pt x="523875" y="497681"/>
                    </a:lnTo>
                    <a:lnTo>
                      <a:pt x="552450" y="495300"/>
                    </a:lnTo>
                    <a:lnTo>
                      <a:pt x="578644" y="511968"/>
                    </a:lnTo>
                    <a:lnTo>
                      <a:pt x="640556" y="500062"/>
                    </a:lnTo>
                    <a:lnTo>
                      <a:pt x="654844" y="516731"/>
                    </a:lnTo>
                    <a:lnTo>
                      <a:pt x="659606" y="535781"/>
                    </a:lnTo>
                    <a:lnTo>
                      <a:pt x="692944" y="514350"/>
                    </a:lnTo>
                    <a:lnTo>
                      <a:pt x="723900" y="490537"/>
                    </a:lnTo>
                    <a:lnTo>
                      <a:pt x="754856" y="454818"/>
                    </a:lnTo>
                    <a:lnTo>
                      <a:pt x="754856" y="433387"/>
                    </a:lnTo>
                    <a:lnTo>
                      <a:pt x="742950" y="390525"/>
                    </a:lnTo>
                    <a:lnTo>
                      <a:pt x="733425" y="369093"/>
                    </a:lnTo>
                    <a:lnTo>
                      <a:pt x="738187" y="352425"/>
                    </a:lnTo>
                    <a:lnTo>
                      <a:pt x="700087" y="350043"/>
                    </a:lnTo>
                    <a:lnTo>
                      <a:pt x="664369" y="340518"/>
                    </a:lnTo>
                    <a:lnTo>
                      <a:pt x="631031" y="307181"/>
                    </a:lnTo>
                    <a:lnTo>
                      <a:pt x="621506" y="273843"/>
                    </a:lnTo>
                    <a:lnTo>
                      <a:pt x="611981" y="247650"/>
                    </a:lnTo>
                    <a:lnTo>
                      <a:pt x="604837" y="223837"/>
                    </a:lnTo>
                    <a:lnTo>
                      <a:pt x="604837" y="197643"/>
                    </a:lnTo>
                    <a:lnTo>
                      <a:pt x="604837" y="185737"/>
                    </a:lnTo>
                    <a:lnTo>
                      <a:pt x="583406" y="157162"/>
                    </a:lnTo>
                    <a:lnTo>
                      <a:pt x="573881" y="140493"/>
                    </a:lnTo>
                    <a:lnTo>
                      <a:pt x="590550" y="109537"/>
                    </a:lnTo>
                    <a:lnTo>
                      <a:pt x="597694" y="90487"/>
                    </a:lnTo>
                    <a:lnTo>
                      <a:pt x="590550" y="71437"/>
                    </a:lnTo>
                    <a:lnTo>
                      <a:pt x="578644" y="61912"/>
                    </a:lnTo>
                    <a:lnTo>
                      <a:pt x="561975" y="61912"/>
                    </a:lnTo>
                    <a:lnTo>
                      <a:pt x="540544" y="71437"/>
                    </a:lnTo>
                    <a:lnTo>
                      <a:pt x="507206" y="64293"/>
                    </a:lnTo>
                    <a:lnTo>
                      <a:pt x="450056" y="52387"/>
                    </a:lnTo>
                    <a:lnTo>
                      <a:pt x="433387" y="35718"/>
                    </a:lnTo>
                    <a:lnTo>
                      <a:pt x="404812" y="45243"/>
                    </a:lnTo>
                    <a:lnTo>
                      <a:pt x="388144" y="33337"/>
                    </a:lnTo>
                    <a:lnTo>
                      <a:pt x="383381" y="7143"/>
                    </a:lnTo>
                    <a:lnTo>
                      <a:pt x="369094" y="0"/>
                    </a:lnTo>
                    <a:lnTo>
                      <a:pt x="359569" y="2381"/>
                    </a:lnTo>
                    <a:lnTo>
                      <a:pt x="364331" y="47625"/>
                    </a:lnTo>
                    <a:lnTo>
                      <a:pt x="354806" y="76200"/>
                    </a:lnTo>
                    <a:lnTo>
                      <a:pt x="340519" y="107156"/>
                    </a:lnTo>
                    <a:lnTo>
                      <a:pt x="328612" y="114300"/>
                    </a:lnTo>
                    <a:lnTo>
                      <a:pt x="342900" y="166687"/>
                    </a:lnTo>
                    <a:lnTo>
                      <a:pt x="342900" y="200025"/>
                    </a:lnTo>
                    <a:lnTo>
                      <a:pt x="309562" y="228600"/>
                    </a:lnTo>
                    <a:lnTo>
                      <a:pt x="292894" y="238125"/>
                    </a:lnTo>
                    <a:lnTo>
                      <a:pt x="269081" y="240506"/>
                    </a:lnTo>
                    <a:lnTo>
                      <a:pt x="276225" y="290512"/>
                    </a:lnTo>
                    <a:lnTo>
                      <a:pt x="261937" y="316706"/>
                    </a:lnTo>
                    <a:lnTo>
                      <a:pt x="238125" y="326231"/>
                    </a:lnTo>
                    <a:lnTo>
                      <a:pt x="228600" y="359568"/>
                    </a:lnTo>
                    <a:lnTo>
                      <a:pt x="178594" y="407193"/>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7" name="안산시">
                <a:extLst>
                  <a:ext uri="{FF2B5EF4-FFF2-40B4-BE49-F238E27FC236}">
                    <a16:creationId xmlns:a16="http://schemas.microsoft.com/office/drawing/2014/main" id="{E03DFC51-6A76-5F06-51A2-880C4EF84A70}"/>
                  </a:ext>
                </a:extLst>
              </p:cNvPr>
              <p:cNvSpPr/>
              <p:nvPr/>
            </p:nvSpPr>
            <p:spPr>
              <a:xfrm>
                <a:off x="3056646" y="5047565"/>
                <a:ext cx="855214" cy="475609"/>
              </a:xfrm>
              <a:custGeom>
                <a:avLst/>
                <a:gdLst>
                  <a:gd name="connsiteX0" fmla="*/ 344487 w 1541462"/>
                  <a:gd name="connsiteY0" fmla="*/ 669925 h 857250"/>
                  <a:gd name="connsiteX1" fmla="*/ 388937 w 1541462"/>
                  <a:gd name="connsiteY1" fmla="*/ 688975 h 857250"/>
                  <a:gd name="connsiteX2" fmla="*/ 446087 w 1541462"/>
                  <a:gd name="connsiteY2" fmla="*/ 704850 h 857250"/>
                  <a:gd name="connsiteX3" fmla="*/ 458787 w 1541462"/>
                  <a:gd name="connsiteY3" fmla="*/ 749300 h 857250"/>
                  <a:gd name="connsiteX4" fmla="*/ 446087 w 1541462"/>
                  <a:gd name="connsiteY4" fmla="*/ 787400 h 857250"/>
                  <a:gd name="connsiteX5" fmla="*/ 407987 w 1541462"/>
                  <a:gd name="connsiteY5" fmla="*/ 765175 h 857250"/>
                  <a:gd name="connsiteX6" fmla="*/ 363537 w 1541462"/>
                  <a:gd name="connsiteY6" fmla="*/ 749300 h 857250"/>
                  <a:gd name="connsiteX7" fmla="*/ 7143 w 1541462"/>
                  <a:gd name="connsiteY7" fmla="*/ 392906 h 857250"/>
                  <a:gd name="connsiteX8" fmla="*/ 71437 w 1541462"/>
                  <a:gd name="connsiteY8" fmla="*/ 411956 h 857250"/>
                  <a:gd name="connsiteX9" fmla="*/ 88106 w 1541462"/>
                  <a:gd name="connsiteY9" fmla="*/ 440531 h 857250"/>
                  <a:gd name="connsiteX10" fmla="*/ 114300 w 1541462"/>
                  <a:gd name="connsiteY10" fmla="*/ 469106 h 857250"/>
                  <a:gd name="connsiteX11" fmla="*/ 121443 w 1541462"/>
                  <a:gd name="connsiteY11" fmla="*/ 445294 h 857250"/>
                  <a:gd name="connsiteX12" fmla="*/ 173831 w 1541462"/>
                  <a:gd name="connsiteY12" fmla="*/ 395288 h 857250"/>
                  <a:gd name="connsiteX13" fmla="*/ 142875 w 1541462"/>
                  <a:gd name="connsiteY13" fmla="*/ 450056 h 857250"/>
                  <a:gd name="connsiteX14" fmla="*/ 130968 w 1541462"/>
                  <a:gd name="connsiteY14" fmla="*/ 485775 h 857250"/>
                  <a:gd name="connsiteX15" fmla="*/ 152400 w 1541462"/>
                  <a:gd name="connsiteY15" fmla="*/ 497681 h 857250"/>
                  <a:gd name="connsiteX16" fmla="*/ 169068 w 1541462"/>
                  <a:gd name="connsiteY16" fmla="*/ 461963 h 857250"/>
                  <a:gd name="connsiteX17" fmla="*/ 195262 w 1541462"/>
                  <a:gd name="connsiteY17" fmla="*/ 483394 h 857250"/>
                  <a:gd name="connsiteX18" fmla="*/ 197643 w 1541462"/>
                  <a:gd name="connsiteY18" fmla="*/ 500063 h 857250"/>
                  <a:gd name="connsiteX19" fmla="*/ 219075 w 1541462"/>
                  <a:gd name="connsiteY19" fmla="*/ 526256 h 857250"/>
                  <a:gd name="connsiteX20" fmla="*/ 245268 w 1541462"/>
                  <a:gd name="connsiteY20" fmla="*/ 538163 h 857250"/>
                  <a:gd name="connsiteX21" fmla="*/ 273843 w 1541462"/>
                  <a:gd name="connsiteY21" fmla="*/ 531019 h 857250"/>
                  <a:gd name="connsiteX22" fmla="*/ 300037 w 1541462"/>
                  <a:gd name="connsiteY22" fmla="*/ 538163 h 857250"/>
                  <a:gd name="connsiteX23" fmla="*/ 335756 w 1541462"/>
                  <a:gd name="connsiteY23" fmla="*/ 557213 h 857250"/>
                  <a:gd name="connsiteX24" fmla="*/ 311943 w 1541462"/>
                  <a:gd name="connsiteY24" fmla="*/ 592931 h 857250"/>
                  <a:gd name="connsiteX25" fmla="*/ 342900 w 1541462"/>
                  <a:gd name="connsiteY25" fmla="*/ 611981 h 857250"/>
                  <a:gd name="connsiteX26" fmla="*/ 326231 w 1541462"/>
                  <a:gd name="connsiteY26" fmla="*/ 638175 h 857250"/>
                  <a:gd name="connsiteX27" fmla="*/ 328612 w 1541462"/>
                  <a:gd name="connsiteY27" fmla="*/ 685800 h 857250"/>
                  <a:gd name="connsiteX28" fmla="*/ 307181 w 1541462"/>
                  <a:gd name="connsiteY28" fmla="*/ 669131 h 857250"/>
                  <a:gd name="connsiteX29" fmla="*/ 304800 w 1541462"/>
                  <a:gd name="connsiteY29" fmla="*/ 692944 h 857250"/>
                  <a:gd name="connsiteX30" fmla="*/ 297656 w 1541462"/>
                  <a:gd name="connsiteY30" fmla="*/ 704850 h 857250"/>
                  <a:gd name="connsiteX31" fmla="*/ 285750 w 1541462"/>
                  <a:gd name="connsiteY31" fmla="*/ 685800 h 857250"/>
                  <a:gd name="connsiteX32" fmla="*/ 261937 w 1541462"/>
                  <a:gd name="connsiteY32" fmla="*/ 683419 h 857250"/>
                  <a:gd name="connsiteX33" fmla="*/ 264318 w 1541462"/>
                  <a:gd name="connsiteY33" fmla="*/ 702469 h 857250"/>
                  <a:gd name="connsiteX34" fmla="*/ 288131 w 1541462"/>
                  <a:gd name="connsiteY34" fmla="*/ 719138 h 857250"/>
                  <a:gd name="connsiteX35" fmla="*/ 304800 w 1541462"/>
                  <a:gd name="connsiteY35" fmla="*/ 740569 h 857250"/>
                  <a:gd name="connsiteX36" fmla="*/ 319087 w 1541462"/>
                  <a:gd name="connsiteY36" fmla="*/ 781050 h 857250"/>
                  <a:gd name="connsiteX37" fmla="*/ 321468 w 1541462"/>
                  <a:gd name="connsiteY37" fmla="*/ 807244 h 857250"/>
                  <a:gd name="connsiteX38" fmla="*/ 304800 w 1541462"/>
                  <a:gd name="connsiteY38" fmla="*/ 795338 h 857250"/>
                  <a:gd name="connsiteX39" fmla="*/ 273843 w 1541462"/>
                  <a:gd name="connsiteY39" fmla="*/ 764381 h 857250"/>
                  <a:gd name="connsiteX40" fmla="*/ 252412 w 1541462"/>
                  <a:gd name="connsiteY40" fmla="*/ 740569 h 857250"/>
                  <a:gd name="connsiteX41" fmla="*/ 233362 w 1541462"/>
                  <a:gd name="connsiteY41" fmla="*/ 769144 h 857250"/>
                  <a:gd name="connsiteX42" fmla="*/ 207168 w 1541462"/>
                  <a:gd name="connsiteY42" fmla="*/ 778669 h 857250"/>
                  <a:gd name="connsiteX43" fmla="*/ 200025 w 1541462"/>
                  <a:gd name="connsiteY43" fmla="*/ 740569 h 857250"/>
                  <a:gd name="connsiteX44" fmla="*/ 169068 w 1541462"/>
                  <a:gd name="connsiteY44" fmla="*/ 728663 h 857250"/>
                  <a:gd name="connsiteX45" fmla="*/ 159543 w 1541462"/>
                  <a:gd name="connsiteY45" fmla="*/ 735806 h 857250"/>
                  <a:gd name="connsiteX46" fmla="*/ 169068 w 1541462"/>
                  <a:gd name="connsiteY46" fmla="*/ 764381 h 857250"/>
                  <a:gd name="connsiteX47" fmla="*/ 135731 w 1541462"/>
                  <a:gd name="connsiteY47" fmla="*/ 804863 h 857250"/>
                  <a:gd name="connsiteX48" fmla="*/ 145256 w 1541462"/>
                  <a:gd name="connsiteY48" fmla="*/ 833438 h 857250"/>
                  <a:gd name="connsiteX49" fmla="*/ 123825 w 1541462"/>
                  <a:gd name="connsiteY49" fmla="*/ 833438 h 857250"/>
                  <a:gd name="connsiteX50" fmla="*/ 104775 w 1541462"/>
                  <a:gd name="connsiteY50" fmla="*/ 857250 h 857250"/>
                  <a:gd name="connsiteX51" fmla="*/ 88106 w 1541462"/>
                  <a:gd name="connsiteY51" fmla="*/ 826294 h 857250"/>
                  <a:gd name="connsiteX52" fmla="*/ 73818 w 1541462"/>
                  <a:gd name="connsiteY52" fmla="*/ 807244 h 857250"/>
                  <a:gd name="connsiteX53" fmla="*/ 50006 w 1541462"/>
                  <a:gd name="connsiteY53" fmla="*/ 797719 h 857250"/>
                  <a:gd name="connsiteX54" fmla="*/ 47625 w 1541462"/>
                  <a:gd name="connsiteY54" fmla="*/ 754856 h 857250"/>
                  <a:gd name="connsiteX55" fmla="*/ 90487 w 1541462"/>
                  <a:gd name="connsiteY55" fmla="*/ 759619 h 857250"/>
                  <a:gd name="connsiteX56" fmla="*/ 83343 w 1541462"/>
                  <a:gd name="connsiteY56" fmla="*/ 723900 h 857250"/>
                  <a:gd name="connsiteX57" fmla="*/ 61912 w 1541462"/>
                  <a:gd name="connsiteY57" fmla="*/ 733425 h 857250"/>
                  <a:gd name="connsiteX58" fmla="*/ 33337 w 1541462"/>
                  <a:gd name="connsiteY58" fmla="*/ 714375 h 857250"/>
                  <a:gd name="connsiteX59" fmla="*/ 19050 w 1541462"/>
                  <a:gd name="connsiteY59" fmla="*/ 692944 h 857250"/>
                  <a:gd name="connsiteX60" fmla="*/ 47625 w 1541462"/>
                  <a:gd name="connsiteY60" fmla="*/ 666750 h 857250"/>
                  <a:gd name="connsiteX61" fmla="*/ 80962 w 1541462"/>
                  <a:gd name="connsiteY61" fmla="*/ 681038 h 857250"/>
                  <a:gd name="connsiteX62" fmla="*/ 104775 w 1541462"/>
                  <a:gd name="connsiteY62" fmla="*/ 657225 h 857250"/>
                  <a:gd name="connsiteX63" fmla="*/ 140493 w 1541462"/>
                  <a:gd name="connsiteY63" fmla="*/ 654844 h 857250"/>
                  <a:gd name="connsiteX64" fmla="*/ 114300 w 1541462"/>
                  <a:gd name="connsiteY64" fmla="*/ 635794 h 857250"/>
                  <a:gd name="connsiteX65" fmla="*/ 104775 w 1541462"/>
                  <a:gd name="connsiteY65" fmla="*/ 604838 h 857250"/>
                  <a:gd name="connsiteX66" fmla="*/ 111918 w 1541462"/>
                  <a:gd name="connsiteY66" fmla="*/ 592931 h 857250"/>
                  <a:gd name="connsiteX67" fmla="*/ 121443 w 1541462"/>
                  <a:gd name="connsiteY67" fmla="*/ 569119 h 857250"/>
                  <a:gd name="connsiteX68" fmla="*/ 109537 w 1541462"/>
                  <a:gd name="connsiteY68" fmla="*/ 533400 h 857250"/>
                  <a:gd name="connsiteX69" fmla="*/ 83343 w 1541462"/>
                  <a:gd name="connsiteY69" fmla="*/ 516731 h 857250"/>
                  <a:gd name="connsiteX70" fmla="*/ 64293 w 1541462"/>
                  <a:gd name="connsiteY70" fmla="*/ 469106 h 857250"/>
                  <a:gd name="connsiteX71" fmla="*/ 45243 w 1541462"/>
                  <a:gd name="connsiteY71" fmla="*/ 440531 h 857250"/>
                  <a:gd name="connsiteX72" fmla="*/ 0 w 1541462"/>
                  <a:gd name="connsiteY72" fmla="*/ 416719 h 857250"/>
                  <a:gd name="connsiteX73" fmla="*/ 1360487 w 1541462"/>
                  <a:gd name="connsiteY73" fmla="*/ 0 h 857250"/>
                  <a:gd name="connsiteX74" fmla="*/ 1376362 w 1541462"/>
                  <a:gd name="connsiteY74" fmla="*/ 0 h 857250"/>
                  <a:gd name="connsiteX75" fmla="*/ 1392237 w 1541462"/>
                  <a:gd name="connsiteY75" fmla="*/ 79375 h 857250"/>
                  <a:gd name="connsiteX76" fmla="*/ 1360487 w 1541462"/>
                  <a:gd name="connsiteY76" fmla="*/ 107950 h 857250"/>
                  <a:gd name="connsiteX77" fmla="*/ 1354137 w 1541462"/>
                  <a:gd name="connsiteY77" fmla="*/ 155575 h 857250"/>
                  <a:gd name="connsiteX78" fmla="*/ 1316037 w 1541462"/>
                  <a:gd name="connsiteY78" fmla="*/ 196850 h 857250"/>
                  <a:gd name="connsiteX79" fmla="*/ 1306512 w 1541462"/>
                  <a:gd name="connsiteY79" fmla="*/ 225425 h 857250"/>
                  <a:gd name="connsiteX80" fmla="*/ 1306512 w 1541462"/>
                  <a:gd name="connsiteY80" fmla="*/ 263525 h 857250"/>
                  <a:gd name="connsiteX81" fmla="*/ 1335087 w 1541462"/>
                  <a:gd name="connsiteY81" fmla="*/ 269875 h 857250"/>
                  <a:gd name="connsiteX82" fmla="*/ 1363662 w 1541462"/>
                  <a:gd name="connsiteY82" fmla="*/ 269875 h 857250"/>
                  <a:gd name="connsiteX83" fmla="*/ 1382712 w 1541462"/>
                  <a:gd name="connsiteY83" fmla="*/ 282575 h 857250"/>
                  <a:gd name="connsiteX84" fmla="*/ 1427162 w 1541462"/>
                  <a:gd name="connsiteY84" fmla="*/ 273050 h 857250"/>
                  <a:gd name="connsiteX85" fmla="*/ 1449387 w 1541462"/>
                  <a:gd name="connsiteY85" fmla="*/ 260350 h 857250"/>
                  <a:gd name="connsiteX86" fmla="*/ 1471612 w 1541462"/>
                  <a:gd name="connsiteY86" fmla="*/ 269875 h 857250"/>
                  <a:gd name="connsiteX87" fmla="*/ 1477962 w 1541462"/>
                  <a:gd name="connsiteY87" fmla="*/ 307975 h 857250"/>
                  <a:gd name="connsiteX88" fmla="*/ 1474787 w 1541462"/>
                  <a:gd name="connsiteY88" fmla="*/ 330200 h 857250"/>
                  <a:gd name="connsiteX89" fmla="*/ 1500187 w 1541462"/>
                  <a:gd name="connsiteY89" fmla="*/ 333375 h 857250"/>
                  <a:gd name="connsiteX90" fmla="*/ 1522412 w 1541462"/>
                  <a:gd name="connsiteY90" fmla="*/ 333375 h 857250"/>
                  <a:gd name="connsiteX91" fmla="*/ 1528762 w 1541462"/>
                  <a:gd name="connsiteY91" fmla="*/ 339725 h 857250"/>
                  <a:gd name="connsiteX92" fmla="*/ 1525587 w 1541462"/>
                  <a:gd name="connsiteY92" fmla="*/ 358775 h 857250"/>
                  <a:gd name="connsiteX93" fmla="*/ 1535112 w 1541462"/>
                  <a:gd name="connsiteY93" fmla="*/ 377825 h 857250"/>
                  <a:gd name="connsiteX94" fmla="*/ 1541462 w 1541462"/>
                  <a:gd name="connsiteY94" fmla="*/ 387350 h 857250"/>
                  <a:gd name="connsiteX95" fmla="*/ 1525587 w 1541462"/>
                  <a:gd name="connsiteY95" fmla="*/ 422275 h 857250"/>
                  <a:gd name="connsiteX96" fmla="*/ 1522412 w 1541462"/>
                  <a:gd name="connsiteY96" fmla="*/ 454025 h 857250"/>
                  <a:gd name="connsiteX97" fmla="*/ 1487487 w 1541462"/>
                  <a:gd name="connsiteY97" fmla="*/ 393700 h 857250"/>
                  <a:gd name="connsiteX98" fmla="*/ 1452562 w 1541462"/>
                  <a:gd name="connsiteY98" fmla="*/ 393700 h 857250"/>
                  <a:gd name="connsiteX99" fmla="*/ 1420812 w 1541462"/>
                  <a:gd name="connsiteY99" fmla="*/ 381000 h 857250"/>
                  <a:gd name="connsiteX100" fmla="*/ 1395412 w 1541462"/>
                  <a:gd name="connsiteY100" fmla="*/ 415925 h 857250"/>
                  <a:gd name="connsiteX101" fmla="*/ 1357312 w 1541462"/>
                  <a:gd name="connsiteY101" fmla="*/ 412750 h 857250"/>
                  <a:gd name="connsiteX102" fmla="*/ 1341437 w 1541462"/>
                  <a:gd name="connsiteY102" fmla="*/ 409575 h 857250"/>
                  <a:gd name="connsiteX103" fmla="*/ 1325562 w 1541462"/>
                  <a:gd name="connsiteY103" fmla="*/ 438150 h 857250"/>
                  <a:gd name="connsiteX104" fmla="*/ 1287462 w 1541462"/>
                  <a:gd name="connsiteY104" fmla="*/ 425450 h 857250"/>
                  <a:gd name="connsiteX105" fmla="*/ 1274762 w 1541462"/>
                  <a:gd name="connsiteY105" fmla="*/ 441325 h 857250"/>
                  <a:gd name="connsiteX106" fmla="*/ 1274762 w 1541462"/>
                  <a:gd name="connsiteY106" fmla="*/ 479425 h 857250"/>
                  <a:gd name="connsiteX107" fmla="*/ 1246187 w 1541462"/>
                  <a:gd name="connsiteY107" fmla="*/ 485775 h 857250"/>
                  <a:gd name="connsiteX108" fmla="*/ 1227137 w 1541462"/>
                  <a:gd name="connsiteY108" fmla="*/ 504825 h 857250"/>
                  <a:gd name="connsiteX109" fmla="*/ 1179512 w 1541462"/>
                  <a:gd name="connsiteY109" fmla="*/ 450850 h 857250"/>
                  <a:gd name="connsiteX110" fmla="*/ 1179512 w 1541462"/>
                  <a:gd name="connsiteY110" fmla="*/ 425450 h 857250"/>
                  <a:gd name="connsiteX111" fmla="*/ 1150937 w 1541462"/>
                  <a:gd name="connsiteY111" fmla="*/ 400050 h 857250"/>
                  <a:gd name="connsiteX112" fmla="*/ 1100137 w 1541462"/>
                  <a:gd name="connsiteY112" fmla="*/ 361950 h 857250"/>
                  <a:gd name="connsiteX113" fmla="*/ 1058862 w 1541462"/>
                  <a:gd name="connsiteY113" fmla="*/ 355600 h 857250"/>
                  <a:gd name="connsiteX114" fmla="*/ 1036637 w 1541462"/>
                  <a:gd name="connsiteY114" fmla="*/ 377825 h 857250"/>
                  <a:gd name="connsiteX115" fmla="*/ 992187 w 1541462"/>
                  <a:gd name="connsiteY115" fmla="*/ 384175 h 857250"/>
                  <a:gd name="connsiteX116" fmla="*/ 935037 w 1541462"/>
                  <a:gd name="connsiteY116" fmla="*/ 355600 h 857250"/>
                  <a:gd name="connsiteX117" fmla="*/ 906462 w 1541462"/>
                  <a:gd name="connsiteY117" fmla="*/ 339725 h 857250"/>
                  <a:gd name="connsiteX118" fmla="*/ 868362 w 1541462"/>
                  <a:gd name="connsiteY118" fmla="*/ 333375 h 857250"/>
                  <a:gd name="connsiteX119" fmla="*/ 817562 w 1541462"/>
                  <a:gd name="connsiteY119" fmla="*/ 320675 h 857250"/>
                  <a:gd name="connsiteX120" fmla="*/ 776287 w 1541462"/>
                  <a:gd name="connsiteY120" fmla="*/ 304800 h 857250"/>
                  <a:gd name="connsiteX121" fmla="*/ 757237 w 1541462"/>
                  <a:gd name="connsiteY121" fmla="*/ 285750 h 857250"/>
                  <a:gd name="connsiteX122" fmla="*/ 782637 w 1541462"/>
                  <a:gd name="connsiteY122" fmla="*/ 225425 h 857250"/>
                  <a:gd name="connsiteX123" fmla="*/ 788987 w 1541462"/>
                  <a:gd name="connsiteY123" fmla="*/ 219075 h 857250"/>
                  <a:gd name="connsiteX124" fmla="*/ 820737 w 1541462"/>
                  <a:gd name="connsiteY124" fmla="*/ 250825 h 857250"/>
                  <a:gd name="connsiteX125" fmla="*/ 849312 w 1541462"/>
                  <a:gd name="connsiteY125" fmla="*/ 238125 h 857250"/>
                  <a:gd name="connsiteX126" fmla="*/ 855662 w 1541462"/>
                  <a:gd name="connsiteY126" fmla="*/ 209550 h 857250"/>
                  <a:gd name="connsiteX127" fmla="*/ 846137 w 1541462"/>
                  <a:gd name="connsiteY127" fmla="*/ 190500 h 857250"/>
                  <a:gd name="connsiteX128" fmla="*/ 871537 w 1541462"/>
                  <a:gd name="connsiteY128" fmla="*/ 177800 h 857250"/>
                  <a:gd name="connsiteX129" fmla="*/ 903287 w 1541462"/>
                  <a:gd name="connsiteY129" fmla="*/ 161925 h 857250"/>
                  <a:gd name="connsiteX130" fmla="*/ 941387 w 1541462"/>
                  <a:gd name="connsiteY130" fmla="*/ 161925 h 857250"/>
                  <a:gd name="connsiteX131" fmla="*/ 966787 w 1541462"/>
                  <a:gd name="connsiteY131" fmla="*/ 168275 h 857250"/>
                  <a:gd name="connsiteX132" fmla="*/ 973137 w 1541462"/>
                  <a:gd name="connsiteY132" fmla="*/ 196850 h 857250"/>
                  <a:gd name="connsiteX133" fmla="*/ 1011237 w 1541462"/>
                  <a:gd name="connsiteY133" fmla="*/ 174625 h 857250"/>
                  <a:gd name="connsiteX134" fmla="*/ 1020762 w 1541462"/>
                  <a:gd name="connsiteY134" fmla="*/ 142875 h 857250"/>
                  <a:gd name="connsiteX135" fmla="*/ 1011237 w 1541462"/>
                  <a:gd name="connsiteY135" fmla="*/ 120650 h 857250"/>
                  <a:gd name="connsiteX136" fmla="*/ 1014412 w 1541462"/>
                  <a:gd name="connsiteY136" fmla="*/ 107950 h 857250"/>
                  <a:gd name="connsiteX137" fmla="*/ 1023937 w 1541462"/>
                  <a:gd name="connsiteY137" fmla="*/ 98425 h 857250"/>
                  <a:gd name="connsiteX138" fmla="*/ 1065212 w 1541462"/>
                  <a:gd name="connsiteY138" fmla="*/ 104775 h 857250"/>
                  <a:gd name="connsiteX139" fmla="*/ 1112837 w 1541462"/>
                  <a:gd name="connsiteY139" fmla="*/ 85725 h 857250"/>
                  <a:gd name="connsiteX140" fmla="*/ 1125537 w 1541462"/>
                  <a:gd name="connsiteY140" fmla="*/ 69850 h 857250"/>
                  <a:gd name="connsiteX141" fmla="*/ 1128712 w 1541462"/>
                  <a:gd name="connsiteY141" fmla="*/ 47625 h 857250"/>
                  <a:gd name="connsiteX142" fmla="*/ 1138237 w 1541462"/>
                  <a:gd name="connsiteY142" fmla="*/ 50800 h 857250"/>
                  <a:gd name="connsiteX143" fmla="*/ 1160462 w 1541462"/>
                  <a:gd name="connsiteY143" fmla="*/ 63500 h 857250"/>
                  <a:gd name="connsiteX144" fmla="*/ 1204912 w 1541462"/>
                  <a:gd name="connsiteY144" fmla="*/ 57150 h 857250"/>
                  <a:gd name="connsiteX145" fmla="*/ 1223962 w 1541462"/>
                  <a:gd name="connsiteY145" fmla="*/ 63500 h 857250"/>
                  <a:gd name="connsiteX146" fmla="*/ 1236662 w 1541462"/>
                  <a:gd name="connsiteY146" fmla="*/ 79375 h 857250"/>
                  <a:gd name="connsiteX147" fmla="*/ 1271587 w 1541462"/>
                  <a:gd name="connsiteY147" fmla="*/ 79375 h 857250"/>
                  <a:gd name="connsiteX148" fmla="*/ 1322387 w 1541462"/>
                  <a:gd name="connsiteY148" fmla="*/ 50800 h 857250"/>
                  <a:gd name="connsiteX149" fmla="*/ 1354137 w 1541462"/>
                  <a:gd name="connsiteY149" fmla="*/ 1270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41462" h="857250">
                    <a:moveTo>
                      <a:pt x="344487" y="669925"/>
                    </a:moveTo>
                    <a:lnTo>
                      <a:pt x="388937" y="688975"/>
                    </a:lnTo>
                    <a:lnTo>
                      <a:pt x="446087" y="704850"/>
                    </a:lnTo>
                    <a:cubicBezTo>
                      <a:pt x="446087" y="719667"/>
                      <a:pt x="458787" y="734483"/>
                      <a:pt x="458787" y="749300"/>
                    </a:cubicBezTo>
                    <a:lnTo>
                      <a:pt x="446087" y="787400"/>
                    </a:lnTo>
                    <a:cubicBezTo>
                      <a:pt x="433387" y="782108"/>
                      <a:pt x="420687" y="770467"/>
                      <a:pt x="407987" y="765175"/>
                    </a:cubicBezTo>
                    <a:lnTo>
                      <a:pt x="363537" y="749300"/>
                    </a:lnTo>
                    <a:close/>
                    <a:moveTo>
                      <a:pt x="7143" y="392906"/>
                    </a:moveTo>
                    <a:lnTo>
                      <a:pt x="71437" y="411956"/>
                    </a:lnTo>
                    <a:lnTo>
                      <a:pt x="88106" y="440531"/>
                    </a:lnTo>
                    <a:lnTo>
                      <a:pt x="114300" y="469106"/>
                    </a:lnTo>
                    <a:lnTo>
                      <a:pt x="121443" y="445294"/>
                    </a:lnTo>
                    <a:lnTo>
                      <a:pt x="173831" y="395288"/>
                    </a:lnTo>
                    <a:lnTo>
                      <a:pt x="142875" y="450056"/>
                    </a:lnTo>
                    <a:lnTo>
                      <a:pt x="130968" y="485775"/>
                    </a:lnTo>
                    <a:lnTo>
                      <a:pt x="152400" y="497681"/>
                    </a:lnTo>
                    <a:lnTo>
                      <a:pt x="169068" y="461963"/>
                    </a:lnTo>
                    <a:lnTo>
                      <a:pt x="195262" y="483394"/>
                    </a:lnTo>
                    <a:lnTo>
                      <a:pt x="197643" y="500063"/>
                    </a:lnTo>
                    <a:lnTo>
                      <a:pt x="219075" y="526256"/>
                    </a:lnTo>
                    <a:lnTo>
                      <a:pt x="245268" y="538163"/>
                    </a:lnTo>
                    <a:lnTo>
                      <a:pt x="273843" y="531019"/>
                    </a:lnTo>
                    <a:lnTo>
                      <a:pt x="300037" y="538163"/>
                    </a:lnTo>
                    <a:lnTo>
                      <a:pt x="335756" y="557213"/>
                    </a:lnTo>
                    <a:lnTo>
                      <a:pt x="311943" y="592931"/>
                    </a:lnTo>
                    <a:lnTo>
                      <a:pt x="342900" y="611981"/>
                    </a:lnTo>
                    <a:lnTo>
                      <a:pt x="326231" y="638175"/>
                    </a:lnTo>
                    <a:cubicBezTo>
                      <a:pt x="323056" y="653256"/>
                      <a:pt x="331787" y="670719"/>
                      <a:pt x="328612" y="685800"/>
                    </a:cubicBezTo>
                    <a:lnTo>
                      <a:pt x="307181" y="669131"/>
                    </a:lnTo>
                    <a:lnTo>
                      <a:pt x="304800" y="692944"/>
                    </a:lnTo>
                    <a:lnTo>
                      <a:pt x="297656" y="704850"/>
                    </a:lnTo>
                    <a:lnTo>
                      <a:pt x="285750" y="685800"/>
                    </a:lnTo>
                    <a:lnTo>
                      <a:pt x="261937" y="683419"/>
                    </a:lnTo>
                    <a:lnTo>
                      <a:pt x="264318" y="702469"/>
                    </a:lnTo>
                    <a:lnTo>
                      <a:pt x="288131" y="719138"/>
                    </a:lnTo>
                    <a:lnTo>
                      <a:pt x="304800" y="740569"/>
                    </a:lnTo>
                    <a:lnTo>
                      <a:pt x="319087" y="781050"/>
                    </a:lnTo>
                    <a:lnTo>
                      <a:pt x="321468" y="807244"/>
                    </a:lnTo>
                    <a:lnTo>
                      <a:pt x="304800" y="795338"/>
                    </a:lnTo>
                    <a:lnTo>
                      <a:pt x="273843" y="764381"/>
                    </a:lnTo>
                    <a:lnTo>
                      <a:pt x="252412" y="740569"/>
                    </a:lnTo>
                    <a:lnTo>
                      <a:pt x="233362" y="769144"/>
                    </a:lnTo>
                    <a:lnTo>
                      <a:pt x="207168" y="778669"/>
                    </a:lnTo>
                    <a:lnTo>
                      <a:pt x="200025" y="740569"/>
                    </a:lnTo>
                    <a:lnTo>
                      <a:pt x="169068" y="728663"/>
                    </a:lnTo>
                    <a:lnTo>
                      <a:pt x="159543" y="735806"/>
                    </a:lnTo>
                    <a:lnTo>
                      <a:pt x="169068" y="764381"/>
                    </a:lnTo>
                    <a:lnTo>
                      <a:pt x="135731" y="804863"/>
                    </a:lnTo>
                    <a:lnTo>
                      <a:pt x="145256" y="833438"/>
                    </a:lnTo>
                    <a:lnTo>
                      <a:pt x="123825" y="833438"/>
                    </a:lnTo>
                    <a:lnTo>
                      <a:pt x="104775" y="857250"/>
                    </a:lnTo>
                    <a:lnTo>
                      <a:pt x="88106" y="826294"/>
                    </a:lnTo>
                    <a:lnTo>
                      <a:pt x="73818" y="807244"/>
                    </a:lnTo>
                    <a:lnTo>
                      <a:pt x="50006" y="797719"/>
                    </a:lnTo>
                    <a:lnTo>
                      <a:pt x="47625" y="754856"/>
                    </a:lnTo>
                    <a:lnTo>
                      <a:pt x="90487" y="759619"/>
                    </a:lnTo>
                    <a:lnTo>
                      <a:pt x="83343" y="723900"/>
                    </a:lnTo>
                    <a:lnTo>
                      <a:pt x="61912" y="733425"/>
                    </a:lnTo>
                    <a:lnTo>
                      <a:pt x="33337" y="714375"/>
                    </a:lnTo>
                    <a:lnTo>
                      <a:pt x="19050" y="692944"/>
                    </a:lnTo>
                    <a:lnTo>
                      <a:pt x="47625" y="666750"/>
                    </a:lnTo>
                    <a:lnTo>
                      <a:pt x="80962" y="681038"/>
                    </a:lnTo>
                    <a:lnTo>
                      <a:pt x="104775" y="657225"/>
                    </a:lnTo>
                    <a:lnTo>
                      <a:pt x="140493" y="654844"/>
                    </a:lnTo>
                    <a:lnTo>
                      <a:pt x="114300" y="635794"/>
                    </a:lnTo>
                    <a:lnTo>
                      <a:pt x="104775" y="604838"/>
                    </a:lnTo>
                    <a:lnTo>
                      <a:pt x="111918" y="592931"/>
                    </a:lnTo>
                    <a:lnTo>
                      <a:pt x="121443" y="569119"/>
                    </a:lnTo>
                    <a:lnTo>
                      <a:pt x="109537" y="533400"/>
                    </a:lnTo>
                    <a:lnTo>
                      <a:pt x="83343" y="516731"/>
                    </a:lnTo>
                    <a:lnTo>
                      <a:pt x="64293" y="469106"/>
                    </a:lnTo>
                    <a:lnTo>
                      <a:pt x="45243" y="440531"/>
                    </a:lnTo>
                    <a:lnTo>
                      <a:pt x="0" y="416719"/>
                    </a:lnTo>
                    <a:close/>
                    <a:moveTo>
                      <a:pt x="1360487" y="0"/>
                    </a:moveTo>
                    <a:lnTo>
                      <a:pt x="1376362" y="0"/>
                    </a:lnTo>
                    <a:lnTo>
                      <a:pt x="1392237" y="79375"/>
                    </a:lnTo>
                    <a:lnTo>
                      <a:pt x="1360487" y="107950"/>
                    </a:lnTo>
                    <a:lnTo>
                      <a:pt x="1354137" y="155575"/>
                    </a:lnTo>
                    <a:lnTo>
                      <a:pt x="1316037" y="196850"/>
                    </a:lnTo>
                    <a:lnTo>
                      <a:pt x="1306512" y="225425"/>
                    </a:lnTo>
                    <a:lnTo>
                      <a:pt x="1306512" y="263525"/>
                    </a:lnTo>
                    <a:lnTo>
                      <a:pt x="1335087" y="269875"/>
                    </a:lnTo>
                    <a:lnTo>
                      <a:pt x="1363662" y="269875"/>
                    </a:lnTo>
                    <a:lnTo>
                      <a:pt x="1382712" y="282575"/>
                    </a:lnTo>
                    <a:lnTo>
                      <a:pt x="1427162" y="273050"/>
                    </a:lnTo>
                    <a:lnTo>
                      <a:pt x="1449387" y="260350"/>
                    </a:lnTo>
                    <a:lnTo>
                      <a:pt x="1471612" y="269875"/>
                    </a:lnTo>
                    <a:lnTo>
                      <a:pt x="1477962" y="307975"/>
                    </a:lnTo>
                    <a:lnTo>
                      <a:pt x="1474787" y="330200"/>
                    </a:lnTo>
                    <a:lnTo>
                      <a:pt x="1500187" y="333375"/>
                    </a:lnTo>
                    <a:lnTo>
                      <a:pt x="1522412" y="333375"/>
                    </a:lnTo>
                    <a:lnTo>
                      <a:pt x="1528762" y="339725"/>
                    </a:lnTo>
                    <a:lnTo>
                      <a:pt x="1525587" y="358775"/>
                    </a:lnTo>
                    <a:lnTo>
                      <a:pt x="1535112" y="377825"/>
                    </a:lnTo>
                    <a:lnTo>
                      <a:pt x="1541462" y="387350"/>
                    </a:lnTo>
                    <a:lnTo>
                      <a:pt x="1525587" y="422275"/>
                    </a:lnTo>
                    <a:lnTo>
                      <a:pt x="1522412" y="454025"/>
                    </a:lnTo>
                    <a:lnTo>
                      <a:pt x="1487487" y="393700"/>
                    </a:lnTo>
                    <a:lnTo>
                      <a:pt x="1452562" y="393700"/>
                    </a:lnTo>
                    <a:lnTo>
                      <a:pt x="1420812" y="381000"/>
                    </a:lnTo>
                    <a:lnTo>
                      <a:pt x="1395412" y="415925"/>
                    </a:lnTo>
                    <a:lnTo>
                      <a:pt x="1357312" y="412750"/>
                    </a:lnTo>
                    <a:lnTo>
                      <a:pt x="1341437" y="409575"/>
                    </a:lnTo>
                    <a:lnTo>
                      <a:pt x="1325562" y="438150"/>
                    </a:lnTo>
                    <a:lnTo>
                      <a:pt x="1287462" y="425450"/>
                    </a:lnTo>
                    <a:lnTo>
                      <a:pt x="1274762" y="441325"/>
                    </a:lnTo>
                    <a:lnTo>
                      <a:pt x="1274762" y="479425"/>
                    </a:lnTo>
                    <a:lnTo>
                      <a:pt x="1246187" y="485775"/>
                    </a:lnTo>
                    <a:lnTo>
                      <a:pt x="1227137" y="504825"/>
                    </a:lnTo>
                    <a:lnTo>
                      <a:pt x="1179512" y="450850"/>
                    </a:lnTo>
                    <a:lnTo>
                      <a:pt x="1179512" y="425450"/>
                    </a:lnTo>
                    <a:lnTo>
                      <a:pt x="1150937" y="400050"/>
                    </a:lnTo>
                    <a:lnTo>
                      <a:pt x="1100137" y="361950"/>
                    </a:lnTo>
                    <a:cubicBezTo>
                      <a:pt x="1088495" y="365125"/>
                      <a:pt x="1070504" y="352425"/>
                      <a:pt x="1058862" y="355600"/>
                    </a:cubicBezTo>
                    <a:lnTo>
                      <a:pt x="1036637" y="377825"/>
                    </a:lnTo>
                    <a:lnTo>
                      <a:pt x="992187" y="384175"/>
                    </a:lnTo>
                    <a:lnTo>
                      <a:pt x="935037" y="355600"/>
                    </a:lnTo>
                    <a:lnTo>
                      <a:pt x="906462" y="339725"/>
                    </a:lnTo>
                    <a:lnTo>
                      <a:pt x="868362" y="333375"/>
                    </a:lnTo>
                    <a:lnTo>
                      <a:pt x="817562" y="320675"/>
                    </a:lnTo>
                    <a:lnTo>
                      <a:pt x="776287" y="304800"/>
                    </a:lnTo>
                    <a:lnTo>
                      <a:pt x="757237" y="285750"/>
                    </a:lnTo>
                    <a:lnTo>
                      <a:pt x="782637" y="225425"/>
                    </a:lnTo>
                    <a:lnTo>
                      <a:pt x="788987" y="219075"/>
                    </a:lnTo>
                    <a:lnTo>
                      <a:pt x="820737" y="250825"/>
                    </a:lnTo>
                    <a:lnTo>
                      <a:pt x="849312" y="238125"/>
                    </a:lnTo>
                    <a:lnTo>
                      <a:pt x="855662" y="209550"/>
                    </a:lnTo>
                    <a:lnTo>
                      <a:pt x="846137" y="190500"/>
                    </a:lnTo>
                    <a:lnTo>
                      <a:pt x="871537" y="177800"/>
                    </a:lnTo>
                    <a:lnTo>
                      <a:pt x="903287" y="161925"/>
                    </a:lnTo>
                    <a:lnTo>
                      <a:pt x="941387" y="161925"/>
                    </a:lnTo>
                    <a:lnTo>
                      <a:pt x="966787" y="168275"/>
                    </a:lnTo>
                    <a:lnTo>
                      <a:pt x="973137" y="196850"/>
                    </a:lnTo>
                    <a:lnTo>
                      <a:pt x="1011237" y="174625"/>
                    </a:lnTo>
                    <a:lnTo>
                      <a:pt x="1020762" y="142875"/>
                    </a:lnTo>
                    <a:lnTo>
                      <a:pt x="1011237" y="120650"/>
                    </a:lnTo>
                    <a:lnTo>
                      <a:pt x="1014412" y="107950"/>
                    </a:lnTo>
                    <a:lnTo>
                      <a:pt x="1023937" y="98425"/>
                    </a:lnTo>
                    <a:lnTo>
                      <a:pt x="1065212" y="104775"/>
                    </a:lnTo>
                    <a:lnTo>
                      <a:pt x="1112837" y="85725"/>
                    </a:lnTo>
                    <a:lnTo>
                      <a:pt x="1125537" y="69850"/>
                    </a:lnTo>
                    <a:lnTo>
                      <a:pt x="1128712" y="47625"/>
                    </a:lnTo>
                    <a:lnTo>
                      <a:pt x="1138237" y="50800"/>
                    </a:lnTo>
                    <a:lnTo>
                      <a:pt x="1160462" y="63500"/>
                    </a:lnTo>
                    <a:lnTo>
                      <a:pt x="1204912" y="57150"/>
                    </a:lnTo>
                    <a:lnTo>
                      <a:pt x="1223962" y="63500"/>
                    </a:lnTo>
                    <a:lnTo>
                      <a:pt x="1236662" y="79375"/>
                    </a:lnTo>
                    <a:lnTo>
                      <a:pt x="1271587" y="79375"/>
                    </a:lnTo>
                    <a:lnTo>
                      <a:pt x="1322387" y="50800"/>
                    </a:lnTo>
                    <a:lnTo>
                      <a:pt x="1354137" y="1270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8" name="고양시">
                <a:extLst>
                  <a:ext uri="{FF2B5EF4-FFF2-40B4-BE49-F238E27FC236}">
                    <a16:creationId xmlns:a16="http://schemas.microsoft.com/office/drawing/2014/main" id="{07F54FAA-F6E0-FCF3-D7A2-BFC6D566EB14}"/>
                  </a:ext>
                </a:extLst>
              </p:cNvPr>
              <p:cNvSpPr/>
              <p:nvPr/>
            </p:nvSpPr>
            <p:spPr>
              <a:xfrm>
                <a:off x="3386929" y="4036457"/>
                <a:ext cx="655283" cy="450947"/>
              </a:xfrm>
              <a:custGeom>
                <a:avLst/>
                <a:gdLst>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3450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38100 w 1181100"/>
                  <a:gd name="connsiteY94" fmla="*/ 288131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71550 w 1181100"/>
                  <a:gd name="connsiteY31" fmla="*/ 425450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23950 w 1181100"/>
                  <a:gd name="connsiteY42" fmla="*/ 427037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181100" h="812800">
                    <a:moveTo>
                      <a:pt x="3175" y="254000"/>
                    </a:moveTo>
                    <a:lnTo>
                      <a:pt x="0" y="311150"/>
                    </a:lnTo>
                    <a:lnTo>
                      <a:pt x="25400" y="349250"/>
                    </a:lnTo>
                    <a:lnTo>
                      <a:pt x="76200" y="377825"/>
                    </a:lnTo>
                    <a:lnTo>
                      <a:pt x="136525" y="406400"/>
                    </a:lnTo>
                    <a:lnTo>
                      <a:pt x="196850" y="447675"/>
                    </a:lnTo>
                    <a:lnTo>
                      <a:pt x="244475" y="488950"/>
                    </a:lnTo>
                    <a:lnTo>
                      <a:pt x="327025" y="542925"/>
                    </a:lnTo>
                    <a:lnTo>
                      <a:pt x="390525" y="581025"/>
                    </a:lnTo>
                    <a:lnTo>
                      <a:pt x="463550" y="644525"/>
                    </a:lnTo>
                    <a:lnTo>
                      <a:pt x="511175" y="688975"/>
                    </a:lnTo>
                    <a:lnTo>
                      <a:pt x="549275" y="717550"/>
                    </a:lnTo>
                    <a:lnTo>
                      <a:pt x="644525" y="777875"/>
                    </a:lnTo>
                    <a:lnTo>
                      <a:pt x="682625" y="812800"/>
                    </a:lnTo>
                    <a:lnTo>
                      <a:pt x="727075" y="787400"/>
                    </a:lnTo>
                    <a:lnTo>
                      <a:pt x="730250" y="765175"/>
                    </a:lnTo>
                    <a:lnTo>
                      <a:pt x="730250" y="765175"/>
                    </a:lnTo>
                    <a:lnTo>
                      <a:pt x="755650" y="730250"/>
                    </a:lnTo>
                    <a:lnTo>
                      <a:pt x="777875" y="723900"/>
                    </a:lnTo>
                    <a:lnTo>
                      <a:pt x="787400" y="717550"/>
                    </a:lnTo>
                    <a:lnTo>
                      <a:pt x="806450" y="736600"/>
                    </a:lnTo>
                    <a:lnTo>
                      <a:pt x="819150" y="733425"/>
                    </a:lnTo>
                    <a:lnTo>
                      <a:pt x="819150" y="650875"/>
                    </a:lnTo>
                    <a:lnTo>
                      <a:pt x="838200" y="584200"/>
                    </a:lnTo>
                    <a:lnTo>
                      <a:pt x="828675" y="546100"/>
                    </a:lnTo>
                    <a:lnTo>
                      <a:pt x="838200" y="520700"/>
                    </a:lnTo>
                    <a:lnTo>
                      <a:pt x="863600" y="508000"/>
                    </a:lnTo>
                    <a:lnTo>
                      <a:pt x="879475" y="469900"/>
                    </a:lnTo>
                    <a:cubicBezTo>
                      <a:pt x="888735" y="465931"/>
                      <a:pt x="897996" y="473869"/>
                      <a:pt x="907256" y="469900"/>
                    </a:cubicBezTo>
                    <a:cubicBezTo>
                      <a:pt x="915987" y="461433"/>
                      <a:pt x="929085" y="447543"/>
                      <a:pt x="933450" y="444500"/>
                    </a:cubicBezTo>
                    <a:cubicBezTo>
                      <a:pt x="937815" y="441457"/>
                      <a:pt x="928290" y="455215"/>
                      <a:pt x="933449" y="451643"/>
                    </a:cubicBezTo>
                    <a:cubicBezTo>
                      <a:pt x="938608" y="448071"/>
                      <a:pt x="953293" y="430213"/>
                      <a:pt x="964406" y="423069"/>
                    </a:cubicBezTo>
                    <a:lnTo>
                      <a:pt x="1000125" y="400050"/>
                    </a:lnTo>
                    <a:lnTo>
                      <a:pt x="1038225" y="412750"/>
                    </a:lnTo>
                    <a:lnTo>
                      <a:pt x="1076325" y="431800"/>
                    </a:lnTo>
                    <a:lnTo>
                      <a:pt x="1082675" y="463550"/>
                    </a:lnTo>
                    <a:cubicBezTo>
                      <a:pt x="1090083" y="472017"/>
                      <a:pt x="1100005" y="485907"/>
                      <a:pt x="1104900" y="488950"/>
                    </a:cubicBezTo>
                    <a:cubicBezTo>
                      <a:pt x="1109795" y="491993"/>
                      <a:pt x="1109398" y="476779"/>
                      <a:pt x="1112044" y="481806"/>
                    </a:cubicBezTo>
                    <a:cubicBezTo>
                      <a:pt x="1114690" y="486833"/>
                      <a:pt x="1117865" y="509058"/>
                      <a:pt x="1120775" y="519112"/>
                    </a:cubicBezTo>
                    <a:lnTo>
                      <a:pt x="1149350" y="514350"/>
                    </a:lnTo>
                    <a:lnTo>
                      <a:pt x="1146175" y="498475"/>
                    </a:lnTo>
                    <a:lnTo>
                      <a:pt x="1126332" y="454025"/>
                    </a:lnTo>
                    <a:lnTo>
                      <a:pt x="1123950" y="427037"/>
                    </a:lnTo>
                    <a:lnTo>
                      <a:pt x="1152525" y="412750"/>
                    </a:lnTo>
                    <a:lnTo>
                      <a:pt x="1165225" y="396875"/>
                    </a:lnTo>
                    <a:lnTo>
                      <a:pt x="1181100" y="381000"/>
                    </a:lnTo>
                    <a:lnTo>
                      <a:pt x="1177925" y="327025"/>
                    </a:lnTo>
                    <a:lnTo>
                      <a:pt x="1143000" y="301625"/>
                    </a:lnTo>
                    <a:lnTo>
                      <a:pt x="1104900" y="298450"/>
                    </a:lnTo>
                    <a:lnTo>
                      <a:pt x="1085850" y="269875"/>
                    </a:lnTo>
                    <a:lnTo>
                      <a:pt x="1054100" y="269875"/>
                    </a:lnTo>
                    <a:lnTo>
                      <a:pt x="1025525" y="292100"/>
                    </a:lnTo>
                    <a:lnTo>
                      <a:pt x="1012825" y="317500"/>
                    </a:lnTo>
                    <a:lnTo>
                      <a:pt x="1012825" y="358775"/>
                    </a:lnTo>
                    <a:lnTo>
                      <a:pt x="987425" y="381000"/>
                    </a:lnTo>
                    <a:lnTo>
                      <a:pt x="965200" y="371475"/>
                    </a:lnTo>
                    <a:lnTo>
                      <a:pt x="923925" y="374650"/>
                    </a:lnTo>
                    <a:lnTo>
                      <a:pt x="869950" y="387350"/>
                    </a:lnTo>
                    <a:lnTo>
                      <a:pt x="854075" y="368300"/>
                    </a:lnTo>
                    <a:lnTo>
                      <a:pt x="854075" y="355600"/>
                    </a:lnTo>
                    <a:lnTo>
                      <a:pt x="876300" y="339725"/>
                    </a:lnTo>
                    <a:lnTo>
                      <a:pt x="892175" y="279400"/>
                    </a:lnTo>
                    <a:lnTo>
                      <a:pt x="920750" y="200025"/>
                    </a:lnTo>
                    <a:lnTo>
                      <a:pt x="914400" y="168275"/>
                    </a:lnTo>
                    <a:lnTo>
                      <a:pt x="920750" y="139700"/>
                    </a:lnTo>
                    <a:lnTo>
                      <a:pt x="917575" y="92075"/>
                    </a:lnTo>
                    <a:lnTo>
                      <a:pt x="917575" y="66675"/>
                    </a:lnTo>
                    <a:lnTo>
                      <a:pt x="958850" y="44450"/>
                    </a:lnTo>
                    <a:lnTo>
                      <a:pt x="946150" y="0"/>
                    </a:lnTo>
                    <a:lnTo>
                      <a:pt x="873125" y="6350"/>
                    </a:lnTo>
                    <a:lnTo>
                      <a:pt x="850900" y="38100"/>
                    </a:lnTo>
                    <a:lnTo>
                      <a:pt x="850900" y="73025"/>
                    </a:lnTo>
                    <a:lnTo>
                      <a:pt x="819150" y="110331"/>
                    </a:lnTo>
                    <a:lnTo>
                      <a:pt x="783431" y="120650"/>
                    </a:lnTo>
                    <a:lnTo>
                      <a:pt x="742950" y="111125"/>
                    </a:lnTo>
                    <a:lnTo>
                      <a:pt x="714375" y="92075"/>
                    </a:lnTo>
                    <a:lnTo>
                      <a:pt x="666750" y="68263"/>
                    </a:lnTo>
                    <a:lnTo>
                      <a:pt x="634206" y="76200"/>
                    </a:lnTo>
                    <a:lnTo>
                      <a:pt x="593725" y="107950"/>
                    </a:lnTo>
                    <a:lnTo>
                      <a:pt x="552450" y="114300"/>
                    </a:lnTo>
                    <a:lnTo>
                      <a:pt x="511175" y="130175"/>
                    </a:lnTo>
                    <a:lnTo>
                      <a:pt x="466725" y="111125"/>
                    </a:lnTo>
                    <a:lnTo>
                      <a:pt x="450850" y="88900"/>
                    </a:lnTo>
                    <a:lnTo>
                      <a:pt x="438944" y="72231"/>
                    </a:lnTo>
                    <a:lnTo>
                      <a:pt x="428625" y="107950"/>
                    </a:lnTo>
                    <a:lnTo>
                      <a:pt x="377825" y="146050"/>
                    </a:lnTo>
                    <a:lnTo>
                      <a:pt x="361950" y="177800"/>
                    </a:lnTo>
                    <a:lnTo>
                      <a:pt x="355600" y="203200"/>
                    </a:lnTo>
                    <a:lnTo>
                      <a:pt x="330200" y="212725"/>
                    </a:lnTo>
                    <a:lnTo>
                      <a:pt x="301625" y="212725"/>
                    </a:lnTo>
                    <a:lnTo>
                      <a:pt x="257175" y="225425"/>
                    </a:lnTo>
                    <a:lnTo>
                      <a:pt x="219075" y="215900"/>
                    </a:lnTo>
                    <a:lnTo>
                      <a:pt x="196850" y="212725"/>
                    </a:lnTo>
                    <a:lnTo>
                      <a:pt x="146050" y="228600"/>
                    </a:lnTo>
                    <a:lnTo>
                      <a:pt x="78581" y="242094"/>
                    </a:lnTo>
                    <a:lnTo>
                      <a:pt x="38100" y="288131"/>
                    </a:lnTo>
                    <a:lnTo>
                      <a:pt x="3175" y="25400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9" name="김포시">
                <a:extLst>
                  <a:ext uri="{FF2B5EF4-FFF2-40B4-BE49-F238E27FC236}">
                    <a16:creationId xmlns:a16="http://schemas.microsoft.com/office/drawing/2014/main" id="{60875033-7319-349F-E25C-120EA27D8A87}"/>
                  </a:ext>
                </a:extLst>
              </p:cNvPr>
              <p:cNvSpPr/>
              <p:nvPr/>
            </p:nvSpPr>
            <p:spPr>
              <a:xfrm>
                <a:off x="3032865" y="3920637"/>
                <a:ext cx="590548" cy="549592"/>
              </a:xfrm>
              <a:custGeom>
                <a:avLst/>
                <a:gdLst>
                  <a:gd name="connsiteX0" fmla="*/ 21431 w 1064419"/>
                  <a:gd name="connsiteY0" fmla="*/ 0 h 990600"/>
                  <a:gd name="connsiteX1" fmla="*/ 7144 w 1064419"/>
                  <a:gd name="connsiteY1" fmla="*/ 23812 h 990600"/>
                  <a:gd name="connsiteX2" fmla="*/ 0 w 1064419"/>
                  <a:gd name="connsiteY2" fmla="*/ 78581 h 990600"/>
                  <a:gd name="connsiteX3" fmla="*/ 11906 w 1064419"/>
                  <a:gd name="connsiteY3" fmla="*/ 102394 h 990600"/>
                  <a:gd name="connsiteX4" fmla="*/ 21431 w 1064419"/>
                  <a:gd name="connsiteY4" fmla="*/ 104775 h 990600"/>
                  <a:gd name="connsiteX5" fmla="*/ 2381 w 1064419"/>
                  <a:gd name="connsiteY5" fmla="*/ 128587 h 990600"/>
                  <a:gd name="connsiteX6" fmla="*/ 2381 w 1064419"/>
                  <a:gd name="connsiteY6" fmla="*/ 128587 h 990600"/>
                  <a:gd name="connsiteX7" fmla="*/ 47625 w 1064419"/>
                  <a:gd name="connsiteY7" fmla="*/ 176212 h 990600"/>
                  <a:gd name="connsiteX8" fmla="*/ 54769 w 1064419"/>
                  <a:gd name="connsiteY8" fmla="*/ 219075 h 990600"/>
                  <a:gd name="connsiteX9" fmla="*/ 40481 w 1064419"/>
                  <a:gd name="connsiteY9" fmla="*/ 261937 h 990600"/>
                  <a:gd name="connsiteX10" fmla="*/ 26194 w 1064419"/>
                  <a:gd name="connsiteY10" fmla="*/ 290512 h 990600"/>
                  <a:gd name="connsiteX11" fmla="*/ 16669 w 1064419"/>
                  <a:gd name="connsiteY11" fmla="*/ 342900 h 990600"/>
                  <a:gd name="connsiteX12" fmla="*/ 16669 w 1064419"/>
                  <a:gd name="connsiteY12" fmla="*/ 383381 h 990600"/>
                  <a:gd name="connsiteX13" fmla="*/ 42863 w 1064419"/>
                  <a:gd name="connsiteY13" fmla="*/ 404812 h 990600"/>
                  <a:gd name="connsiteX14" fmla="*/ 61913 w 1064419"/>
                  <a:gd name="connsiteY14" fmla="*/ 431006 h 990600"/>
                  <a:gd name="connsiteX15" fmla="*/ 66675 w 1064419"/>
                  <a:gd name="connsiteY15" fmla="*/ 476250 h 990600"/>
                  <a:gd name="connsiteX16" fmla="*/ 59531 w 1064419"/>
                  <a:gd name="connsiteY16" fmla="*/ 528637 h 990600"/>
                  <a:gd name="connsiteX17" fmla="*/ 38100 w 1064419"/>
                  <a:gd name="connsiteY17" fmla="*/ 564356 h 990600"/>
                  <a:gd name="connsiteX18" fmla="*/ 78581 w 1064419"/>
                  <a:gd name="connsiteY18" fmla="*/ 578644 h 990600"/>
                  <a:gd name="connsiteX19" fmla="*/ 83344 w 1064419"/>
                  <a:gd name="connsiteY19" fmla="*/ 609600 h 990600"/>
                  <a:gd name="connsiteX20" fmla="*/ 104775 w 1064419"/>
                  <a:gd name="connsiteY20" fmla="*/ 633412 h 990600"/>
                  <a:gd name="connsiteX21" fmla="*/ 66675 w 1064419"/>
                  <a:gd name="connsiteY21" fmla="*/ 652462 h 990600"/>
                  <a:gd name="connsiteX22" fmla="*/ 64294 w 1064419"/>
                  <a:gd name="connsiteY22" fmla="*/ 676275 h 990600"/>
                  <a:gd name="connsiteX23" fmla="*/ 80963 w 1064419"/>
                  <a:gd name="connsiteY23" fmla="*/ 719137 h 990600"/>
                  <a:gd name="connsiteX24" fmla="*/ 109538 w 1064419"/>
                  <a:gd name="connsiteY24" fmla="*/ 747712 h 990600"/>
                  <a:gd name="connsiteX25" fmla="*/ 133350 w 1064419"/>
                  <a:gd name="connsiteY25" fmla="*/ 792956 h 990600"/>
                  <a:gd name="connsiteX26" fmla="*/ 140494 w 1064419"/>
                  <a:gd name="connsiteY26" fmla="*/ 847725 h 990600"/>
                  <a:gd name="connsiteX27" fmla="*/ 140494 w 1064419"/>
                  <a:gd name="connsiteY27" fmla="*/ 885825 h 990600"/>
                  <a:gd name="connsiteX28" fmla="*/ 171450 w 1064419"/>
                  <a:gd name="connsiteY28" fmla="*/ 909637 h 990600"/>
                  <a:gd name="connsiteX29" fmla="*/ 200025 w 1064419"/>
                  <a:gd name="connsiteY29" fmla="*/ 933450 h 990600"/>
                  <a:gd name="connsiteX30" fmla="*/ 221456 w 1064419"/>
                  <a:gd name="connsiteY30" fmla="*/ 900112 h 990600"/>
                  <a:gd name="connsiteX31" fmla="*/ 259556 w 1064419"/>
                  <a:gd name="connsiteY31" fmla="*/ 919162 h 990600"/>
                  <a:gd name="connsiteX32" fmla="*/ 288131 w 1064419"/>
                  <a:gd name="connsiteY32" fmla="*/ 919162 h 990600"/>
                  <a:gd name="connsiteX33" fmla="*/ 300038 w 1064419"/>
                  <a:gd name="connsiteY33" fmla="*/ 895350 h 990600"/>
                  <a:gd name="connsiteX34" fmla="*/ 326231 w 1064419"/>
                  <a:gd name="connsiteY34" fmla="*/ 869156 h 990600"/>
                  <a:gd name="connsiteX35" fmla="*/ 357188 w 1064419"/>
                  <a:gd name="connsiteY35" fmla="*/ 871537 h 990600"/>
                  <a:gd name="connsiteX36" fmla="*/ 383381 w 1064419"/>
                  <a:gd name="connsiteY36" fmla="*/ 878681 h 990600"/>
                  <a:gd name="connsiteX37" fmla="*/ 414338 w 1064419"/>
                  <a:gd name="connsiteY37" fmla="*/ 821531 h 990600"/>
                  <a:gd name="connsiteX38" fmla="*/ 414338 w 1064419"/>
                  <a:gd name="connsiteY38" fmla="*/ 821531 h 990600"/>
                  <a:gd name="connsiteX39" fmla="*/ 423863 w 1064419"/>
                  <a:gd name="connsiteY39" fmla="*/ 771525 h 990600"/>
                  <a:gd name="connsiteX40" fmla="*/ 450056 w 1064419"/>
                  <a:gd name="connsiteY40" fmla="*/ 752475 h 990600"/>
                  <a:gd name="connsiteX41" fmla="*/ 476250 w 1064419"/>
                  <a:gd name="connsiteY41" fmla="*/ 754856 h 990600"/>
                  <a:gd name="connsiteX42" fmla="*/ 471488 w 1064419"/>
                  <a:gd name="connsiteY42" fmla="*/ 723900 h 990600"/>
                  <a:gd name="connsiteX43" fmla="*/ 500063 w 1064419"/>
                  <a:gd name="connsiteY43" fmla="*/ 711994 h 990600"/>
                  <a:gd name="connsiteX44" fmla="*/ 542925 w 1064419"/>
                  <a:gd name="connsiteY44" fmla="*/ 704850 h 990600"/>
                  <a:gd name="connsiteX45" fmla="*/ 607219 w 1064419"/>
                  <a:gd name="connsiteY45" fmla="*/ 752475 h 990600"/>
                  <a:gd name="connsiteX46" fmla="*/ 650081 w 1064419"/>
                  <a:gd name="connsiteY46" fmla="*/ 792956 h 990600"/>
                  <a:gd name="connsiteX47" fmla="*/ 671513 w 1064419"/>
                  <a:gd name="connsiteY47" fmla="*/ 807244 h 990600"/>
                  <a:gd name="connsiteX48" fmla="*/ 714375 w 1064419"/>
                  <a:gd name="connsiteY48" fmla="*/ 838200 h 990600"/>
                  <a:gd name="connsiteX49" fmla="*/ 723900 w 1064419"/>
                  <a:gd name="connsiteY49" fmla="*/ 883444 h 990600"/>
                  <a:gd name="connsiteX50" fmla="*/ 762000 w 1064419"/>
                  <a:gd name="connsiteY50" fmla="*/ 892969 h 990600"/>
                  <a:gd name="connsiteX51" fmla="*/ 785813 w 1064419"/>
                  <a:gd name="connsiteY51" fmla="*/ 931069 h 990600"/>
                  <a:gd name="connsiteX52" fmla="*/ 812006 w 1064419"/>
                  <a:gd name="connsiteY52" fmla="*/ 947737 h 990600"/>
                  <a:gd name="connsiteX53" fmla="*/ 857250 w 1064419"/>
                  <a:gd name="connsiteY53" fmla="*/ 940594 h 990600"/>
                  <a:gd name="connsiteX54" fmla="*/ 873919 w 1064419"/>
                  <a:gd name="connsiteY54" fmla="*/ 959644 h 990600"/>
                  <a:gd name="connsiteX55" fmla="*/ 892969 w 1064419"/>
                  <a:gd name="connsiteY55" fmla="*/ 990600 h 990600"/>
                  <a:gd name="connsiteX56" fmla="*/ 902494 w 1064419"/>
                  <a:gd name="connsiteY56" fmla="*/ 988219 h 990600"/>
                  <a:gd name="connsiteX57" fmla="*/ 909638 w 1064419"/>
                  <a:gd name="connsiteY57" fmla="*/ 952500 h 990600"/>
                  <a:gd name="connsiteX58" fmla="*/ 940594 w 1064419"/>
                  <a:gd name="connsiteY58" fmla="*/ 947737 h 990600"/>
                  <a:gd name="connsiteX59" fmla="*/ 969169 w 1064419"/>
                  <a:gd name="connsiteY59" fmla="*/ 962025 h 990600"/>
                  <a:gd name="connsiteX60" fmla="*/ 988219 w 1064419"/>
                  <a:gd name="connsiteY60" fmla="*/ 988219 h 990600"/>
                  <a:gd name="connsiteX61" fmla="*/ 1033463 w 1064419"/>
                  <a:gd name="connsiteY61" fmla="*/ 981075 h 990600"/>
                  <a:gd name="connsiteX62" fmla="*/ 1054894 w 1064419"/>
                  <a:gd name="connsiteY62" fmla="*/ 981075 h 990600"/>
                  <a:gd name="connsiteX63" fmla="*/ 1064419 w 1064419"/>
                  <a:gd name="connsiteY63" fmla="*/ 959644 h 990600"/>
                  <a:gd name="connsiteX64" fmla="*/ 1052513 w 1064419"/>
                  <a:gd name="connsiteY64" fmla="*/ 919162 h 990600"/>
                  <a:gd name="connsiteX65" fmla="*/ 1059656 w 1064419"/>
                  <a:gd name="connsiteY65" fmla="*/ 900112 h 990600"/>
                  <a:gd name="connsiteX66" fmla="*/ 990600 w 1064419"/>
                  <a:gd name="connsiteY66" fmla="*/ 857250 h 990600"/>
                  <a:gd name="connsiteX67" fmla="*/ 954881 w 1064419"/>
                  <a:gd name="connsiteY67" fmla="*/ 835819 h 990600"/>
                  <a:gd name="connsiteX68" fmla="*/ 869156 w 1064419"/>
                  <a:gd name="connsiteY68" fmla="*/ 781050 h 990600"/>
                  <a:gd name="connsiteX69" fmla="*/ 771525 w 1064419"/>
                  <a:gd name="connsiteY69" fmla="*/ 716756 h 990600"/>
                  <a:gd name="connsiteX70" fmla="*/ 750094 w 1064419"/>
                  <a:gd name="connsiteY70" fmla="*/ 704850 h 990600"/>
                  <a:gd name="connsiteX71" fmla="*/ 714375 w 1064419"/>
                  <a:gd name="connsiteY71" fmla="*/ 678656 h 990600"/>
                  <a:gd name="connsiteX72" fmla="*/ 692944 w 1064419"/>
                  <a:gd name="connsiteY72" fmla="*/ 652462 h 990600"/>
                  <a:gd name="connsiteX73" fmla="*/ 642938 w 1064419"/>
                  <a:gd name="connsiteY73" fmla="*/ 609600 h 990600"/>
                  <a:gd name="connsiteX74" fmla="*/ 566738 w 1064419"/>
                  <a:gd name="connsiteY74" fmla="*/ 554831 h 990600"/>
                  <a:gd name="connsiteX75" fmla="*/ 535781 w 1064419"/>
                  <a:gd name="connsiteY75" fmla="*/ 535781 h 990600"/>
                  <a:gd name="connsiteX76" fmla="*/ 535781 w 1064419"/>
                  <a:gd name="connsiteY76" fmla="*/ 521494 h 990600"/>
                  <a:gd name="connsiteX77" fmla="*/ 545306 w 1064419"/>
                  <a:gd name="connsiteY77" fmla="*/ 500062 h 990600"/>
                  <a:gd name="connsiteX78" fmla="*/ 531019 w 1064419"/>
                  <a:gd name="connsiteY78" fmla="*/ 483394 h 990600"/>
                  <a:gd name="connsiteX79" fmla="*/ 552450 w 1064419"/>
                  <a:gd name="connsiteY79" fmla="*/ 471487 h 990600"/>
                  <a:gd name="connsiteX80" fmla="*/ 566738 w 1064419"/>
                  <a:gd name="connsiteY80" fmla="*/ 459581 h 990600"/>
                  <a:gd name="connsiteX81" fmla="*/ 564356 w 1064419"/>
                  <a:gd name="connsiteY81" fmla="*/ 409575 h 990600"/>
                  <a:gd name="connsiteX82" fmla="*/ 592931 w 1064419"/>
                  <a:gd name="connsiteY82" fmla="*/ 316706 h 990600"/>
                  <a:gd name="connsiteX83" fmla="*/ 592931 w 1064419"/>
                  <a:gd name="connsiteY83" fmla="*/ 292894 h 990600"/>
                  <a:gd name="connsiteX84" fmla="*/ 533400 w 1064419"/>
                  <a:gd name="connsiteY84" fmla="*/ 197644 h 990600"/>
                  <a:gd name="connsiteX85" fmla="*/ 533400 w 1064419"/>
                  <a:gd name="connsiteY85" fmla="*/ 161925 h 990600"/>
                  <a:gd name="connsiteX86" fmla="*/ 519113 w 1064419"/>
                  <a:gd name="connsiteY86" fmla="*/ 138112 h 990600"/>
                  <a:gd name="connsiteX87" fmla="*/ 528638 w 1064419"/>
                  <a:gd name="connsiteY87" fmla="*/ 97631 h 990600"/>
                  <a:gd name="connsiteX88" fmla="*/ 507206 w 1064419"/>
                  <a:gd name="connsiteY88" fmla="*/ 71437 h 990600"/>
                  <a:gd name="connsiteX89" fmla="*/ 481013 w 1064419"/>
                  <a:gd name="connsiteY89" fmla="*/ 71437 h 990600"/>
                  <a:gd name="connsiteX90" fmla="*/ 450056 w 1064419"/>
                  <a:gd name="connsiteY90" fmla="*/ 85725 h 990600"/>
                  <a:gd name="connsiteX91" fmla="*/ 445294 w 1064419"/>
                  <a:gd name="connsiteY91" fmla="*/ 107156 h 990600"/>
                  <a:gd name="connsiteX92" fmla="*/ 409575 w 1064419"/>
                  <a:gd name="connsiteY92" fmla="*/ 135731 h 990600"/>
                  <a:gd name="connsiteX93" fmla="*/ 383381 w 1064419"/>
                  <a:gd name="connsiteY93" fmla="*/ 159544 h 990600"/>
                  <a:gd name="connsiteX94" fmla="*/ 369094 w 1064419"/>
                  <a:gd name="connsiteY94" fmla="*/ 178594 h 990600"/>
                  <a:gd name="connsiteX95" fmla="*/ 345281 w 1064419"/>
                  <a:gd name="connsiteY95" fmla="*/ 185737 h 990600"/>
                  <a:gd name="connsiteX96" fmla="*/ 326231 w 1064419"/>
                  <a:gd name="connsiteY96" fmla="*/ 154781 h 990600"/>
                  <a:gd name="connsiteX97" fmla="*/ 295275 w 1064419"/>
                  <a:gd name="connsiteY97" fmla="*/ 154781 h 990600"/>
                  <a:gd name="connsiteX98" fmla="*/ 266700 w 1064419"/>
                  <a:gd name="connsiteY98" fmla="*/ 169069 h 990600"/>
                  <a:gd name="connsiteX99" fmla="*/ 214313 w 1064419"/>
                  <a:gd name="connsiteY99" fmla="*/ 183356 h 990600"/>
                  <a:gd name="connsiteX100" fmla="*/ 190500 w 1064419"/>
                  <a:gd name="connsiteY100" fmla="*/ 166687 h 990600"/>
                  <a:gd name="connsiteX101" fmla="*/ 178594 w 1064419"/>
                  <a:gd name="connsiteY101" fmla="*/ 142875 h 990600"/>
                  <a:gd name="connsiteX102" fmla="*/ 176213 w 1064419"/>
                  <a:gd name="connsiteY102" fmla="*/ 109537 h 990600"/>
                  <a:gd name="connsiteX103" fmla="*/ 147638 w 1064419"/>
                  <a:gd name="connsiteY103" fmla="*/ 100012 h 990600"/>
                  <a:gd name="connsiteX104" fmla="*/ 88106 w 1064419"/>
                  <a:gd name="connsiteY104" fmla="*/ 97631 h 990600"/>
                  <a:gd name="connsiteX105" fmla="*/ 78581 w 1064419"/>
                  <a:gd name="connsiteY105" fmla="*/ 85725 h 990600"/>
                  <a:gd name="connsiteX106" fmla="*/ 73819 w 1064419"/>
                  <a:gd name="connsiteY106" fmla="*/ 59531 h 990600"/>
                  <a:gd name="connsiteX107" fmla="*/ 83344 w 1064419"/>
                  <a:gd name="connsiteY107" fmla="*/ 33337 h 990600"/>
                  <a:gd name="connsiteX108" fmla="*/ 21431 w 1064419"/>
                  <a:gd name="connsiteY10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64419" h="990600">
                    <a:moveTo>
                      <a:pt x="21431" y="0"/>
                    </a:moveTo>
                    <a:lnTo>
                      <a:pt x="7144" y="23812"/>
                    </a:lnTo>
                    <a:lnTo>
                      <a:pt x="0" y="78581"/>
                    </a:lnTo>
                    <a:lnTo>
                      <a:pt x="11906" y="102394"/>
                    </a:lnTo>
                    <a:lnTo>
                      <a:pt x="21431" y="104775"/>
                    </a:lnTo>
                    <a:lnTo>
                      <a:pt x="2381" y="128587"/>
                    </a:lnTo>
                    <a:lnTo>
                      <a:pt x="2381" y="128587"/>
                    </a:lnTo>
                    <a:lnTo>
                      <a:pt x="47625" y="176212"/>
                    </a:lnTo>
                    <a:lnTo>
                      <a:pt x="54769" y="219075"/>
                    </a:lnTo>
                    <a:lnTo>
                      <a:pt x="40481" y="261937"/>
                    </a:lnTo>
                    <a:lnTo>
                      <a:pt x="26194" y="290512"/>
                    </a:lnTo>
                    <a:lnTo>
                      <a:pt x="16669" y="342900"/>
                    </a:lnTo>
                    <a:lnTo>
                      <a:pt x="16669" y="383381"/>
                    </a:lnTo>
                    <a:lnTo>
                      <a:pt x="42863" y="404812"/>
                    </a:lnTo>
                    <a:lnTo>
                      <a:pt x="61913" y="431006"/>
                    </a:lnTo>
                    <a:lnTo>
                      <a:pt x="66675" y="476250"/>
                    </a:lnTo>
                    <a:lnTo>
                      <a:pt x="59531" y="528637"/>
                    </a:lnTo>
                    <a:lnTo>
                      <a:pt x="38100" y="564356"/>
                    </a:lnTo>
                    <a:lnTo>
                      <a:pt x="78581" y="578644"/>
                    </a:lnTo>
                    <a:lnTo>
                      <a:pt x="83344" y="609600"/>
                    </a:lnTo>
                    <a:lnTo>
                      <a:pt x="104775" y="633412"/>
                    </a:lnTo>
                    <a:lnTo>
                      <a:pt x="66675" y="652462"/>
                    </a:lnTo>
                    <a:lnTo>
                      <a:pt x="64294" y="676275"/>
                    </a:lnTo>
                    <a:lnTo>
                      <a:pt x="80963" y="719137"/>
                    </a:lnTo>
                    <a:lnTo>
                      <a:pt x="109538" y="747712"/>
                    </a:lnTo>
                    <a:lnTo>
                      <a:pt x="133350" y="792956"/>
                    </a:lnTo>
                    <a:lnTo>
                      <a:pt x="140494" y="847725"/>
                    </a:lnTo>
                    <a:lnTo>
                      <a:pt x="140494" y="885825"/>
                    </a:lnTo>
                    <a:lnTo>
                      <a:pt x="171450" y="909637"/>
                    </a:lnTo>
                    <a:lnTo>
                      <a:pt x="200025" y="933450"/>
                    </a:lnTo>
                    <a:lnTo>
                      <a:pt x="221456" y="900112"/>
                    </a:lnTo>
                    <a:lnTo>
                      <a:pt x="259556" y="919162"/>
                    </a:lnTo>
                    <a:lnTo>
                      <a:pt x="288131" y="919162"/>
                    </a:lnTo>
                    <a:lnTo>
                      <a:pt x="300038" y="895350"/>
                    </a:lnTo>
                    <a:lnTo>
                      <a:pt x="326231" y="869156"/>
                    </a:lnTo>
                    <a:lnTo>
                      <a:pt x="357188" y="871537"/>
                    </a:lnTo>
                    <a:lnTo>
                      <a:pt x="383381" y="878681"/>
                    </a:lnTo>
                    <a:lnTo>
                      <a:pt x="414338" y="821531"/>
                    </a:lnTo>
                    <a:lnTo>
                      <a:pt x="414338" y="821531"/>
                    </a:lnTo>
                    <a:lnTo>
                      <a:pt x="423863" y="771525"/>
                    </a:lnTo>
                    <a:lnTo>
                      <a:pt x="450056" y="752475"/>
                    </a:lnTo>
                    <a:lnTo>
                      <a:pt x="476250" y="754856"/>
                    </a:lnTo>
                    <a:lnTo>
                      <a:pt x="471488" y="723900"/>
                    </a:lnTo>
                    <a:lnTo>
                      <a:pt x="500063" y="711994"/>
                    </a:lnTo>
                    <a:lnTo>
                      <a:pt x="542925" y="704850"/>
                    </a:lnTo>
                    <a:lnTo>
                      <a:pt x="607219" y="752475"/>
                    </a:lnTo>
                    <a:lnTo>
                      <a:pt x="650081" y="792956"/>
                    </a:lnTo>
                    <a:lnTo>
                      <a:pt x="671513" y="807244"/>
                    </a:lnTo>
                    <a:lnTo>
                      <a:pt x="714375" y="838200"/>
                    </a:lnTo>
                    <a:lnTo>
                      <a:pt x="723900" y="883444"/>
                    </a:lnTo>
                    <a:lnTo>
                      <a:pt x="762000" y="892969"/>
                    </a:lnTo>
                    <a:lnTo>
                      <a:pt x="785813" y="931069"/>
                    </a:lnTo>
                    <a:lnTo>
                      <a:pt x="812006" y="947737"/>
                    </a:lnTo>
                    <a:lnTo>
                      <a:pt x="857250" y="940594"/>
                    </a:lnTo>
                    <a:lnTo>
                      <a:pt x="873919" y="959644"/>
                    </a:lnTo>
                    <a:lnTo>
                      <a:pt x="892969" y="990600"/>
                    </a:lnTo>
                    <a:lnTo>
                      <a:pt x="902494" y="988219"/>
                    </a:lnTo>
                    <a:lnTo>
                      <a:pt x="909638" y="952500"/>
                    </a:lnTo>
                    <a:lnTo>
                      <a:pt x="940594" y="947737"/>
                    </a:lnTo>
                    <a:lnTo>
                      <a:pt x="969169" y="962025"/>
                    </a:lnTo>
                    <a:lnTo>
                      <a:pt x="988219" y="988219"/>
                    </a:lnTo>
                    <a:lnTo>
                      <a:pt x="1033463" y="981075"/>
                    </a:lnTo>
                    <a:lnTo>
                      <a:pt x="1054894" y="981075"/>
                    </a:lnTo>
                    <a:lnTo>
                      <a:pt x="1064419" y="959644"/>
                    </a:lnTo>
                    <a:lnTo>
                      <a:pt x="1052513" y="919162"/>
                    </a:lnTo>
                    <a:lnTo>
                      <a:pt x="1059656" y="900112"/>
                    </a:lnTo>
                    <a:lnTo>
                      <a:pt x="990600" y="857250"/>
                    </a:lnTo>
                    <a:lnTo>
                      <a:pt x="954881" y="835819"/>
                    </a:lnTo>
                    <a:lnTo>
                      <a:pt x="869156" y="781050"/>
                    </a:lnTo>
                    <a:lnTo>
                      <a:pt x="771525" y="716756"/>
                    </a:lnTo>
                    <a:cubicBezTo>
                      <a:pt x="749369" y="706909"/>
                      <a:pt x="750094" y="715048"/>
                      <a:pt x="750094" y="704850"/>
                    </a:cubicBezTo>
                    <a:lnTo>
                      <a:pt x="714375" y="678656"/>
                    </a:lnTo>
                    <a:lnTo>
                      <a:pt x="692944" y="652462"/>
                    </a:lnTo>
                    <a:lnTo>
                      <a:pt x="642938" y="609600"/>
                    </a:lnTo>
                    <a:lnTo>
                      <a:pt x="566738" y="554831"/>
                    </a:lnTo>
                    <a:lnTo>
                      <a:pt x="535781" y="535781"/>
                    </a:lnTo>
                    <a:lnTo>
                      <a:pt x="535781" y="521494"/>
                    </a:lnTo>
                    <a:lnTo>
                      <a:pt x="545306" y="500062"/>
                    </a:lnTo>
                    <a:lnTo>
                      <a:pt x="531019" y="483394"/>
                    </a:lnTo>
                    <a:lnTo>
                      <a:pt x="552450" y="471487"/>
                    </a:lnTo>
                    <a:lnTo>
                      <a:pt x="566738" y="459581"/>
                    </a:lnTo>
                    <a:lnTo>
                      <a:pt x="564356" y="409575"/>
                    </a:lnTo>
                    <a:lnTo>
                      <a:pt x="592931" y="316706"/>
                    </a:lnTo>
                    <a:lnTo>
                      <a:pt x="592931" y="292894"/>
                    </a:lnTo>
                    <a:lnTo>
                      <a:pt x="533400" y="197644"/>
                    </a:lnTo>
                    <a:lnTo>
                      <a:pt x="533400" y="161925"/>
                    </a:lnTo>
                    <a:lnTo>
                      <a:pt x="519113" y="138112"/>
                    </a:lnTo>
                    <a:lnTo>
                      <a:pt x="528638" y="97631"/>
                    </a:lnTo>
                    <a:lnTo>
                      <a:pt x="507206" y="71437"/>
                    </a:lnTo>
                    <a:lnTo>
                      <a:pt x="481013" y="71437"/>
                    </a:lnTo>
                    <a:lnTo>
                      <a:pt x="450056" y="85725"/>
                    </a:lnTo>
                    <a:lnTo>
                      <a:pt x="445294" y="107156"/>
                    </a:lnTo>
                    <a:lnTo>
                      <a:pt x="409575" y="135731"/>
                    </a:lnTo>
                    <a:lnTo>
                      <a:pt x="383381" y="159544"/>
                    </a:lnTo>
                    <a:lnTo>
                      <a:pt x="369094" y="178594"/>
                    </a:lnTo>
                    <a:lnTo>
                      <a:pt x="345281" y="185737"/>
                    </a:lnTo>
                    <a:lnTo>
                      <a:pt x="326231" y="154781"/>
                    </a:lnTo>
                    <a:lnTo>
                      <a:pt x="295275" y="154781"/>
                    </a:lnTo>
                    <a:lnTo>
                      <a:pt x="266700" y="169069"/>
                    </a:lnTo>
                    <a:lnTo>
                      <a:pt x="214313" y="183356"/>
                    </a:lnTo>
                    <a:lnTo>
                      <a:pt x="190500" y="166687"/>
                    </a:lnTo>
                    <a:lnTo>
                      <a:pt x="178594" y="142875"/>
                    </a:lnTo>
                    <a:lnTo>
                      <a:pt x="176213" y="109537"/>
                    </a:lnTo>
                    <a:lnTo>
                      <a:pt x="147638" y="100012"/>
                    </a:lnTo>
                    <a:lnTo>
                      <a:pt x="88106" y="97631"/>
                    </a:lnTo>
                    <a:lnTo>
                      <a:pt x="78581" y="85725"/>
                    </a:lnTo>
                    <a:lnTo>
                      <a:pt x="73819" y="59531"/>
                    </a:lnTo>
                    <a:lnTo>
                      <a:pt x="83344" y="33337"/>
                    </a:lnTo>
                    <a:lnTo>
                      <a:pt x="21431" y="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7" name="그룹 226">
              <a:extLst>
                <a:ext uri="{FF2B5EF4-FFF2-40B4-BE49-F238E27FC236}">
                  <a16:creationId xmlns:a16="http://schemas.microsoft.com/office/drawing/2014/main" id="{D9A9BD4D-5CC8-7EE3-1772-C38989E3555D}"/>
                </a:ext>
              </a:extLst>
            </p:cNvPr>
            <p:cNvGrpSpPr/>
            <p:nvPr/>
          </p:nvGrpSpPr>
          <p:grpSpPr>
            <a:xfrm>
              <a:off x="2467410" y="2354961"/>
              <a:ext cx="1966860" cy="2354762"/>
              <a:chOff x="3862538" y="2846555"/>
              <a:chExt cx="1520626" cy="1820523"/>
            </a:xfrm>
            <a:pattFill prst="wdUpDiag">
              <a:fgClr>
                <a:schemeClr val="accent5">
                  <a:lumMod val="20000"/>
                  <a:lumOff val="80000"/>
                </a:schemeClr>
              </a:fgClr>
              <a:bgClr>
                <a:schemeClr val="bg1"/>
              </a:bgClr>
            </a:pattFill>
          </p:grpSpPr>
          <p:sp>
            <p:nvSpPr>
              <p:cNvPr id="248" name="양주시">
                <a:extLst>
                  <a:ext uri="{FF2B5EF4-FFF2-40B4-BE49-F238E27FC236}">
                    <a16:creationId xmlns:a16="http://schemas.microsoft.com/office/drawing/2014/main" id="{EE05F1F6-0B4B-F4A3-76A6-132E593C7A80}"/>
                  </a:ext>
                </a:extLst>
              </p:cNvPr>
              <p:cNvSpPr/>
              <p:nvPr/>
            </p:nvSpPr>
            <p:spPr>
              <a:xfrm>
                <a:off x="3862538" y="3525618"/>
                <a:ext cx="455792" cy="704165"/>
              </a:xfrm>
              <a:custGeom>
                <a:avLst/>
                <a:gdLst>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3381 w 821531"/>
                  <a:gd name="connsiteY96"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9206"/>
                  <a:gd name="connsiteX1" fmla="*/ 364331 w 821531"/>
                  <a:gd name="connsiteY1" fmla="*/ 7144 h 1269206"/>
                  <a:gd name="connsiteX2" fmla="*/ 326231 w 821531"/>
                  <a:gd name="connsiteY2" fmla="*/ 7144 h 1269206"/>
                  <a:gd name="connsiteX3" fmla="*/ 285750 w 821531"/>
                  <a:gd name="connsiteY3" fmla="*/ 0 h 1269206"/>
                  <a:gd name="connsiteX4" fmla="*/ 254794 w 821531"/>
                  <a:gd name="connsiteY4" fmla="*/ 4763 h 1269206"/>
                  <a:gd name="connsiteX5" fmla="*/ 242888 w 821531"/>
                  <a:gd name="connsiteY5" fmla="*/ 16669 h 1269206"/>
                  <a:gd name="connsiteX6" fmla="*/ 245269 w 821531"/>
                  <a:gd name="connsiteY6" fmla="*/ 52388 h 1269206"/>
                  <a:gd name="connsiteX7" fmla="*/ 223838 w 821531"/>
                  <a:gd name="connsiteY7" fmla="*/ 80963 h 1269206"/>
                  <a:gd name="connsiteX8" fmla="*/ 204788 w 821531"/>
                  <a:gd name="connsiteY8" fmla="*/ 83344 h 1269206"/>
                  <a:gd name="connsiteX9" fmla="*/ 183356 w 821531"/>
                  <a:gd name="connsiteY9" fmla="*/ 95250 h 1269206"/>
                  <a:gd name="connsiteX10" fmla="*/ 195263 w 821531"/>
                  <a:gd name="connsiteY10" fmla="*/ 126206 h 1269206"/>
                  <a:gd name="connsiteX11" fmla="*/ 183356 w 821531"/>
                  <a:gd name="connsiteY11" fmla="*/ 159544 h 1269206"/>
                  <a:gd name="connsiteX12" fmla="*/ 173831 w 821531"/>
                  <a:gd name="connsiteY12" fmla="*/ 185738 h 1269206"/>
                  <a:gd name="connsiteX13" fmla="*/ 166688 w 821531"/>
                  <a:gd name="connsiteY13" fmla="*/ 245269 h 1269206"/>
                  <a:gd name="connsiteX14" fmla="*/ 164306 w 821531"/>
                  <a:gd name="connsiteY14" fmla="*/ 321469 h 1269206"/>
                  <a:gd name="connsiteX15" fmla="*/ 138113 w 821531"/>
                  <a:gd name="connsiteY15" fmla="*/ 411956 h 1269206"/>
                  <a:gd name="connsiteX16" fmla="*/ 114300 w 821531"/>
                  <a:gd name="connsiteY16" fmla="*/ 466725 h 1269206"/>
                  <a:gd name="connsiteX17" fmla="*/ 100013 w 821531"/>
                  <a:gd name="connsiteY17" fmla="*/ 492919 h 1269206"/>
                  <a:gd name="connsiteX18" fmla="*/ 59531 w 821531"/>
                  <a:gd name="connsiteY18" fmla="*/ 481013 h 1269206"/>
                  <a:gd name="connsiteX19" fmla="*/ 23813 w 821531"/>
                  <a:gd name="connsiteY19" fmla="*/ 492919 h 1269206"/>
                  <a:gd name="connsiteX20" fmla="*/ 35719 w 821531"/>
                  <a:gd name="connsiteY20" fmla="*/ 519113 h 1269206"/>
                  <a:gd name="connsiteX21" fmla="*/ 0 w 821531"/>
                  <a:gd name="connsiteY21" fmla="*/ 538163 h 1269206"/>
                  <a:gd name="connsiteX22" fmla="*/ 4763 w 821531"/>
                  <a:gd name="connsiteY22" fmla="*/ 564356 h 1269206"/>
                  <a:gd name="connsiteX23" fmla="*/ 23813 w 821531"/>
                  <a:gd name="connsiteY23" fmla="*/ 592931 h 1269206"/>
                  <a:gd name="connsiteX24" fmla="*/ 28575 w 821531"/>
                  <a:gd name="connsiteY24" fmla="*/ 635794 h 1269206"/>
                  <a:gd name="connsiteX25" fmla="*/ 2381 w 821531"/>
                  <a:gd name="connsiteY25" fmla="*/ 666750 h 1269206"/>
                  <a:gd name="connsiteX26" fmla="*/ 4763 w 821531"/>
                  <a:gd name="connsiteY26" fmla="*/ 702469 h 1269206"/>
                  <a:gd name="connsiteX27" fmla="*/ 33338 w 821531"/>
                  <a:gd name="connsiteY27" fmla="*/ 709613 h 1269206"/>
                  <a:gd name="connsiteX28" fmla="*/ 61913 w 821531"/>
                  <a:gd name="connsiteY28" fmla="*/ 733425 h 1269206"/>
                  <a:gd name="connsiteX29" fmla="*/ 104775 w 821531"/>
                  <a:gd name="connsiteY29" fmla="*/ 728663 h 1269206"/>
                  <a:gd name="connsiteX30" fmla="*/ 126206 w 821531"/>
                  <a:gd name="connsiteY30" fmla="*/ 747713 h 1269206"/>
                  <a:gd name="connsiteX31" fmla="*/ 114300 w 821531"/>
                  <a:gd name="connsiteY31" fmla="*/ 781050 h 1269206"/>
                  <a:gd name="connsiteX32" fmla="*/ 100013 w 821531"/>
                  <a:gd name="connsiteY32" fmla="*/ 876300 h 1269206"/>
                  <a:gd name="connsiteX33" fmla="*/ 109538 w 821531"/>
                  <a:gd name="connsiteY33" fmla="*/ 900113 h 1269206"/>
                  <a:gd name="connsiteX34" fmla="*/ 123825 w 821531"/>
                  <a:gd name="connsiteY34" fmla="*/ 945356 h 1269206"/>
                  <a:gd name="connsiteX35" fmla="*/ 126206 w 821531"/>
                  <a:gd name="connsiteY35" fmla="*/ 983456 h 1269206"/>
                  <a:gd name="connsiteX36" fmla="*/ 95250 w 821531"/>
                  <a:gd name="connsiteY36" fmla="*/ 1004888 h 1269206"/>
                  <a:gd name="connsiteX37" fmla="*/ 88106 w 821531"/>
                  <a:gd name="connsiteY37" fmla="*/ 1023938 h 1269206"/>
                  <a:gd name="connsiteX38" fmla="*/ 92869 w 821531"/>
                  <a:gd name="connsiteY38" fmla="*/ 1073944 h 1269206"/>
                  <a:gd name="connsiteX39" fmla="*/ 100013 w 821531"/>
                  <a:gd name="connsiteY39" fmla="*/ 1092994 h 1269206"/>
                  <a:gd name="connsiteX40" fmla="*/ 80963 w 821531"/>
                  <a:gd name="connsiteY40" fmla="*/ 1171575 h 1269206"/>
                  <a:gd name="connsiteX41" fmla="*/ 61913 w 821531"/>
                  <a:gd name="connsiteY41" fmla="*/ 1209675 h 1269206"/>
                  <a:gd name="connsiteX42" fmla="*/ 54769 w 821531"/>
                  <a:gd name="connsiteY42" fmla="*/ 1233488 h 1269206"/>
                  <a:gd name="connsiteX43" fmla="*/ 52388 w 821531"/>
                  <a:gd name="connsiteY43" fmla="*/ 1264444 h 1269206"/>
                  <a:gd name="connsiteX44" fmla="*/ 45244 w 821531"/>
                  <a:gd name="connsiteY44" fmla="*/ 1269206 h 1269206"/>
                  <a:gd name="connsiteX45" fmla="*/ 97631 w 821531"/>
                  <a:gd name="connsiteY45" fmla="*/ 1264444 h 1269206"/>
                  <a:gd name="connsiteX46" fmla="*/ 126206 w 821531"/>
                  <a:gd name="connsiteY46" fmla="*/ 1257300 h 1269206"/>
                  <a:gd name="connsiteX47" fmla="*/ 133350 w 821531"/>
                  <a:gd name="connsiteY47" fmla="*/ 1207294 h 1269206"/>
                  <a:gd name="connsiteX48" fmla="*/ 171450 w 821531"/>
                  <a:gd name="connsiteY48" fmla="*/ 1164431 h 1269206"/>
                  <a:gd name="connsiteX49" fmla="*/ 219075 w 821531"/>
                  <a:gd name="connsiteY49" fmla="*/ 1159669 h 1269206"/>
                  <a:gd name="connsiteX50" fmla="*/ 252413 w 821531"/>
                  <a:gd name="connsiteY50" fmla="*/ 1166813 h 1269206"/>
                  <a:gd name="connsiteX51" fmla="*/ 264319 w 821531"/>
                  <a:gd name="connsiteY51" fmla="*/ 1188244 h 1269206"/>
                  <a:gd name="connsiteX52" fmla="*/ 326231 w 821531"/>
                  <a:gd name="connsiteY52" fmla="*/ 1207294 h 1269206"/>
                  <a:gd name="connsiteX53" fmla="*/ 328613 w 821531"/>
                  <a:gd name="connsiteY53" fmla="*/ 1221582 h 1269206"/>
                  <a:gd name="connsiteX54" fmla="*/ 378618 w 821531"/>
                  <a:gd name="connsiteY54" fmla="*/ 1197769 h 1269206"/>
                  <a:gd name="connsiteX55" fmla="*/ 373856 w 821531"/>
                  <a:gd name="connsiteY55" fmla="*/ 1157288 h 1269206"/>
                  <a:gd name="connsiteX56" fmla="*/ 404813 w 821531"/>
                  <a:gd name="connsiteY56" fmla="*/ 1131094 h 1269206"/>
                  <a:gd name="connsiteX57" fmla="*/ 390525 w 821531"/>
                  <a:gd name="connsiteY57" fmla="*/ 1071563 h 1269206"/>
                  <a:gd name="connsiteX58" fmla="*/ 390525 w 821531"/>
                  <a:gd name="connsiteY58" fmla="*/ 1035844 h 1269206"/>
                  <a:gd name="connsiteX59" fmla="*/ 366713 w 821531"/>
                  <a:gd name="connsiteY59" fmla="*/ 988219 h 1269206"/>
                  <a:gd name="connsiteX60" fmla="*/ 350044 w 821531"/>
                  <a:gd name="connsiteY60" fmla="*/ 935831 h 1269206"/>
                  <a:gd name="connsiteX61" fmla="*/ 364331 w 821531"/>
                  <a:gd name="connsiteY61" fmla="*/ 914400 h 1269206"/>
                  <a:gd name="connsiteX62" fmla="*/ 352425 w 821531"/>
                  <a:gd name="connsiteY62" fmla="*/ 857250 h 1269206"/>
                  <a:gd name="connsiteX63" fmla="*/ 361950 w 821531"/>
                  <a:gd name="connsiteY63" fmla="*/ 826294 h 1269206"/>
                  <a:gd name="connsiteX64" fmla="*/ 395288 w 821531"/>
                  <a:gd name="connsiteY64" fmla="*/ 823913 h 1269206"/>
                  <a:gd name="connsiteX65" fmla="*/ 411956 w 821531"/>
                  <a:gd name="connsiteY65" fmla="*/ 788194 h 1269206"/>
                  <a:gd name="connsiteX66" fmla="*/ 459581 w 821531"/>
                  <a:gd name="connsiteY66" fmla="*/ 802481 h 1269206"/>
                  <a:gd name="connsiteX67" fmla="*/ 497681 w 821531"/>
                  <a:gd name="connsiteY67" fmla="*/ 802481 h 1269206"/>
                  <a:gd name="connsiteX68" fmla="*/ 526256 w 821531"/>
                  <a:gd name="connsiteY68" fmla="*/ 821531 h 1269206"/>
                  <a:gd name="connsiteX69" fmla="*/ 576263 w 821531"/>
                  <a:gd name="connsiteY69" fmla="*/ 840582 h 1269206"/>
                  <a:gd name="connsiteX70" fmla="*/ 654844 w 821531"/>
                  <a:gd name="connsiteY70" fmla="*/ 790575 h 1269206"/>
                  <a:gd name="connsiteX71" fmla="*/ 702469 w 821531"/>
                  <a:gd name="connsiteY71" fmla="*/ 759619 h 1269206"/>
                  <a:gd name="connsiteX72" fmla="*/ 752475 w 821531"/>
                  <a:gd name="connsiteY72" fmla="*/ 750094 h 1269206"/>
                  <a:gd name="connsiteX73" fmla="*/ 783431 w 821531"/>
                  <a:gd name="connsiteY73" fmla="*/ 742950 h 1269206"/>
                  <a:gd name="connsiteX74" fmla="*/ 812006 w 821531"/>
                  <a:gd name="connsiteY74" fmla="*/ 688181 h 1269206"/>
                  <a:gd name="connsiteX75" fmla="*/ 812006 w 821531"/>
                  <a:gd name="connsiteY75" fmla="*/ 642938 h 1269206"/>
                  <a:gd name="connsiteX76" fmla="*/ 821531 w 821531"/>
                  <a:gd name="connsiteY76" fmla="*/ 614363 h 1269206"/>
                  <a:gd name="connsiteX77" fmla="*/ 821531 w 821531"/>
                  <a:gd name="connsiteY77" fmla="*/ 578644 h 1269206"/>
                  <a:gd name="connsiteX78" fmla="*/ 816769 w 821531"/>
                  <a:gd name="connsiteY78" fmla="*/ 528638 h 1269206"/>
                  <a:gd name="connsiteX79" fmla="*/ 816769 w 821531"/>
                  <a:gd name="connsiteY79" fmla="*/ 488156 h 1269206"/>
                  <a:gd name="connsiteX80" fmla="*/ 797719 w 821531"/>
                  <a:gd name="connsiteY80" fmla="*/ 431006 h 1269206"/>
                  <a:gd name="connsiteX81" fmla="*/ 778669 w 821531"/>
                  <a:gd name="connsiteY81" fmla="*/ 390525 h 1269206"/>
                  <a:gd name="connsiteX82" fmla="*/ 762000 w 821531"/>
                  <a:gd name="connsiteY82" fmla="*/ 357188 h 1269206"/>
                  <a:gd name="connsiteX83" fmla="*/ 723900 w 821531"/>
                  <a:gd name="connsiteY83" fmla="*/ 340519 h 1269206"/>
                  <a:gd name="connsiteX84" fmla="*/ 695325 w 821531"/>
                  <a:gd name="connsiteY84" fmla="*/ 319088 h 1269206"/>
                  <a:gd name="connsiteX85" fmla="*/ 664369 w 821531"/>
                  <a:gd name="connsiteY85" fmla="*/ 323850 h 1269206"/>
                  <a:gd name="connsiteX86" fmla="*/ 611981 w 821531"/>
                  <a:gd name="connsiteY86" fmla="*/ 335756 h 1269206"/>
                  <a:gd name="connsiteX87" fmla="*/ 578644 w 821531"/>
                  <a:gd name="connsiteY87" fmla="*/ 328613 h 1269206"/>
                  <a:gd name="connsiteX88" fmla="*/ 547688 w 821531"/>
                  <a:gd name="connsiteY88" fmla="*/ 273844 h 1269206"/>
                  <a:gd name="connsiteX89" fmla="*/ 542925 w 821531"/>
                  <a:gd name="connsiteY89" fmla="*/ 238125 h 1269206"/>
                  <a:gd name="connsiteX90" fmla="*/ 528638 w 821531"/>
                  <a:gd name="connsiteY90" fmla="*/ 216694 h 1269206"/>
                  <a:gd name="connsiteX91" fmla="*/ 485775 w 821531"/>
                  <a:gd name="connsiteY91" fmla="*/ 202406 h 1269206"/>
                  <a:gd name="connsiteX92" fmla="*/ 421481 w 821531"/>
                  <a:gd name="connsiteY92" fmla="*/ 190500 h 1269206"/>
                  <a:gd name="connsiteX93" fmla="*/ 400050 w 821531"/>
                  <a:gd name="connsiteY93" fmla="*/ 154781 h 1269206"/>
                  <a:gd name="connsiteX94" fmla="*/ 388144 w 821531"/>
                  <a:gd name="connsiteY94" fmla="*/ 130969 h 1269206"/>
                  <a:gd name="connsiteX95" fmla="*/ 385763 w 821531"/>
                  <a:gd name="connsiteY95" fmla="*/ 95250 h 1269206"/>
                  <a:gd name="connsiteX96" fmla="*/ 388144 w 821531"/>
                  <a:gd name="connsiteY96" fmla="*/ 69056 h 1269206"/>
                  <a:gd name="connsiteX97" fmla="*/ 383381 w 821531"/>
                  <a:gd name="connsiteY97" fmla="*/ 33338 h 126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21531" h="1269206">
                    <a:moveTo>
                      <a:pt x="383381" y="33338"/>
                    </a:moveTo>
                    <a:lnTo>
                      <a:pt x="364331" y="7144"/>
                    </a:lnTo>
                    <a:lnTo>
                      <a:pt x="326231" y="7144"/>
                    </a:lnTo>
                    <a:lnTo>
                      <a:pt x="285750" y="0"/>
                    </a:lnTo>
                    <a:lnTo>
                      <a:pt x="254794" y="4763"/>
                    </a:lnTo>
                    <a:lnTo>
                      <a:pt x="242888" y="16669"/>
                    </a:lnTo>
                    <a:lnTo>
                      <a:pt x="245269" y="52388"/>
                    </a:lnTo>
                    <a:lnTo>
                      <a:pt x="223838" y="80963"/>
                    </a:lnTo>
                    <a:lnTo>
                      <a:pt x="204788" y="83344"/>
                    </a:lnTo>
                    <a:lnTo>
                      <a:pt x="183356" y="95250"/>
                    </a:lnTo>
                    <a:lnTo>
                      <a:pt x="195263" y="126206"/>
                    </a:lnTo>
                    <a:lnTo>
                      <a:pt x="183356" y="159544"/>
                    </a:lnTo>
                    <a:lnTo>
                      <a:pt x="173831" y="185738"/>
                    </a:lnTo>
                    <a:lnTo>
                      <a:pt x="166688" y="245269"/>
                    </a:lnTo>
                    <a:lnTo>
                      <a:pt x="164306" y="321469"/>
                    </a:lnTo>
                    <a:lnTo>
                      <a:pt x="138113" y="411956"/>
                    </a:lnTo>
                    <a:lnTo>
                      <a:pt x="114300" y="466725"/>
                    </a:lnTo>
                    <a:lnTo>
                      <a:pt x="100013" y="492919"/>
                    </a:lnTo>
                    <a:lnTo>
                      <a:pt x="59531" y="481013"/>
                    </a:lnTo>
                    <a:lnTo>
                      <a:pt x="23813" y="492919"/>
                    </a:lnTo>
                    <a:lnTo>
                      <a:pt x="35719" y="519113"/>
                    </a:lnTo>
                    <a:lnTo>
                      <a:pt x="0" y="538163"/>
                    </a:lnTo>
                    <a:lnTo>
                      <a:pt x="4763" y="564356"/>
                    </a:lnTo>
                    <a:lnTo>
                      <a:pt x="23813" y="592931"/>
                    </a:lnTo>
                    <a:lnTo>
                      <a:pt x="28575" y="635794"/>
                    </a:lnTo>
                    <a:lnTo>
                      <a:pt x="2381" y="666750"/>
                    </a:lnTo>
                    <a:lnTo>
                      <a:pt x="4763" y="702469"/>
                    </a:lnTo>
                    <a:lnTo>
                      <a:pt x="33338" y="709613"/>
                    </a:lnTo>
                    <a:lnTo>
                      <a:pt x="61913" y="733425"/>
                    </a:lnTo>
                    <a:lnTo>
                      <a:pt x="104775" y="728663"/>
                    </a:lnTo>
                    <a:lnTo>
                      <a:pt x="126206" y="747713"/>
                    </a:lnTo>
                    <a:lnTo>
                      <a:pt x="114300" y="781050"/>
                    </a:lnTo>
                    <a:lnTo>
                      <a:pt x="100013" y="876300"/>
                    </a:lnTo>
                    <a:lnTo>
                      <a:pt x="109538" y="900113"/>
                    </a:lnTo>
                    <a:lnTo>
                      <a:pt x="123825" y="945356"/>
                    </a:lnTo>
                    <a:lnTo>
                      <a:pt x="126206" y="983456"/>
                    </a:lnTo>
                    <a:lnTo>
                      <a:pt x="95250" y="1004888"/>
                    </a:lnTo>
                    <a:lnTo>
                      <a:pt x="88106" y="1023938"/>
                    </a:lnTo>
                    <a:lnTo>
                      <a:pt x="92869" y="1073944"/>
                    </a:lnTo>
                    <a:lnTo>
                      <a:pt x="100013" y="1092994"/>
                    </a:lnTo>
                    <a:lnTo>
                      <a:pt x="80963" y="1171575"/>
                    </a:lnTo>
                    <a:lnTo>
                      <a:pt x="61913" y="1209675"/>
                    </a:lnTo>
                    <a:lnTo>
                      <a:pt x="54769" y="1233488"/>
                    </a:lnTo>
                    <a:cubicBezTo>
                      <a:pt x="53975" y="1243807"/>
                      <a:pt x="53976" y="1258491"/>
                      <a:pt x="52388" y="1264444"/>
                    </a:cubicBezTo>
                    <a:cubicBezTo>
                      <a:pt x="50801" y="1270397"/>
                      <a:pt x="47625" y="1267619"/>
                      <a:pt x="45244" y="1269206"/>
                    </a:cubicBezTo>
                    <a:lnTo>
                      <a:pt x="97631" y="1264444"/>
                    </a:lnTo>
                    <a:lnTo>
                      <a:pt x="126206" y="1257300"/>
                    </a:lnTo>
                    <a:lnTo>
                      <a:pt x="133350" y="1207294"/>
                    </a:lnTo>
                    <a:lnTo>
                      <a:pt x="171450" y="1164431"/>
                    </a:lnTo>
                    <a:lnTo>
                      <a:pt x="219075" y="1159669"/>
                    </a:lnTo>
                    <a:lnTo>
                      <a:pt x="252413" y="1166813"/>
                    </a:lnTo>
                    <a:lnTo>
                      <a:pt x="264319" y="1188244"/>
                    </a:lnTo>
                    <a:cubicBezTo>
                      <a:pt x="284956" y="1194594"/>
                      <a:pt x="315515" y="1201738"/>
                      <a:pt x="326231" y="1207294"/>
                    </a:cubicBezTo>
                    <a:cubicBezTo>
                      <a:pt x="336947" y="1212850"/>
                      <a:pt x="319882" y="1223170"/>
                      <a:pt x="328613" y="1221582"/>
                    </a:cubicBezTo>
                    <a:cubicBezTo>
                      <a:pt x="337344" y="1219994"/>
                      <a:pt x="361950" y="1205707"/>
                      <a:pt x="378618" y="1197769"/>
                    </a:cubicBezTo>
                    <a:lnTo>
                      <a:pt x="373856" y="1157288"/>
                    </a:lnTo>
                    <a:lnTo>
                      <a:pt x="404813" y="1131094"/>
                    </a:lnTo>
                    <a:lnTo>
                      <a:pt x="390525" y="1071563"/>
                    </a:lnTo>
                    <a:lnTo>
                      <a:pt x="390525" y="1035844"/>
                    </a:lnTo>
                    <a:lnTo>
                      <a:pt x="366713" y="988219"/>
                    </a:lnTo>
                    <a:lnTo>
                      <a:pt x="350044" y="935831"/>
                    </a:lnTo>
                    <a:lnTo>
                      <a:pt x="364331" y="914400"/>
                    </a:lnTo>
                    <a:lnTo>
                      <a:pt x="352425" y="857250"/>
                    </a:lnTo>
                    <a:lnTo>
                      <a:pt x="361950" y="826294"/>
                    </a:lnTo>
                    <a:lnTo>
                      <a:pt x="395288" y="823913"/>
                    </a:lnTo>
                    <a:lnTo>
                      <a:pt x="411956" y="788194"/>
                    </a:lnTo>
                    <a:lnTo>
                      <a:pt x="459581" y="802481"/>
                    </a:lnTo>
                    <a:lnTo>
                      <a:pt x="497681" y="802481"/>
                    </a:lnTo>
                    <a:lnTo>
                      <a:pt x="526256" y="821531"/>
                    </a:lnTo>
                    <a:lnTo>
                      <a:pt x="576263" y="840582"/>
                    </a:lnTo>
                    <a:cubicBezTo>
                      <a:pt x="609601" y="823913"/>
                      <a:pt x="628650" y="807244"/>
                      <a:pt x="654844" y="790575"/>
                    </a:cubicBezTo>
                    <a:lnTo>
                      <a:pt x="702469" y="759619"/>
                    </a:lnTo>
                    <a:lnTo>
                      <a:pt x="752475" y="750094"/>
                    </a:lnTo>
                    <a:lnTo>
                      <a:pt x="783431" y="742950"/>
                    </a:lnTo>
                    <a:lnTo>
                      <a:pt x="812006" y="688181"/>
                    </a:lnTo>
                    <a:lnTo>
                      <a:pt x="812006" y="642938"/>
                    </a:lnTo>
                    <a:lnTo>
                      <a:pt x="821531" y="614363"/>
                    </a:lnTo>
                    <a:lnTo>
                      <a:pt x="821531" y="578644"/>
                    </a:lnTo>
                    <a:lnTo>
                      <a:pt x="816769" y="528638"/>
                    </a:lnTo>
                    <a:lnTo>
                      <a:pt x="816769" y="488156"/>
                    </a:lnTo>
                    <a:lnTo>
                      <a:pt x="797719" y="431006"/>
                    </a:lnTo>
                    <a:lnTo>
                      <a:pt x="778669" y="390525"/>
                    </a:lnTo>
                    <a:lnTo>
                      <a:pt x="762000" y="357188"/>
                    </a:lnTo>
                    <a:lnTo>
                      <a:pt x="723900" y="340519"/>
                    </a:lnTo>
                    <a:lnTo>
                      <a:pt x="695325" y="319088"/>
                    </a:lnTo>
                    <a:lnTo>
                      <a:pt x="664369" y="323850"/>
                    </a:lnTo>
                    <a:lnTo>
                      <a:pt x="611981" y="335756"/>
                    </a:lnTo>
                    <a:lnTo>
                      <a:pt x="578644" y="328613"/>
                    </a:lnTo>
                    <a:lnTo>
                      <a:pt x="547688" y="273844"/>
                    </a:lnTo>
                    <a:lnTo>
                      <a:pt x="542925" y="238125"/>
                    </a:lnTo>
                    <a:lnTo>
                      <a:pt x="528638" y="216694"/>
                    </a:lnTo>
                    <a:lnTo>
                      <a:pt x="485775" y="202406"/>
                    </a:lnTo>
                    <a:lnTo>
                      <a:pt x="421481" y="190500"/>
                    </a:lnTo>
                    <a:lnTo>
                      <a:pt x="400050" y="154781"/>
                    </a:lnTo>
                    <a:lnTo>
                      <a:pt x="388144" y="130969"/>
                    </a:lnTo>
                    <a:lnTo>
                      <a:pt x="385763" y="95250"/>
                    </a:lnTo>
                    <a:cubicBezTo>
                      <a:pt x="384175" y="85725"/>
                      <a:pt x="389732" y="78581"/>
                      <a:pt x="388144" y="69056"/>
                    </a:cubicBezTo>
                    <a:lnTo>
                      <a:pt x="383381" y="3333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49" name="경기 동북부">
                <a:extLst>
                  <a:ext uri="{FF2B5EF4-FFF2-40B4-BE49-F238E27FC236}">
                    <a16:creationId xmlns:a16="http://schemas.microsoft.com/office/drawing/2014/main" id="{E71BCD2E-A3A1-3FD7-CBE4-69E535D9031A}"/>
                  </a:ext>
                </a:extLst>
              </p:cNvPr>
              <p:cNvGrpSpPr/>
              <p:nvPr/>
            </p:nvGrpSpPr>
            <p:grpSpPr>
              <a:xfrm>
                <a:off x="4075240" y="2846555"/>
                <a:ext cx="1307924" cy="1820523"/>
                <a:chOff x="4755356" y="309563"/>
                <a:chExt cx="2357438" cy="3281362"/>
              </a:xfrm>
              <a:grpFill/>
            </p:grpSpPr>
            <p:sp>
              <p:nvSpPr>
                <p:cNvPr id="250" name="포천시">
                  <a:extLst>
                    <a:ext uri="{FF2B5EF4-FFF2-40B4-BE49-F238E27FC236}">
                      <a16:creationId xmlns:a16="http://schemas.microsoft.com/office/drawing/2014/main" id="{F3AC6DA7-C70F-571B-52EF-6BEAF68CD371}"/>
                    </a:ext>
                  </a:extLst>
                </p:cNvPr>
                <p:cNvSpPr/>
                <p:nvPr/>
              </p:nvSpPr>
              <p:spPr>
                <a:xfrm>
                  <a:off x="5091113" y="309563"/>
                  <a:ext cx="1362075" cy="2121693"/>
                </a:xfrm>
                <a:custGeom>
                  <a:avLst/>
                  <a:gdLst>
                    <a:gd name="connsiteX0" fmla="*/ 371475 w 1362075"/>
                    <a:gd name="connsiteY0" fmla="*/ 0 h 2121693"/>
                    <a:gd name="connsiteX1" fmla="*/ 385762 w 1362075"/>
                    <a:gd name="connsiteY1" fmla="*/ 11906 h 2121693"/>
                    <a:gd name="connsiteX2" fmla="*/ 366712 w 1362075"/>
                    <a:gd name="connsiteY2" fmla="*/ 69056 h 2121693"/>
                    <a:gd name="connsiteX3" fmla="*/ 381000 w 1362075"/>
                    <a:gd name="connsiteY3" fmla="*/ 135731 h 2121693"/>
                    <a:gd name="connsiteX4" fmla="*/ 454818 w 1362075"/>
                    <a:gd name="connsiteY4" fmla="*/ 192881 h 2121693"/>
                    <a:gd name="connsiteX5" fmla="*/ 495300 w 1362075"/>
                    <a:gd name="connsiteY5" fmla="*/ 240506 h 2121693"/>
                    <a:gd name="connsiteX6" fmla="*/ 511968 w 1362075"/>
                    <a:gd name="connsiteY6" fmla="*/ 200025 h 2121693"/>
                    <a:gd name="connsiteX7" fmla="*/ 552450 w 1362075"/>
                    <a:gd name="connsiteY7" fmla="*/ 207168 h 2121693"/>
                    <a:gd name="connsiteX8" fmla="*/ 559593 w 1362075"/>
                    <a:gd name="connsiteY8" fmla="*/ 161925 h 2121693"/>
                    <a:gd name="connsiteX9" fmla="*/ 607218 w 1362075"/>
                    <a:gd name="connsiteY9" fmla="*/ 145256 h 2121693"/>
                    <a:gd name="connsiteX10" fmla="*/ 633412 w 1362075"/>
                    <a:gd name="connsiteY10" fmla="*/ 111918 h 2121693"/>
                    <a:gd name="connsiteX11" fmla="*/ 654843 w 1362075"/>
                    <a:gd name="connsiteY11" fmla="*/ 85725 h 2121693"/>
                    <a:gd name="connsiteX12" fmla="*/ 673893 w 1362075"/>
                    <a:gd name="connsiteY12" fmla="*/ 61912 h 2121693"/>
                    <a:gd name="connsiteX13" fmla="*/ 664368 w 1362075"/>
                    <a:gd name="connsiteY13" fmla="*/ 38100 h 2121693"/>
                    <a:gd name="connsiteX14" fmla="*/ 728662 w 1362075"/>
                    <a:gd name="connsiteY14" fmla="*/ 23812 h 2121693"/>
                    <a:gd name="connsiteX15" fmla="*/ 759618 w 1362075"/>
                    <a:gd name="connsiteY15" fmla="*/ 66675 h 2121693"/>
                    <a:gd name="connsiteX16" fmla="*/ 797718 w 1362075"/>
                    <a:gd name="connsiteY16" fmla="*/ 73818 h 2121693"/>
                    <a:gd name="connsiteX17" fmla="*/ 750093 w 1362075"/>
                    <a:gd name="connsiteY17" fmla="*/ 109537 h 2121693"/>
                    <a:gd name="connsiteX18" fmla="*/ 752475 w 1362075"/>
                    <a:gd name="connsiteY18" fmla="*/ 142875 h 2121693"/>
                    <a:gd name="connsiteX19" fmla="*/ 742950 w 1362075"/>
                    <a:gd name="connsiteY19" fmla="*/ 169068 h 2121693"/>
                    <a:gd name="connsiteX20" fmla="*/ 721518 w 1362075"/>
                    <a:gd name="connsiteY20" fmla="*/ 240506 h 2121693"/>
                    <a:gd name="connsiteX21" fmla="*/ 704850 w 1362075"/>
                    <a:gd name="connsiteY21" fmla="*/ 254793 h 2121693"/>
                    <a:gd name="connsiteX22" fmla="*/ 716756 w 1362075"/>
                    <a:gd name="connsiteY22" fmla="*/ 311943 h 2121693"/>
                    <a:gd name="connsiteX23" fmla="*/ 750093 w 1362075"/>
                    <a:gd name="connsiteY23" fmla="*/ 352425 h 2121693"/>
                    <a:gd name="connsiteX24" fmla="*/ 797718 w 1362075"/>
                    <a:gd name="connsiteY24" fmla="*/ 359568 h 2121693"/>
                    <a:gd name="connsiteX25" fmla="*/ 840581 w 1362075"/>
                    <a:gd name="connsiteY25" fmla="*/ 335756 h 2121693"/>
                    <a:gd name="connsiteX26" fmla="*/ 869156 w 1362075"/>
                    <a:gd name="connsiteY26" fmla="*/ 450056 h 2121693"/>
                    <a:gd name="connsiteX27" fmla="*/ 921543 w 1362075"/>
                    <a:gd name="connsiteY27" fmla="*/ 469106 h 2121693"/>
                    <a:gd name="connsiteX28" fmla="*/ 945356 w 1362075"/>
                    <a:gd name="connsiteY28" fmla="*/ 478631 h 2121693"/>
                    <a:gd name="connsiteX29" fmla="*/ 950118 w 1362075"/>
                    <a:gd name="connsiteY29" fmla="*/ 423862 h 2121693"/>
                    <a:gd name="connsiteX30" fmla="*/ 1009650 w 1362075"/>
                    <a:gd name="connsiteY30" fmla="*/ 397668 h 2121693"/>
                    <a:gd name="connsiteX31" fmla="*/ 1069181 w 1362075"/>
                    <a:gd name="connsiteY31" fmla="*/ 385762 h 2121693"/>
                    <a:gd name="connsiteX32" fmla="*/ 1078706 w 1362075"/>
                    <a:gd name="connsiteY32" fmla="*/ 345281 h 2121693"/>
                    <a:gd name="connsiteX33" fmla="*/ 1119187 w 1362075"/>
                    <a:gd name="connsiteY33" fmla="*/ 330993 h 2121693"/>
                    <a:gd name="connsiteX34" fmla="*/ 1128712 w 1362075"/>
                    <a:gd name="connsiteY34" fmla="*/ 366712 h 2121693"/>
                    <a:gd name="connsiteX35" fmla="*/ 1195387 w 1362075"/>
                    <a:gd name="connsiteY35" fmla="*/ 361950 h 2121693"/>
                    <a:gd name="connsiteX36" fmla="*/ 1212056 w 1362075"/>
                    <a:gd name="connsiteY36" fmla="*/ 411956 h 2121693"/>
                    <a:gd name="connsiteX37" fmla="*/ 1250156 w 1362075"/>
                    <a:gd name="connsiteY37" fmla="*/ 414337 h 2121693"/>
                    <a:gd name="connsiteX38" fmla="*/ 1288256 w 1362075"/>
                    <a:gd name="connsiteY38" fmla="*/ 383381 h 2121693"/>
                    <a:gd name="connsiteX39" fmla="*/ 1288256 w 1362075"/>
                    <a:gd name="connsiteY39" fmla="*/ 352425 h 2121693"/>
                    <a:gd name="connsiteX40" fmla="*/ 1312068 w 1362075"/>
                    <a:gd name="connsiteY40" fmla="*/ 345281 h 2121693"/>
                    <a:gd name="connsiteX41" fmla="*/ 1323975 w 1362075"/>
                    <a:gd name="connsiteY41" fmla="*/ 381000 h 2121693"/>
                    <a:gd name="connsiteX42" fmla="*/ 1354931 w 1362075"/>
                    <a:gd name="connsiteY42" fmla="*/ 407193 h 2121693"/>
                    <a:gd name="connsiteX43" fmla="*/ 1362075 w 1362075"/>
                    <a:gd name="connsiteY43" fmla="*/ 526256 h 2121693"/>
                    <a:gd name="connsiteX44" fmla="*/ 1352550 w 1362075"/>
                    <a:gd name="connsiteY44" fmla="*/ 602456 h 2121693"/>
                    <a:gd name="connsiteX45" fmla="*/ 1347787 w 1362075"/>
                    <a:gd name="connsiteY45" fmla="*/ 666750 h 2121693"/>
                    <a:gd name="connsiteX46" fmla="*/ 1293018 w 1362075"/>
                    <a:gd name="connsiteY46" fmla="*/ 723900 h 2121693"/>
                    <a:gd name="connsiteX47" fmla="*/ 1259681 w 1362075"/>
                    <a:gd name="connsiteY47" fmla="*/ 750093 h 2121693"/>
                    <a:gd name="connsiteX48" fmla="*/ 1269206 w 1362075"/>
                    <a:gd name="connsiteY48" fmla="*/ 790575 h 2121693"/>
                    <a:gd name="connsiteX49" fmla="*/ 1214437 w 1362075"/>
                    <a:gd name="connsiteY49" fmla="*/ 869156 h 2121693"/>
                    <a:gd name="connsiteX50" fmla="*/ 1223962 w 1362075"/>
                    <a:gd name="connsiteY50" fmla="*/ 904875 h 2121693"/>
                    <a:gd name="connsiteX51" fmla="*/ 1188243 w 1362075"/>
                    <a:gd name="connsiteY51" fmla="*/ 933450 h 2121693"/>
                    <a:gd name="connsiteX52" fmla="*/ 1126331 w 1362075"/>
                    <a:gd name="connsiteY52" fmla="*/ 964406 h 2121693"/>
                    <a:gd name="connsiteX53" fmla="*/ 1097756 w 1362075"/>
                    <a:gd name="connsiteY53" fmla="*/ 1028700 h 2121693"/>
                    <a:gd name="connsiteX54" fmla="*/ 1085850 w 1362075"/>
                    <a:gd name="connsiteY54" fmla="*/ 1088231 h 2121693"/>
                    <a:gd name="connsiteX55" fmla="*/ 1078706 w 1362075"/>
                    <a:gd name="connsiteY55" fmla="*/ 1135856 h 2121693"/>
                    <a:gd name="connsiteX56" fmla="*/ 1097756 w 1362075"/>
                    <a:gd name="connsiteY56" fmla="*/ 1181100 h 2121693"/>
                    <a:gd name="connsiteX57" fmla="*/ 1023937 w 1362075"/>
                    <a:gd name="connsiteY57" fmla="*/ 1264443 h 2121693"/>
                    <a:gd name="connsiteX58" fmla="*/ 995362 w 1362075"/>
                    <a:gd name="connsiteY58" fmla="*/ 1264443 h 2121693"/>
                    <a:gd name="connsiteX59" fmla="*/ 950118 w 1362075"/>
                    <a:gd name="connsiteY59" fmla="*/ 1247775 h 2121693"/>
                    <a:gd name="connsiteX60" fmla="*/ 900112 w 1362075"/>
                    <a:gd name="connsiteY60" fmla="*/ 1254918 h 2121693"/>
                    <a:gd name="connsiteX61" fmla="*/ 891540 w 1362075"/>
                    <a:gd name="connsiteY61" fmla="*/ 1317070 h 2121693"/>
                    <a:gd name="connsiteX62" fmla="*/ 892968 w 1362075"/>
                    <a:gd name="connsiteY62" fmla="*/ 1340643 h 2121693"/>
                    <a:gd name="connsiteX63" fmla="*/ 878681 w 1362075"/>
                    <a:gd name="connsiteY63" fmla="*/ 1393031 h 2121693"/>
                    <a:gd name="connsiteX64" fmla="*/ 866775 w 1362075"/>
                    <a:gd name="connsiteY64" fmla="*/ 1440656 h 2121693"/>
                    <a:gd name="connsiteX65" fmla="*/ 866775 w 1362075"/>
                    <a:gd name="connsiteY65" fmla="*/ 1507331 h 2121693"/>
                    <a:gd name="connsiteX66" fmla="*/ 854868 w 1362075"/>
                    <a:gd name="connsiteY66" fmla="*/ 1533525 h 2121693"/>
                    <a:gd name="connsiteX67" fmla="*/ 812006 w 1362075"/>
                    <a:gd name="connsiteY67" fmla="*/ 1533525 h 2121693"/>
                    <a:gd name="connsiteX68" fmla="*/ 795337 w 1362075"/>
                    <a:gd name="connsiteY68" fmla="*/ 1502568 h 2121693"/>
                    <a:gd name="connsiteX69" fmla="*/ 762000 w 1362075"/>
                    <a:gd name="connsiteY69" fmla="*/ 1483518 h 2121693"/>
                    <a:gd name="connsiteX70" fmla="*/ 702468 w 1362075"/>
                    <a:gd name="connsiteY70" fmla="*/ 1574006 h 2121693"/>
                    <a:gd name="connsiteX71" fmla="*/ 695325 w 1362075"/>
                    <a:gd name="connsiteY71" fmla="*/ 1593056 h 2121693"/>
                    <a:gd name="connsiteX72" fmla="*/ 709612 w 1362075"/>
                    <a:gd name="connsiteY72" fmla="*/ 1647825 h 2121693"/>
                    <a:gd name="connsiteX73" fmla="*/ 685800 w 1362075"/>
                    <a:gd name="connsiteY73" fmla="*/ 1676400 h 2121693"/>
                    <a:gd name="connsiteX74" fmla="*/ 676275 w 1362075"/>
                    <a:gd name="connsiteY74" fmla="*/ 1700212 h 2121693"/>
                    <a:gd name="connsiteX75" fmla="*/ 690562 w 1362075"/>
                    <a:gd name="connsiteY75" fmla="*/ 1790700 h 2121693"/>
                    <a:gd name="connsiteX76" fmla="*/ 688181 w 1362075"/>
                    <a:gd name="connsiteY76" fmla="*/ 1854993 h 2121693"/>
                    <a:gd name="connsiteX77" fmla="*/ 669131 w 1362075"/>
                    <a:gd name="connsiteY77" fmla="*/ 1907381 h 2121693"/>
                    <a:gd name="connsiteX78" fmla="*/ 661987 w 1362075"/>
                    <a:gd name="connsiteY78" fmla="*/ 1966912 h 2121693"/>
                    <a:gd name="connsiteX79" fmla="*/ 628650 w 1362075"/>
                    <a:gd name="connsiteY79" fmla="*/ 2028825 h 2121693"/>
                    <a:gd name="connsiteX80" fmla="*/ 561975 w 1362075"/>
                    <a:gd name="connsiteY80" fmla="*/ 2035968 h 2121693"/>
                    <a:gd name="connsiteX81" fmla="*/ 526256 w 1362075"/>
                    <a:gd name="connsiteY81" fmla="*/ 2085975 h 2121693"/>
                    <a:gd name="connsiteX82" fmla="*/ 495300 w 1362075"/>
                    <a:gd name="connsiteY82" fmla="*/ 2069306 h 2121693"/>
                    <a:gd name="connsiteX83" fmla="*/ 492918 w 1362075"/>
                    <a:gd name="connsiteY83" fmla="*/ 2035968 h 2121693"/>
                    <a:gd name="connsiteX84" fmla="*/ 454818 w 1362075"/>
                    <a:gd name="connsiteY84" fmla="*/ 2012156 h 2121693"/>
                    <a:gd name="connsiteX85" fmla="*/ 431006 w 1362075"/>
                    <a:gd name="connsiteY85" fmla="*/ 2047875 h 2121693"/>
                    <a:gd name="connsiteX86" fmla="*/ 383381 w 1362075"/>
                    <a:gd name="connsiteY86" fmla="*/ 2038350 h 2121693"/>
                    <a:gd name="connsiteX87" fmla="*/ 335756 w 1362075"/>
                    <a:gd name="connsiteY87" fmla="*/ 2047875 h 2121693"/>
                    <a:gd name="connsiteX88" fmla="*/ 297656 w 1362075"/>
                    <a:gd name="connsiteY88" fmla="*/ 2064543 h 2121693"/>
                    <a:gd name="connsiteX89" fmla="*/ 283368 w 1362075"/>
                    <a:gd name="connsiteY89" fmla="*/ 2121693 h 2121693"/>
                    <a:gd name="connsiteX90" fmla="*/ 238125 w 1362075"/>
                    <a:gd name="connsiteY90" fmla="*/ 2090737 h 2121693"/>
                    <a:gd name="connsiteX91" fmla="*/ 219075 w 1362075"/>
                    <a:gd name="connsiteY91" fmla="*/ 2055018 h 2121693"/>
                    <a:gd name="connsiteX92" fmla="*/ 178593 w 1362075"/>
                    <a:gd name="connsiteY92" fmla="*/ 2052637 h 2121693"/>
                    <a:gd name="connsiteX93" fmla="*/ 164306 w 1362075"/>
                    <a:gd name="connsiteY93" fmla="*/ 2016918 h 2121693"/>
                    <a:gd name="connsiteX94" fmla="*/ 111918 w 1362075"/>
                    <a:gd name="connsiteY94" fmla="*/ 1997868 h 2121693"/>
                    <a:gd name="connsiteX95" fmla="*/ 85725 w 1362075"/>
                    <a:gd name="connsiteY95" fmla="*/ 1976437 h 2121693"/>
                    <a:gd name="connsiteX96" fmla="*/ 109537 w 1362075"/>
                    <a:gd name="connsiteY96" fmla="*/ 1952625 h 2121693"/>
                    <a:gd name="connsiteX97" fmla="*/ 128587 w 1362075"/>
                    <a:gd name="connsiteY97" fmla="*/ 1876425 h 2121693"/>
                    <a:gd name="connsiteX98" fmla="*/ 142875 w 1362075"/>
                    <a:gd name="connsiteY98" fmla="*/ 1833562 h 2121693"/>
                    <a:gd name="connsiteX99" fmla="*/ 133350 w 1362075"/>
                    <a:gd name="connsiteY99" fmla="*/ 1807368 h 2121693"/>
                    <a:gd name="connsiteX100" fmla="*/ 135731 w 1362075"/>
                    <a:gd name="connsiteY100" fmla="*/ 1731168 h 2121693"/>
                    <a:gd name="connsiteX101" fmla="*/ 119062 w 1362075"/>
                    <a:gd name="connsiteY101" fmla="*/ 1671637 h 2121693"/>
                    <a:gd name="connsiteX102" fmla="*/ 90487 w 1362075"/>
                    <a:gd name="connsiteY102" fmla="*/ 1609725 h 2121693"/>
                    <a:gd name="connsiteX103" fmla="*/ 114300 w 1362075"/>
                    <a:gd name="connsiteY103" fmla="*/ 1590675 h 2121693"/>
                    <a:gd name="connsiteX104" fmla="*/ 138112 w 1362075"/>
                    <a:gd name="connsiteY104" fmla="*/ 1564481 h 2121693"/>
                    <a:gd name="connsiteX105" fmla="*/ 188118 w 1362075"/>
                    <a:gd name="connsiteY105" fmla="*/ 1552575 h 2121693"/>
                    <a:gd name="connsiteX106" fmla="*/ 228600 w 1362075"/>
                    <a:gd name="connsiteY106" fmla="*/ 1538287 h 2121693"/>
                    <a:gd name="connsiteX107" fmla="*/ 252412 w 1362075"/>
                    <a:gd name="connsiteY107" fmla="*/ 1476375 h 2121693"/>
                    <a:gd name="connsiteX108" fmla="*/ 273843 w 1362075"/>
                    <a:gd name="connsiteY108" fmla="*/ 1433512 h 2121693"/>
                    <a:gd name="connsiteX109" fmla="*/ 261937 w 1362075"/>
                    <a:gd name="connsiteY109" fmla="*/ 1400175 h 2121693"/>
                    <a:gd name="connsiteX110" fmla="*/ 238125 w 1362075"/>
                    <a:gd name="connsiteY110" fmla="*/ 1400175 h 2121693"/>
                    <a:gd name="connsiteX111" fmla="*/ 228600 w 1362075"/>
                    <a:gd name="connsiteY111" fmla="*/ 1343025 h 2121693"/>
                    <a:gd name="connsiteX112" fmla="*/ 197643 w 1362075"/>
                    <a:gd name="connsiteY112" fmla="*/ 1312068 h 2121693"/>
                    <a:gd name="connsiteX113" fmla="*/ 138112 w 1362075"/>
                    <a:gd name="connsiteY113" fmla="*/ 1307306 h 2121693"/>
                    <a:gd name="connsiteX114" fmla="*/ 116681 w 1362075"/>
                    <a:gd name="connsiteY114" fmla="*/ 1264443 h 2121693"/>
                    <a:gd name="connsiteX115" fmla="*/ 90487 w 1362075"/>
                    <a:gd name="connsiteY115" fmla="*/ 1202531 h 2121693"/>
                    <a:gd name="connsiteX116" fmla="*/ 40481 w 1362075"/>
                    <a:gd name="connsiteY116" fmla="*/ 1178718 h 2121693"/>
                    <a:gd name="connsiteX117" fmla="*/ 50006 w 1362075"/>
                    <a:gd name="connsiteY117" fmla="*/ 1162050 h 2121693"/>
                    <a:gd name="connsiteX118" fmla="*/ 40481 w 1362075"/>
                    <a:gd name="connsiteY118" fmla="*/ 1119187 h 2121693"/>
                    <a:gd name="connsiteX119" fmla="*/ 19050 w 1362075"/>
                    <a:gd name="connsiteY119" fmla="*/ 1076325 h 2121693"/>
                    <a:gd name="connsiteX120" fmla="*/ 25113 w 1362075"/>
                    <a:gd name="connsiteY120" fmla="*/ 1055539 h 2121693"/>
                    <a:gd name="connsiteX121" fmla="*/ 0 w 1362075"/>
                    <a:gd name="connsiteY121" fmla="*/ 1047750 h 2121693"/>
                    <a:gd name="connsiteX122" fmla="*/ 7143 w 1362075"/>
                    <a:gd name="connsiteY122" fmla="*/ 995362 h 2121693"/>
                    <a:gd name="connsiteX123" fmla="*/ 52387 w 1362075"/>
                    <a:gd name="connsiteY123" fmla="*/ 971550 h 2121693"/>
                    <a:gd name="connsiteX124" fmla="*/ 80962 w 1362075"/>
                    <a:gd name="connsiteY124" fmla="*/ 985837 h 2121693"/>
                    <a:gd name="connsiteX125" fmla="*/ 111918 w 1362075"/>
                    <a:gd name="connsiteY125" fmla="*/ 1026318 h 2121693"/>
                    <a:gd name="connsiteX126" fmla="*/ 147637 w 1362075"/>
                    <a:gd name="connsiteY126" fmla="*/ 1000125 h 2121693"/>
                    <a:gd name="connsiteX127" fmla="*/ 185737 w 1362075"/>
                    <a:gd name="connsiteY127" fmla="*/ 971550 h 2121693"/>
                    <a:gd name="connsiteX128" fmla="*/ 228600 w 1362075"/>
                    <a:gd name="connsiteY128" fmla="*/ 952500 h 2121693"/>
                    <a:gd name="connsiteX129" fmla="*/ 235743 w 1362075"/>
                    <a:gd name="connsiteY129" fmla="*/ 897731 h 2121693"/>
                    <a:gd name="connsiteX130" fmla="*/ 219075 w 1362075"/>
                    <a:gd name="connsiteY130" fmla="*/ 835818 h 2121693"/>
                    <a:gd name="connsiteX131" fmla="*/ 169068 w 1362075"/>
                    <a:gd name="connsiteY131" fmla="*/ 771525 h 2121693"/>
                    <a:gd name="connsiteX132" fmla="*/ 150018 w 1362075"/>
                    <a:gd name="connsiteY132" fmla="*/ 733425 h 2121693"/>
                    <a:gd name="connsiteX133" fmla="*/ 102393 w 1362075"/>
                    <a:gd name="connsiteY133" fmla="*/ 711993 h 2121693"/>
                    <a:gd name="connsiteX134" fmla="*/ 90487 w 1362075"/>
                    <a:gd name="connsiteY134" fmla="*/ 659606 h 2121693"/>
                    <a:gd name="connsiteX135" fmla="*/ 114300 w 1362075"/>
                    <a:gd name="connsiteY135" fmla="*/ 616743 h 2121693"/>
                    <a:gd name="connsiteX136" fmla="*/ 171450 w 1362075"/>
                    <a:gd name="connsiteY136" fmla="*/ 604837 h 2121693"/>
                    <a:gd name="connsiteX137" fmla="*/ 190500 w 1362075"/>
                    <a:gd name="connsiteY137" fmla="*/ 581025 h 2121693"/>
                    <a:gd name="connsiteX138" fmla="*/ 200025 w 1362075"/>
                    <a:gd name="connsiteY138" fmla="*/ 600075 h 2121693"/>
                    <a:gd name="connsiteX139" fmla="*/ 221456 w 1362075"/>
                    <a:gd name="connsiteY139" fmla="*/ 650081 h 2121693"/>
                    <a:gd name="connsiteX140" fmla="*/ 264318 w 1362075"/>
                    <a:gd name="connsiteY140" fmla="*/ 619125 h 2121693"/>
                    <a:gd name="connsiteX141" fmla="*/ 292893 w 1362075"/>
                    <a:gd name="connsiteY141" fmla="*/ 619125 h 2121693"/>
                    <a:gd name="connsiteX142" fmla="*/ 319087 w 1362075"/>
                    <a:gd name="connsiteY142" fmla="*/ 592931 h 2121693"/>
                    <a:gd name="connsiteX143" fmla="*/ 373856 w 1362075"/>
                    <a:gd name="connsiteY143" fmla="*/ 616743 h 2121693"/>
                    <a:gd name="connsiteX144" fmla="*/ 397668 w 1362075"/>
                    <a:gd name="connsiteY144" fmla="*/ 588168 h 2121693"/>
                    <a:gd name="connsiteX145" fmla="*/ 385762 w 1362075"/>
                    <a:gd name="connsiteY145" fmla="*/ 533400 h 2121693"/>
                    <a:gd name="connsiteX146" fmla="*/ 392906 w 1362075"/>
                    <a:gd name="connsiteY146" fmla="*/ 495300 h 2121693"/>
                    <a:gd name="connsiteX147" fmla="*/ 357187 w 1362075"/>
                    <a:gd name="connsiteY147" fmla="*/ 459581 h 2121693"/>
                    <a:gd name="connsiteX148" fmla="*/ 359568 w 1362075"/>
                    <a:gd name="connsiteY148" fmla="*/ 350043 h 2121693"/>
                    <a:gd name="connsiteX149" fmla="*/ 323850 w 1362075"/>
                    <a:gd name="connsiteY149" fmla="*/ 314325 h 2121693"/>
                    <a:gd name="connsiteX150" fmla="*/ 338137 w 1362075"/>
                    <a:gd name="connsiteY150" fmla="*/ 273843 h 2121693"/>
                    <a:gd name="connsiteX151" fmla="*/ 319087 w 1362075"/>
                    <a:gd name="connsiteY151" fmla="*/ 242887 h 2121693"/>
                    <a:gd name="connsiteX152" fmla="*/ 319087 w 1362075"/>
                    <a:gd name="connsiteY152" fmla="*/ 216693 h 2121693"/>
                    <a:gd name="connsiteX153" fmla="*/ 338137 w 1362075"/>
                    <a:gd name="connsiteY153" fmla="*/ 185737 h 2121693"/>
                    <a:gd name="connsiteX154" fmla="*/ 326231 w 1362075"/>
                    <a:gd name="connsiteY154" fmla="*/ 102393 h 2121693"/>
                    <a:gd name="connsiteX155" fmla="*/ 323850 w 1362075"/>
                    <a:gd name="connsiteY155" fmla="*/ 57150 h 2121693"/>
                    <a:gd name="connsiteX156" fmla="*/ 340518 w 1362075"/>
                    <a:gd name="connsiteY156" fmla="*/ 14287 h 2121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362075" h="2121693">
                      <a:moveTo>
                        <a:pt x="371475" y="0"/>
                      </a:moveTo>
                      <a:lnTo>
                        <a:pt x="385762" y="11906"/>
                      </a:lnTo>
                      <a:lnTo>
                        <a:pt x="366712" y="69056"/>
                      </a:lnTo>
                      <a:lnTo>
                        <a:pt x="381000" y="135731"/>
                      </a:lnTo>
                      <a:lnTo>
                        <a:pt x="454818" y="192881"/>
                      </a:lnTo>
                      <a:lnTo>
                        <a:pt x="495300" y="240506"/>
                      </a:lnTo>
                      <a:lnTo>
                        <a:pt x="511968" y="200025"/>
                      </a:lnTo>
                      <a:lnTo>
                        <a:pt x="552450" y="207168"/>
                      </a:lnTo>
                      <a:lnTo>
                        <a:pt x="559593" y="161925"/>
                      </a:lnTo>
                      <a:lnTo>
                        <a:pt x="607218" y="145256"/>
                      </a:lnTo>
                      <a:lnTo>
                        <a:pt x="633412" y="111918"/>
                      </a:lnTo>
                      <a:lnTo>
                        <a:pt x="654843" y="85725"/>
                      </a:lnTo>
                      <a:lnTo>
                        <a:pt x="673893" y="61912"/>
                      </a:lnTo>
                      <a:lnTo>
                        <a:pt x="664368" y="38100"/>
                      </a:lnTo>
                      <a:lnTo>
                        <a:pt x="728662" y="23812"/>
                      </a:lnTo>
                      <a:lnTo>
                        <a:pt x="759618" y="66675"/>
                      </a:lnTo>
                      <a:lnTo>
                        <a:pt x="797718" y="73818"/>
                      </a:lnTo>
                      <a:lnTo>
                        <a:pt x="750093" y="109537"/>
                      </a:lnTo>
                      <a:lnTo>
                        <a:pt x="752475" y="142875"/>
                      </a:lnTo>
                      <a:lnTo>
                        <a:pt x="742950" y="169068"/>
                      </a:lnTo>
                      <a:lnTo>
                        <a:pt x="721518" y="240506"/>
                      </a:lnTo>
                      <a:lnTo>
                        <a:pt x="704850" y="254793"/>
                      </a:lnTo>
                      <a:lnTo>
                        <a:pt x="716756" y="311943"/>
                      </a:lnTo>
                      <a:lnTo>
                        <a:pt x="750093" y="352425"/>
                      </a:lnTo>
                      <a:lnTo>
                        <a:pt x="797718" y="359568"/>
                      </a:lnTo>
                      <a:lnTo>
                        <a:pt x="840581" y="335756"/>
                      </a:lnTo>
                      <a:lnTo>
                        <a:pt x="869156" y="450056"/>
                      </a:lnTo>
                      <a:lnTo>
                        <a:pt x="921543" y="469106"/>
                      </a:lnTo>
                      <a:lnTo>
                        <a:pt x="945356" y="478631"/>
                      </a:lnTo>
                      <a:lnTo>
                        <a:pt x="950118" y="423862"/>
                      </a:lnTo>
                      <a:lnTo>
                        <a:pt x="1009650" y="397668"/>
                      </a:lnTo>
                      <a:lnTo>
                        <a:pt x="1069181" y="385762"/>
                      </a:lnTo>
                      <a:lnTo>
                        <a:pt x="1078706" y="345281"/>
                      </a:lnTo>
                      <a:lnTo>
                        <a:pt x="1119187" y="330993"/>
                      </a:lnTo>
                      <a:lnTo>
                        <a:pt x="1128712" y="366712"/>
                      </a:lnTo>
                      <a:lnTo>
                        <a:pt x="1195387" y="361950"/>
                      </a:lnTo>
                      <a:lnTo>
                        <a:pt x="1212056" y="411956"/>
                      </a:lnTo>
                      <a:lnTo>
                        <a:pt x="1250156" y="414337"/>
                      </a:lnTo>
                      <a:lnTo>
                        <a:pt x="1288256" y="383381"/>
                      </a:lnTo>
                      <a:lnTo>
                        <a:pt x="1288256" y="352425"/>
                      </a:lnTo>
                      <a:lnTo>
                        <a:pt x="1312068" y="345281"/>
                      </a:lnTo>
                      <a:lnTo>
                        <a:pt x="1323975" y="381000"/>
                      </a:lnTo>
                      <a:lnTo>
                        <a:pt x="1354931" y="407193"/>
                      </a:lnTo>
                      <a:lnTo>
                        <a:pt x="1362075" y="526256"/>
                      </a:lnTo>
                      <a:lnTo>
                        <a:pt x="1352550" y="602456"/>
                      </a:lnTo>
                      <a:lnTo>
                        <a:pt x="1347787" y="666750"/>
                      </a:lnTo>
                      <a:lnTo>
                        <a:pt x="1293018" y="723900"/>
                      </a:lnTo>
                      <a:lnTo>
                        <a:pt x="1259681" y="750093"/>
                      </a:lnTo>
                      <a:lnTo>
                        <a:pt x="1269206" y="790575"/>
                      </a:lnTo>
                      <a:lnTo>
                        <a:pt x="1214437" y="869156"/>
                      </a:lnTo>
                      <a:lnTo>
                        <a:pt x="1223962" y="904875"/>
                      </a:lnTo>
                      <a:lnTo>
                        <a:pt x="1188243" y="933450"/>
                      </a:lnTo>
                      <a:lnTo>
                        <a:pt x="1126331" y="964406"/>
                      </a:lnTo>
                      <a:lnTo>
                        <a:pt x="1097756" y="1028700"/>
                      </a:lnTo>
                      <a:lnTo>
                        <a:pt x="1085850" y="1088231"/>
                      </a:lnTo>
                      <a:lnTo>
                        <a:pt x="1078706" y="1135856"/>
                      </a:lnTo>
                      <a:lnTo>
                        <a:pt x="1097756" y="1181100"/>
                      </a:lnTo>
                      <a:lnTo>
                        <a:pt x="1023937" y="1264443"/>
                      </a:lnTo>
                      <a:lnTo>
                        <a:pt x="995362" y="1264443"/>
                      </a:lnTo>
                      <a:lnTo>
                        <a:pt x="950118" y="1247775"/>
                      </a:lnTo>
                      <a:lnTo>
                        <a:pt x="900112" y="1254918"/>
                      </a:lnTo>
                      <a:lnTo>
                        <a:pt x="891540" y="1317070"/>
                      </a:lnTo>
                      <a:lnTo>
                        <a:pt x="892968" y="1340643"/>
                      </a:lnTo>
                      <a:lnTo>
                        <a:pt x="878681" y="1393031"/>
                      </a:lnTo>
                      <a:lnTo>
                        <a:pt x="866775" y="1440656"/>
                      </a:lnTo>
                      <a:lnTo>
                        <a:pt x="866775" y="1507331"/>
                      </a:lnTo>
                      <a:lnTo>
                        <a:pt x="854868" y="1533525"/>
                      </a:lnTo>
                      <a:lnTo>
                        <a:pt x="812006" y="1533525"/>
                      </a:lnTo>
                      <a:lnTo>
                        <a:pt x="795337" y="1502568"/>
                      </a:lnTo>
                      <a:lnTo>
                        <a:pt x="762000" y="1483518"/>
                      </a:lnTo>
                      <a:lnTo>
                        <a:pt x="702468" y="1574006"/>
                      </a:lnTo>
                      <a:lnTo>
                        <a:pt x="695325" y="1593056"/>
                      </a:lnTo>
                      <a:lnTo>
                        <a:pt x="709612" y="1647825"/>
                      </a:lnTo>
                      <a:lnTo>
                        <a:pt x="685800" y="1676400"/>
                      </a:lnTo>
                      <a:lnTo>
                        <a:pt x="676275" y="1700212"/>
                      </a:lnTo>
                      <a:lnTo>
                        <a:pt x="690562" y="1790700"/>
                      </a:lnTo>
                      <a:cubicBezTo>
                        <a:pt x="689768" y="1812131"/>
                        <a:pt x="688975" y="1833562"/>
                        <a:pt x="688181" y="1854993"/>
                      </a:cubicBezTo>
                      <a:lnTo>
                        <a:pt x="669131" y="1907381"/>
                      </a:lnTo>
                      <a:lnTo>
                        <a:pt x="661987" y="1966912"/>
                      </a:lnTo>
                      <a:lnTo>
                        <a:pt x="628650" y="2028825"/>
                      </a:lnTo>
                      <a:lnTo>
                        <a:pt x="561975" y="2035968"/>
                      </a:lnTo>
                      <a:lnTo>
                        <a:pt x="526256" y="2085975"/>
                      </a:lnTo>
                      <a:lnTo>
                        <a:pt x="495300" y="2069306"/>
                      </a:lnTo>
                      <a:lnTo>
                        <a:pt x="492918" y="2035968"/>
                      </a:lnTo>
                      <a:lnTo>
                        <a:pt x="454818" y="2012156"/>
                      </a:lnTo>
                      <a:lnTo>
                        <a:pt x="431006" y="2047875"/>
                      </a:lnTo>
                      <a:lnTo>
                        <a:pt x="383381" y="2038350"/>
                      </a:lnTo>
                      <a:lnTo>
                        <a:pt x="335756" y="2047875"/>
                      </a:lnTo>
                      <a:lnTo>
                        <a:pt x="297656" y="2064543"/>
                      </a:lnTo>
                      <a:lnTo>
                        <a:pt x="283368" y="2121693"/>
                      </a:lnTo>
                      <a:lnTo>
                        <a:pt x="238125" y="2090737"/>
                      </a:lnTo>
                      <a:lnTo>
                        <a:pt x="219075" y="2055018"/>
                      </a:lnTo>
                      <a:lnTo>
                        <a:pt x="178593" y="2052637"/>
                      </a:lnTo>
                      <a:lnTo>
                        <a:pt x="164306" y="2016918"/>
                      </a:lnTo>
                      <a:lnTo>
                        <a:pt x="111918" y="1997868"/>
                      </a:lnTo>
                      <a:lnTo>
                        <a:pt x="85725" y="1976437"/>
                      </a:lnTo>
                      <a:lnTo>
                        <a:pt x="109537" y="1952625"/>
                      </a:lnTo>
                      <a:lnTo>
                        <a:pt x="128587" y="1876425"/>
                      </a:lnTo>
                      <a:lnTo>
                        <a:pt x="142875" y="1833562"/>
                      </a:lnTo>
                      <a:lnTo>
                        <a:pt x="133350" y="1807368"/>
                      </a:lnTo>
                      <a:cubicBezTo>
                        <a:pt x="134144" y="1781968"/>
                        <a:pt x="134937" y="1756568"/>
                        <a:pt x="135731" y="1731168"/>
                      </a:cubicBezTo>
                      <a:lnTo>
                        <a:pt x="119062" y="1671637"/>
                      </a:lnTo>
                      <a:lnTo>
                        <a:pt x="90487" y="1609725"/>
                      </a:lnTo>
                      <a:lnTo>
                        <a:pt x="114300" y="1590675"/>
                      </a:lnTo>
                      <a:lnTo>
                        <a:pt x="138112" y="1564481"/>
                      </a:lnTo>
                      <a:lnTo>
                        <a:pt x="188118" y="1552575"/>
                      </a:lnTo>
                      <a:lnTo>
                        <a:pt x="228600" y="1538287"/>
                      </a:lnTo>
                      <a:lnTo>
                        <a:pt x="252412" y="1476375"/>
                      </a:lnTo>
                      <a:lnTo>
                        <a:pt x="273843" y="1433512"/>
                      </a:lnTo>
                      <a:lnTo>
                        <a:pt x="261937" y="1400175"/>
                      </a:lnTo>
                      <a:lnTo>
                        <a:pt x="238125" y="1400175"/>
                      </a:lnTo>
                      <a:lnTo>
                        <a:pt x="228600" y="1343025"/>
                      </a:lnTo>
                      <a:lnTo>
                        <a:pt x="197643" y="1312068"/>
                      </a:lnTo>
                      <a:lnTo>
                        <a:pt x="138112" y="1307306"/>
                      </a:lnTo>
                      <a:lnTo>
                        <a:pt x="116681" y="1264443"/>
                      </a:lnTo>
                      <a:lnTo>
                        <a:pt x="90487" y="1202531"/>
                      </a:lnTo>
                      <a:lnTo>
                        <a:pt x="40481" y="1178718"/>
                      </a:lnTo>
                      <a:lnTo>
                        <a:pt x="50006" y="1162050"/>
                      </a:lnTo>
                      <a:lnTo>
                        <a:pt x="40481" y="1119187"/>
                      </a:lnTo>
                      <a:lnTo>
                        <a:pt x="19050" y="1076325"/>
                      </a:lnTo>
                      <a:lnTo>
                        <a:pt x="25113" y="1055539"/>
                      </a:lnTo>
                      <a:lnTo>
                        <a:pt x="0" y="1047750"/>
                      </a:lnTo>
                      <a:lnTo>
                        <a:pt x="7143" y="995362"/>
                      </a:lnTo>
                      <a:lnTo>
                        <a:pt x="52387" y="971550"/>
                      </a:lnTo>
                      <a:lnTo>
                        <a:pt x="80962" y="985837"/>
                      </a:lnTo>
                      <a:lnTo>
                        <a:pt x="111918" y="1026318"/>
                      </a:lnTo>
                      <a:lnTo>
                        <a:pt x="147637" y="1000125"/>
                      </a:lnTo>
                      <a:lnTo>
                        <a:pt x="185737" y="971550"/>
                      </a:lnTo>
                      <a:lnTo>
                        <a:pt x="228600" y="952500"/>
                      </a:lnTo>
                      <a:lnTo>
                        <a:pt x="235743" y="897731"/>
                      </a:lnTo>
                      <a:lnTo>
                        <a:pt x="219075" y="835818"/>
                      </a:lnTo>
                      <a:lnTo>
                        <a:pt x="169068" y="771525"/>
                      </a:lnTo>
                      <a:lnTo>
                        <a:pt x="150018" y="733425"/>
                      </a:lnTo>
                      <a:lnTo>
                        <a:pt x="102393" y="711993"/>
                      </a:lnTo>
                      <a:lnTo>
                        <a:pt x="90487" y="659606"/>
                      </a:lnTo>
                      <a:lnTo>
                        <a:pt x="114300" y="616743"/>
                      </a:lnTo>
                      <a:lnTo>
                        <a:pt x="171450" y="604837"/>
                      </a:lnTo>
                      <a:lnTo>
                        <a:pt x="190500" y="581025"/>
                      </a:lnTo>
                      <a:lnTo>
                        <a:pt x="200025" y="600075"/>
                      </a:lnTo>
                      <a:lnTo>
                        <a:pt x="221456" y="650081"/>
                      </a:lnTo>
                      <a:lnTo>
                        <a:pt x="264318" y="619125"/>
                      </a:lnTo>
                      <a:lnTo>
                        <a:pt x="292893" y="619125"/>
                      </a:lnTo>
                      <a:lnTo>
                        <a:pt x="319087" y="592931"/>
                      </a:lnTo>
                      <a:lnTo>
                        <a:pt x="373856" y="616743"/>
                      </a:lnTo>
                      <a:lnTo>
                        <a:pt x="397668" y="588168"/>
                      </a:lnTo>
                      <a:lnTo>
                        <a:pt x="385762" y="533400"/>
                      </a:lnTo>
                      <a:lnTo>
                        <a:pt x="392906" y="495300"/>
                      </a:lnTo>
                      <a:lnTo>
                        <a:pt x="357187" y="459581"/>
                      </a:lnTo>
                      <a:cubicBezTo>
                        <a:pt x="357981" y="423068"/>
                        <a:pt x="358774" y="386556"/>
                        <a:pt x="359568" y="350043"/>
                      </a:cubicBezTo>
                      <a:lnTo>
                        <a:pt x="323850" y="314325"/>
                      </a:lnTo>
                      <a:lnTo>
                        <a:pt x="338137" y="273843"/>
                      </a:lnTo>
                      <a:lnTo>
                        <a:pt x="319087" y="242887"/>
                      </a:lnTo>
                      <a:lnTo>
                        <a:pt x="319087" y="216693"/>
                      </a:lnTo>
                      <a:lnTo>
                        <a:pt x="338137" y="185737"/>
                      </a:lnTo>
                      <a:lnTo>
                        <a:pt x="326231" y="102393"/>
                      </a:lnTo>
                      <a:lnTo>
                        <a:pt x="323850" y="57150"/>
                      </a:lnTo>
                      <a:lnTo>
                        <a:pt x="340518" y="14287"/>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1" name="구리시">
                  <a:extLst>
                    <a:ext uri="{FF2B5EF4-FFF2-40B4-BE49-F238E27FC236}">
                      <a16:creationId xmlns:a16="http://schemas.microsoft.com/office/drawing/2014/main" id="{AE995421-CEBC-520E-1569-D4F3063A796A}"/>
                    </a:ext>
                  </a:extLst>
                </p:cNvPr>
                <p:cNvSpPr/>
                <p:nvPr/>
              </p:nvSpPr>
              <p:spPr>
                <a:xfrm>
                  <a:off x="5153025" y="2943225"/>
                  <a:ext cx="247650" cy="400050"/>
                </a:xfrm>
                <a:custGeom>
                  <a:avLst/>
                  <a:gdLst>
                    <a:gd name="connsiteX0" fmla="*/ 42863 w 247650"/>
                    <a:gd name="connsiteY0" fmla="*/ 400050 h 400050"/>
                    <a:gd name="connsiteX1" fmla="*/ 0 w 247650"/>
                    <a:gd name="connsiteY1" fmla="*/ 397669 h 400050"/>
                    <a:gd name="connsiteX2" fmla="*/ 9525 w 247650"/>
                    <a:gd name="connsiteY2" fmla="*/ 342900 h 400050"/>
                    <a:gd name="connsiteX3" fmla="*/ 7144 w 247650"/>
                    <a:gd name="connsiteY3" fmla="*/ 326231 h 400050"/>
                    <a:gd name="connsiteX4" fmla="*/ 30956 w 247650"/>
                    <a:gd name="connsiteY4" fmla="*/ 302419 h 400050"/>
                    <a:gd name="connsiteX5" fmla="*/ 47625 w 247650"/>
                    <a:gd name="connsiteY5" fmla="*/ 276225 h 400050"/>
                    <a:gd name="connsiteX6" fmla="*/ 66675 w 247650"/>
                    <a:gd name="connsiteY6" fmla="*/ 245269 h 400050"/>
                    <a:gd name="connsiteX7" fmla="*/ 54769 w 247650"/>
                    <a:gd name="connsiteY7" fmla="*/ 211931 h 400050"/>
                    <a:gd name="connsiteX8" fmla="*/ 71438 w 247650"/>
                    <a:gd name="connsiteY8" fmla="*/ 161925 h 400050"/>
                    <a:gd name="connsiteX9" fmla="*/ 59531 w 247650"/>
                    <a:gd name="connsiteY9" fmla="*/ 111919 h 400050"/>
                    <a:gd name="connsiteX10" fmla="*/ 16669 w 247650"/>
                    <a:gd name="connsiteY10" fmla="*/ 102394 h 400050"/>
                    <a:gd name="connsiteX11" fmla="*/ 14288 w 247650"/>
                    <a:gd name="connsiteY11" fmla="*/ 92869 h 400050"/>
                    <a:gd name="connsiteX12" fmla="*/ 40481 w 247650"/>
                    <a:gd name="connsiteY12" fmla="*/ 66675 h 400050"/>
                    <a:gd name="connsiteX13" fmla="*/ 28575 w 247650"/>
                    <a:gd name="connsiteY13" fmla="*/ 7144 h 400050"/>
                    <a:gd name="connsiteX14" fmla="*/ 78581 w 247650"/>
                    <a:gd name="connsiteY14" fmla="*/ 28575 h 400050"/>
                    <a:gd name="connsiteX15" fmla="*/ 107156 w 247650"/>
                    <a:gd name="connsiteY15" fmla="*/ 0 h 400050"/>
                    <a:gd name="connsiteX16" fmla="*/ 152400 w 247650"/>
                    <a:gd name="connsiteY16" fmla="*/ 14288 h 400050"/>
                    <a:gd name="connsiteX17" fmla="*/ 169069 w 247650"/>
                    <a:gd name="connsiteY17" fmla="*/ 52388 h 400050"/>
                    <a:gd name="connsiteX18" fmla="*/ 140494 w 247650"/>
                    <a:gd name="connsiteY18" fmla="*/ 97631 h 400050"/>
                    <a:gd name="connsiteX19" fmla="*/ 154781 w 247650"/>
                    <a:gd name="connsiteY19" fmla="*/ 164306 h 400050"/>
                    <a:gd name="connsiteX20" fmla="*/ 161925 w 247650"/>
                    <a:gd name="connsiteY20" fmla="*/ 226219 h 400050"/>
                    <a:gd name="connsiteX21" fmla="*/ 209550 w 247650"/>
                    <a:gd name="connsiteY21" fmla="*/ 252413 h 400050"/>
                    <a:gd name="connsiteX22" fmla="*/ 247650 w 247650"/>
                    <a:gd name="connsiteY22" fmla="*/ 276225 h 400050"/>
                    <a:gd name="connsiteX23" fmla="*/ 228600 w 247650"/>
                    <a:gd name="connsiteY23" fmla="*/ 297656 h 400050"/>
                    <a:gd name="connsiteX24" fmla="*/ 228600 w 247650"/>
                    <a:gd name="connsiteY24" fmla="*/ 297656 h 400050"/>
                    <a:gd name="connsiteX25" fmla="*/ 195263 w 247650"/>
                    <a:gd name="connsiteY25" fmla="*/ 340519 h 400050"/>
                    <a:gd name="connsiteX26" fmla="*/ 161925 w 247650"/>
                    <a:gd name="connsiteY26" fmla="*/ 333375 h 400050"/>
                    <a:gd name="connsiteX27" fmla="*/ 121444 w 247650"/>
                    <a:gd name="connsiteY27" fmla="*/ 357188 h 400050"/>
                    <a:gd name="connsiteX28" fmla="*/ 92869 w 247650"/>
                    <a:gd name="connsiteY28" fmla="*/ 359569 h 400050"/>
                    <a:gd name="connsiteX29" fmla="*/ 42863 w 247650"/>
                    <a:gd name="connsiteY29" fmla="*/ 40005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7650" h="400050">
                      <a:moveTo>
                        <a:pt x="42863" y="400050"/>
                      </a:moveTo>
                      <a:lnTo>
                        <a:pt x="0" y="397669"/>
                      </a:lnTo>
                      <a:lnTo>
                        <a:pt x="9525" y="342900"/>
                      </a:lnTo>
                      <a:lnTo>
                        <a:pt x="7144" y="326231"/>
                      </a:lnTo>
                      <a:lnTo>
                        <a:pt x="30956" y="302419"/>
                      </a:lnTo>
                      <a:lnTo>
                        <a:pt x="47625" y="276225"/>
                      </a:lnTo>
                      <a:lnTo>
                        <a:pt x="66675" y="245269"/>
                      </a:lnTo>
                      <a:lnTo>
                        <a:pt x="54769" y="211931"/>
                      </a:lnTo>
                      <a:lnTo>
                        <a:pt x="71438" y="161925"/>
                      </a:lnTo>
                      <a:lnTo>
                        <a:pt x="59531" y="111919"/>
                      </a:lnTo>
                      <a:lnTo>
                        <a:pt x="16669" y="102394"/>
                      </a:lnTo>
                      <a:lnTo>
                        <a:pt x="14288" y="92869"/>
                      </a:lnTo>
                      <a:lnTo>
                        <a:pt x="40481" y="66675"/>
                      </a:lnTo>
                      <a:lnTo>
                        <a:pt x="28575" y="7144"/>
                      </a:lnTo>
                      <a:lnTo>
                        <a:pt x="78581" y="28575"/>
                      </a:lnTo>
                      <a:lnTo>
                        <a:pt x="107156" y="0"/>
                      </a:lnTo>
                      <a:lnTo>
                        <a:pt x="152400" y="14288"/>
                      </a:lnTo>
                      <a:lnTo>
                        <a:pt x="169069" y="52388"/>
                      </a:lnTo>
                      <a:lnTo>
                        <a:pt x="140494" y="97631"/>
                      </a:lnTo>
                      <a:lnTo>
                        <a:pt x="154781" y="164306"/>
                      </a:lnTo>
                      <a:lnTo>
                        <a:pt x="161925" y="226219"/>
                      </a:lnTo>
                      <a:lnTo>
                        <a:pt x="209550" y="252413"/>
                      </a:lnTo>
                      <a:lnTo>
                        <a:pt x="247650" y="276225"/>
                      </a:lnTo>
                      <a:lnTo>
                        <a:pt x="228600" y="297656"/>
                      </a:lnTo>
                      <a:lnTo>
                        <a:pt x="228600" y="297656"/>
                      </a:lnTo>
                      <a:lnTo>
                        <a:pt x="195263" y="340519"/>
                      </a:lnTo>
                      <a:lnTo>
                        <a:pt x="161925" y="333375"/>
                      </a:lnTo>
                      <a:lnTo>
                        <a:pt x="121444" y="357188"/>
                      </a:lnTo>
                      <a:lnTo>
                        <a:pt x="92869" y="359569"/>
                      </a:lnTo>
                      <a:lnTo>
                        <a:pt x="42863" y="40005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2" name="남양주시">
                  <a:extLst>
                    <a:ext uri="{FF2B5EF4-FFF2-40B4-BE49-F238E27FC236}">
                      <a16:creationId xmlns:a16="http://schemas.microsoft.com/office/drawing/2014/main" id="{D0FF8B55-775E-6F65-38D4-4315B0340A08}"/>
                    </a:ext>
                  </a:extLst>
                </p:cNvPr>
                <p:cNvSpPr/>
                <p:nvPr/>
              </p:nvSpPr>
              <p:spPr>
                <a:xfrm>
                  <a:off x="5079206" y="2302669"/>
                  <a:ext cx="1123950" cy="1288256"/>
                </a:xfrm>
                <a:custGeom>
                  <a:avLst/>
                  <a:gdLst>
                    <a:gd name="connsiteX0" fmla="*/ 240507 w 1123950"/>
                    <a:gd name="connsiteY0" fmla="*/ 121444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40507 w 1123950"/>
                    <a:gd name="connsiteY86" fmla="*/ 121444 h 1288256"/>
                    <a:gd name="connsiteX0" fmla="*/ 250032 w 1123950"/>
                    <a:gd name="connsiteY0" fmla="*/ 128588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50032 w 1123950"/>
                    <a:gd name="connsiteY86" fmla="*/ 128588 h 128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123950" h="1288256">
                      <a:moveTo>
                        <a:pt x="250032" y="128588"/>
                      </a:moveTo>
                      <a:lnTo>
                        <a:pt x="278607" y="161925"/>
                      </a:lnTo>
                      <a:lnTo>
                        <a:pt x="323850" y="145256"/>
                      </a:lnTo>
                      <a:lnTo>
                        <a:pt x="326232" y="100012"/>
                      </a:lnTo>
                      <a:lnTo>
                        <a:pt x="369094" y="80962"/>
                      </a:lnTo>
                      <a:lnTo>
                        <a:pt x="431007" y="88106"/>
                      </a:lnTo>
                      <a:lnTo>
                        <a:pt x="473869" y="66675"/>
                      </a:lnTo>
                      <a:lnTo>
                        <a:pt x="497682" y="102394"/>
                      </a:lnTo>
                      <a:lnTo>
                        <a:pt x="523875" y="121444"/>
                      </a:lnTo>
                      <a:lnTo>
                        <a:pt x="569119" y="119062"/>
                      </a:lnTo>
                      <a:lnTo>
                        <a:pt x="595313" y="71437"/>
                      </a:lnTo>
                      <a:lnTo>
                        <a:pt x="659607" y="52387"/>
                      </a:lnTo>
                      <a:lnTo>
                        <a:pt x="690563" y="0"/>
                      </a:lnTo>
                      <a:lnTo>
                        <a:pt x="723900" y="26194"/>
                      </a:lnTo>
                      <a:lnTo>
                        <a:pt x="781050" y="16669"/>
                      </a:lnTo>
                      <a:lnTo>
                        <a:pt x="842963" y="42862"/>
                      </a:lnTo>
                      <a:lnTo>
                        <a:pt x="890588" y="47625"/>
                      </a:lnTo>
                      <a:lnTo>
                        <a:pt x="945357" y="123825"/>
                      </a:lnTo>
                      <a:lnTo>
                        <a:pt x="940594" y="150019"/>
                      </a:lnTo>
                      <a:lnTo>
                        <a:pt x="969169" y="200025"/>
                      </a:lnTo>
                      <a:lnTo>
                        <a:pt x="981075" y="219075"/>
                      </a:lnTo>
                      <a:lnTo>
                        <a:pt x="997744" y="245269"/>
                      </a:lnTo>
                      <a:lnTo>
                        <a:pt x="1042988" y="254794"/>
                      </a:lnTo>
                      <a:lnTo>
                        <a:pt x="1031082" y="333375"/>
                      </a:lnTo>
                      <a:lnTo>
                        <a:pt x="1023938" y="373856"/>
                      </a:lnTo>
                      <a:lnTo>
                        <a:pt x="1047750" y="411956"/>
                      </a:lnTo>
                      <a:lnTo>
                        <a:pt x="1114425" y="423862"/>
                      </a:lnTo>
                      <a:lnTo>
                        <a:pt x="1083469" y="447675"/>
                      </a:lnTo>
                      <a:lnTo>
                        <a:pt x="1104900" y="478631"/>
                      </a:lnTo>
                      <a:lnTo>
                        <a:pt x="1123950" y="507206"/>
                      </a:lnTo>
                      <a:lnTo>
                        <a:pt x="1092994" y="619125"/>
                      </a:lnTo>
                      <a:lnTo>
                        <a:pt x="1023938" y="690562"/>
                      </a:lnTo>
                      <a:lnTo>
                        <a:pt x="1000125" y="757237"/>
                      </a:lnTo>
                      <a:lnTo>
                        <a:pt x="981075" y="821531"/>
                      </a:lnTo>
                      <a:lnTo>
                        <a:pt x="964407" y="921544"/>
                      </a:lnTo>
                      <a:lnTo>
                        <a:pt x="914400" y="1007269"/>
                      </a:lnTo>
                      <a:lnTo>
                        <a:pt x="885825" y="1073944"/>
                      </a:lnTo>
                      <a:lnTo>
                        <a:pt x="833438" y="1145381"/>
                      </a:lnTo>
                      <a:lnTo>
                        <a:pt x="833438" y="1181100"/>
                      </a:lnTo>
                      <a:lnTo>
                        <a:pt x="828675" y="1216819"/>
                      </a:lnTo>
                      <a:lnTo>
                        <a:pt x="828675" y="1264444"/>
                      </a:lnTo>
                      <a:lnTo>
                        <a:pt x="812007" y="1288256"/>
                      </a:lnTo>
                      <a:lnTo>
                        <a:pt x="783432" y="1271587"/>
                      </a:lnTo>
                      <a:lnTo>
                        <a:pt x="773907" y="1226344"/>
                      </a:lnTo>
                      <a:lnTo>
                        <a:pt x="676275" y="1171575"/>
                      </a:lnTo>
                      <a:lnTo>
                        <a:pt x="642938" y="1140619"/>
                      </a:lnTo>
                      <a:lnTo>
                        <a:pt x="602457" y="1123950"/>
                      </a:lnTo>
                      <a:lnTo>
                        <a:pt x="552450" y="1026319"/>
                      </a:lnTo>
                      <a:lnTo>
                        <a:pt x="492919" y="985837"/>
                      </a:lnTo>
                      <a:lnTo>
                        <a:pt x="457200" y="921544"/>
                      </a:lnTo>
                      <a:lnTo>
                        <a:pt x="414338" y="888206"/>
                      </a:lnTo>
                      <a:lnTo>
                        <a:pt x="371475" y="919162"/>
                      </a:lnTo>
                      <a:lnTo>
                        <a:pt x="338138" y="935831"/>
                      </a:lnTo>
                      <a:lnTo>
                        <a:pt x="359569" y="888206"/>
                      </a:lnTo>
                      <a:lnTo>
                        <a:pt x="271463" y="850106"/>
                      </a:lnTo>
                      <a:lnTo>
                        <a:pt x="254794" y="792956"/>
                      </a:lnTo>
                      <a:lnTo>
                        <a:pt x="250032" y="738187"/>
                      </a:lnTo>
                      <a:lnTo>
                        <a:pt x="273844" y="690562"/>
                      </a:lnTo>
                      <a:lnTo>
                        <a:pt x="250032" y="633412"/>
                      </a:lnTo>
                      <a:lnTo>
                        <a:pt x="202407" y="607219"/>
                      </a:lnTo>
                      <a:lnTo>
                        <a:pt x="166688" y="609600"/>
                      </a:lnTo>
                      <a:lnTo>
                        <a:pt x="147638" y="631031"/>
                      </a:lnTo>
                      <a:lnTo>
                        <a:pt x="111919" y="616744"/>
                      </a:lnTo>
                      <a:lnTo>
                        <a:pt x="80963" y="611981"/>
                      </a:lnTo>
                      <a:lnTo>
                        <a:pt x="47625" y="611981"/>
                      </a:lnTo>
                      <a:lnTo>
                        <a:pt x="33338" y="585787"/>
                      </a:lnTo>
                      <a:lnTo>
                        <a:pt x="57150" y="564356"/>
                      </a:lnTo>
                      <a:lnTo>
                        <a:pt x="50007" y="542925"/>
                      </a:lnTo>
                      <a:lnTo>
                        <a:pt x="54769" y="521494"/>
                      </a:lnTo>
                      <a:lnTo>
                        <a:pt x="47625" y="483394"/>
                      </a:lnTo>
                      <a:lnTo>
                        <a:pt x="59532" y="452437"/>
                      </a:lnTo>
                      <a:lnTo>
                        <a:pt x="59532" y="411956"/>
                      </a:lnTo>
                      <a:lnTo>
                        <a:pt x="38100" y="402431"/>
                      </a:lnTo>
                      <a:lnTo>
                        <a:pt x="9525" y="404812"/>
                      </a:lnTo>
                      <a:lnTo>
                        <a:pt x="0" y="400050"/>
                      </a:lnTo>
                      <a:lnTo>
                        <a:pt x="16669" y="383381"/>
                      </a:lnTo>
                      <a:lnTo>
                        <a:pt x="73819" y="378619"/>
                      </a:lnTo>
                      <a:lnTo>
                        <a:pt x="107157" y="342900"/>
                      </a:lnTo>
                      <a:lnTo>
                        <a:pt x="107157" y="319087"/>
                      </a:lnTo>
                      <a:lnTo>
                        <a:pt x="145257" y="297656"/>
                      </a:lnTo>
                      <a:lnTo>
                        <a:pt x="169069" y="254794"/>
                      </a:lnTo>
                      <a:lnTo>
                        <a:pt x="171450" y="226219"/>
                      </a:lnTo>
                      <a:lnTo>
                        <a:pt x="166688" y="202406"/>
                      </a:lnTo>
                      <a:lnTo>
                        <a:pt x="176213" y="176212"/>
                      </a:lnTo>
                      <a:lnTo>
                        <a:pt x="200025" y="173831"/>
                      </a:lnTo>
                      <a:lnTo>
                        <a:pt x="219075" y="173831"/>
                      </a:lnTo>
                      <a:lnTo>
                        <a:pt x="250032" y="128588"/>
                      </a:lnTo>
                      <a:close/>
                    </a:path>
                  </a:pathLst>
                </a:custGeom>
                <a:pattFill prst="wdUpDiag">
                  <a:fgClr>
                    <a:schemeClr val="accent5">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3" name="가평군">
                  <a:extLst>
                    <a:ext uri="{FF2B5EF4-FFF2-40B4-BE49-F238E27FC236}">
                      <a16:creationId xmlns:a16="http://schemas.microsoft.com/office/drawing/2014/main" id="{703AE5E7-FEBF-0CE4-7511-03200A2E3084}"/>
                    </a:ext>
                  </a:extLst>
                </p:cNvPr>
                <p:cNvSpPr/>
                <p:nvPr/>
              </p:nvSpPr>
              <p:spPr>
                <a:xfrm>
                  <a:off x="5788819" y="983456"/>
                  <a:ext cx="1323975" cy="2316957"/>
                </a:xfrm>
                <a:custGeom>
                  <a:avLst/>
                  <a:gdLst>
                    <a:gd name="connsiteX0" fmla="*/ 676275 w 1323975"/>
                    <a:gd name="connsiteY0" fmla="*/ 0 h 2316957"/>
                    <a:gd name="connsiteX1" fmla="*/ 700087 w 1323975"/>
                    <a:gd name="connsiteY1" fmla="*/ 28576 h 2316957"/>
                    <a:gd name="connsiteX2" fmla="*/ 709612 w 1323975"/>
                    <a:gd name="connsiteY2" fmla="*/ 119063 h 2316957"/>
                    <a:gd name="connsiteX3" fmla="*/ 731044 w 1323975"/>
                    <a:gd name="connsiteY3" fmla="*/ 180975 h 2316957"/>
                    <a:gd name="connsiteX4" fmla="*/ 757237 w 1323975"/>
                    <a:gd name="connsiteY4" fmla="*/ 211932 h 2316957"/>
                    <a:gd name="connsiteX5" fmla="*/ 812006 w 1323975"/>
                    <a:gd name="connsiteY5" fmla="*/ 214313 h 2316957"/>
                    <a:gd name="connsiteX6" fmla="*/ 842962 w 1323975"/>
                    <a:gd name="connsiteY6" fmla="*/ 214313 h 2316957"/>
                    <a:gd name="connsiteX7" fmla="*/ 869156 w 1323975"/>
                    <a:gd name="connsiteY7" fmla="*/ 226219 h 2316957"/>
                    <a:gd name="connsiteX8" fmla="*/ 895350 w 1323975"/>
                    <a:gd name="connsiteY8" fmla="*/ 250032 h 2316957"/>
                    <a:gd name="connsiteX9" fmla="*/ 909637 w 1323975"/>
                    <a:gd name="connsiteY9" fmla="*/ 233363 h 2316957"/>
                    <a:gd name="connsiteX10" fmla="*/ 964406 w 1323975"/>
                    <a:gd name="connsiteY10" fmla="*/ 230982 h 2316957"/>
                    <a:gd name="connsiteX11" fmla="*/ 1002506 w 1323975"/>
                    <a:gd name="connsiteY11" fmla="*/ 226219 h 2316957"/>
                    <a:gd name="connsiteX12" fmla="*/ 1026319 w 1323975"/>
                    <a:gd name="connsiteY12" fmla="*/ 235744 h 2316957"/>
                    <a:gd name="connsiteX13" fmla="*/ 1042987 w 1323975"/>
                    <a:gd name="connsiteY13" fmla="*/ 257175 h 2316957"/>
                    <a:gd name="connsiteX14" fmla="*/ 1045369 w 1323975"/>
                    <a:gd name="connsiteY14" fmla="*/ 300038 h 2316957"/>
                    <a:gd name="connsiteX15" fmla="*/ 1057275 w 1323975"/>
                    <a:gd name="connsiteY15" fmla="*/ 335757 h 2316957"/>
                    <a:gd name="connsiteX16" fmla="*/ 1040606 w 1323975"/>
                    <a:gd name="connsiteY16" fmla="*/ 376238 h 2316957"/>
                    <a:gd name="connsiteX17" fmla="*/ 1057275 w 1323975"/>
                    <a:gd name="connsiteY17" fmla="*/ 397669 h 2316957"/>
                    <a:gd name="connsiteX18" fmla="*/ 1081087 w 1323975"/>
                    <a:gd name="connsiteY18" fmla="*/ 402432 h 2316957"/>
                    <a:gd name="connsiteX19" fmla="*/ 1123950 w 1323975"/>
                    <a:gd name="connsiteY19" fmla="*/ 419100 h 2316957"/>
                    <a:gd name="connsiteX20" fmla="*/ 1150144 w 1323975"/>
                    <a:gd name="connsiteY20" fmla="*/ 419100 h 2316957"/>
                    <a:gd name="connsiteX21" fmla="*/ 1178719 w 1323975"/>
                    <a:gd name="connsiteY21" fmla="*/ 421482 h 2316957"/>
                    <a:gd name="connsiteX22" fmla="*/ 1204912 w 1323975"/>
                    <a:gd name="connsiteY22" fmla="*/ 421482 h 2316957"/>
                    <a:gd name="connsiteX23" fmla="*/ 1238250 w 1323975"/>
                    <a:gd name="connsiteY23" fmla="*/ 442913 h 2316957"/>
                    <a:gd name="connsiteX24" fmla="*/ 1259681 w 1323975"/>
                    <a:gd name="connsiteY24" fmla="*/ 450057 h 2316957"/>
                    <a:gd name="connsiteX25" fmla="*/ 1271587 w 1323975"/>
                    <a:gd name="connsiteY25" fmla="*/ 471488 h 2316957"/>
                    <a:gd name="connsiteX26" fmla="*/ 1276350 w 1323975"/>
                    <a:gd name="connsiteY26" fmla="*/ 497682 h 2316957"/>
                    <a:gd name="connsiteX27" fmla="*/ 1302544 w 1323975"/>
                    <a:gd name="connsiteY27" fmla="*/ 509588 h 2316957"/>
                    <a:gd name="connsiteX28" fmla="*/ 1302544 w 1323975"/>
                    <a:gd name="connsiteY28" fmla="*/ 542925 h 2316957"/>
                    <a:gd name="connsiteX29" fmla="*/ 1319212 w 1323975"/>
                    <a:gd name="connsiteY29" fmla="*/ 583407 h 2316957"/>
                    <a:gd name="connsiteX30" fmla="*/ 1302544 w 1323975"/>
                    <a:gd name="connsiteY30" fmla="*/ 607219 h 2316957"/>
                    <a:gd name="connsiteX31" fmla="*/ 1309687 w 1323975"/>
                    <a:gd name="connsiteY31" fmla="*/ 633413 h 2316957"/>
                    <a:gd name="connsiteX32" fmla="*/ 1323975 w 1323975"/>
                    <a:gd name="connsiteY32" fmla="*/ 664369 h 2316957"/>
                    <a:gd name="connsiteX33" fmla="*/ 1321594 w 1323975"/>
                    <a:gd name="connsiteY33" fmla="*/ 709613 h 2316957"/>
                    <a:gd name="connsiteX34" fmla="*/ 1297781 w 1323975"/>
                    <a:gd name="connsiteY34" fmla="*/ 735807 h 2316957"/>
                    <a:gd name="connsiteX35" fmla="*/ 1283494 w 1323975"/>
                    <a:gd name="connsiteY35" fmla="*/ 766763 h 2316957"/>
                    <a:gd name="connsiteX36" fmla="*/ 1295400 w 1323975"/>
                    <a:gd name="connsiteY36" fmla="*/ 792957 h 2316957"/>
                    <a:gd name="connsiteX37" fmla="*/ 1297781 w 1323975"/>
                    <a:gd name="connsiteY37" fmla="*/ 840582 h 2316957"/>
                    <a:gd name="connsiteX38" fmla="*/ 1276350 w 1323975"/>
                    <a:gd name="connsiteY38" fmla="*/ 842963 h 2316957"/>
                    <a:gd name="connsiteX39" fmla="*/ 1212056 w 1323975"/>
                    <a:gd name="connsiteY39" fmla="*/ 835819 h 2316957"/>
                    <a:gd name="connsiteX40" fmla="*/ 1166812 w 1323975"/>
                    <a:gd name="connsiteY40" fmla="*/ 850107 h 2316957"/>
                    <a:gd name="connsiteX41" fmla="*/ 1135856 w 1323975"/>
                    <a:gd name="connsiteY41" fmla="*/ 890588 h 2316957"/>
                    <a:gd name="connsiteX42" fmla="*/ 1133475 w 1323975"/>
                    <a:gd name="connsiteY42" fmla="*/ 938213 h 2316957"/>
                    <a:gd name="connsiteX43" fmla="*/ 1097756 w 1323975"/>
                    <a:gd name="connsiteY43" fmla="*/ 931069 h 2316957"/>
                    <a:gd name="connsiteX44" fmla="*/ 1069181 w 1323975"/>
                    <a:gd name="connsiteY44" fmla="*/ 950119 h 2316957"/>
                    <a:gd name="connsiteX45" fmla="*/ 1076325 w 1323975"/>
                    <a:gd name="connsiteY45" fmla="*/ 988219 h 2316957"/>
                    <a:gd name="connsiteX46" fmla="*/ 1040606 w 1323975"/>
                    <a:gd name="connsiteY46" fmla="*/ 985838 h 2316957"/>
                    <a:gd name="connsiteX47" fmla="*/ 1004887 w 1323975"/>
                    <a:gd name="connsiteY47" fmla="*/ 992982 h 2316957"/>
                    <a:gd name="connsiteX48" fmla="*/ 971550 w 1323975"/>
                    <a:gd name="connsiteY48" fmla="*/ 1042988 h 2316957"/>
                    <a:gd name="connsiteX49" fmla="*/ 971550 w 1323975"/>
                    <a:gd name="connsiteY49" fmla="*/ 1090613 h 2316957"/>
                    <a:gd name="connsiteX50" fmla="*/ 1004887 w 1323975"/>
                    <a:gd name="connsiteY50" fmla="*/ 1112044 h 2316957"/>
                    <a:gd name="connsiteX51" fmla="*/ 1021556 w 1323975"/>
                    <a:gd name="connsiteY51" fmla="*/ 1138238 h 2316957"/>
                    <a:gd name="connsiteX52" fmla="*/ 1004887 w 1323975"/>
                    <a:gd name="connsiteY52" fmla="*/ 1173957 h 2316957"/>
                    <a:gd name="connsiteX53" fmla="*/ 964406 w 1323975"/>
                    <a:gd name="connsiteY53" fmla="*/ 1216819 h 2316957"/>
                    <a:gd name="connsiteX54" fmla="*/ 957262 w 1323975"/>
                    <a:gd name="connsiteY54" fmla="*/ 1240632 h 2316957"/>
                    <a:gd name="connsiteX55" fmla="*/ 983456 w 1323975"/>
                    <a:gd name="connsiteY55" fmla="*/ 1281113 h 2316957"/>
                    <a:gd name="connsiteX56" fmla="*/ 1016794 w 1323975"/>
                    <a:gd name="connsiteY56" fmla="*/ 1312069 h 2316957"/>
                    <a:gd name="connsiteX57" fmla="*/ 1054894 w 1323975"/>
                    <a:gd name="connsiteY57" fmla="*/ 1357313 h 2316957"/>
                    <a:gd name="connsiteX58" fmla="*/ 1050131 w 1323975"/>
                    <a:gd name="connsiteY58" fmla="*/ 1414463 h 2316957"/>
                    <a:gd name="connsiteX59" fmla="*/ 1028700 w 1323975"/>
                    <a:gd name="connsiteY59" fmla="*/ 1450182 h 2316957"/>
                    <a:gd name="connsiteX60" fmla="*/ 954881 w 1323975"/>
                    <a:gd name="connsiteY60" fmla="*/ 1495425 h 2316957"/>
                    <a:gd name="connsiteX61" fmla="*/ 926306 w 1323975"/>
                    <a:gd name="connsiteY61" fmla="*/ 1524000 h 2316957"/>
                    <a:gd name="connsiteX62" fmla="*/ 904875 w 1323975"/>
                    <a:gd name="connsiteY62" fmla="*/ 1578769 h 2316957"/>
                    <a:gd name="connsiteX63" fmla="*/ 928254 w 1323975"/>
                    <a:gd name="connsiteY63" fmla="*/ 1613839 h 2316957"/>
                    <a:gd name="connsiteX64" fmla="*/ 947737 w 1323975"/>
                    <a:gd name="connsiteY64" fmla="*/ 1621632 h 2316957"/>
                    <a:gd name="connsiteX65" fmla="*/ 958033 w 1323975"/>
                    <a:gd name="connsiteY65" fmla="*/ 1625064 h 2316957"/>
                    <a:gd name="connsiteX66" fmla="*/ 959644 w 1323975"/>
                    <a:gd name="connsiteY66" fmla="*/ 1607344 h 2316957"/>
                    <a:gd name="connsiteX67" fmla="*/ 983456 w 1323975"/>
                    <a:gd name="connsiteY67" fmla="*/ 1578769 h 2316957"/>
                    <a:gd name="connsiteX68" fmla="*/ 1016794 w 1323975"/>
                    <a:gd name="connsiteY68" fmla="*/ 1581150 h 2316957"/>
                    <a:gd name="connsiteX69" fmla="*/ 1050131 w 1323975"/>
                    <a:gd name="connsiteY69" fmla="*/ 1600200 h 2316957"/>
                    <a:gd name="connsiteX70" fmla="*/ 1057275 w 1323975"/>
                    <a:gd name="connsiteY70" fmla="*/ 1576388 h 2316957"/>
                    <a:gd name="connsiteX71" fmla="*/ 1102519 w 1323975"/>
                    <a:gd name="connsiteY71" fmla="*/ 1564482 h 2316957"/>
                    <a:gd name="connsiteX72" fmla="*/ 1109662 w 1323975"/>
                    <a:gd name="connsiteY72" fmla="*/ 1602582 h 2316957"/>
                    <a:gd name="connsiteX73" fmla="*/ 1095375 w 1323975"/>
                    <a:gd name="connsiteY73" fmla="*/ 1635919 h 2316957"/>
                    <a:gd name="connsiteX74" fmla="*/ 1081087 w 1323975"/>
                    <a:gd name="connsiteY74" fmla="*/ 1681163 h 2316957"/>
                    <a:gd name="connsiteX75" fmla="*/ 1069181 w 1323975"/>
                    <a:gd name="connsiteY75" fmla="*/ 1738313 h 2316957"/>
                    <a:gd name="connsiteX76" fmla="*/ 1054894 w 1323975"/>
                    <a:gd name="connsiteY76" fmla="*/ 1831182 h 2316957"/>
                    <a:gd name="connsiteX77" fmla="*/ 1076325 w 1323975"/>
                    <a:gd name="connsiteY77" fmla="*/ 1871663 h 2316957"/>
                    <a:gd name="connsiteX78" fmla="*/ 1050131 w 1323975"/>
                    <a:gd name="connsiteY78" fmla="*/ 1878807 h 2316957"/>
                    <a:gd name="connsiteX79" fmla="*/ 1040606 w 1323975"/>
                    <a:gd name="connsiteY79" fmla="*/ 1926432 h 2316957"/>
                    <a:gd name="connsiteX80" fmla="*/ 1007269 w 1323975"/>
                    <a:gd name="connsiteY80" fmla="*/ 1928813 h 2316957"/>
                    <a:gd name="connsiteX81" fmla="*/ 1007269 w 1323975"/>
                    <a:gd name="connsiteY81" fmla="*/ 1966913 h 2316957"/>
                    <a:gd name="connsiteX82" fmla="*/ 1045369 w 1323975"/>
                    <a:gd name="connsiteY82" fmla="*/ 2014538 h 2316957"/>
                    <a:gd name="connsiteX83" fmla="*/ 1090612 w 1323975"/>
                    <a:gd name="connsiteY83" fmla="*/ 2050257 h 2316957"/>
                    <a:gd name="connsiteX84" fmla="*/ 1092994 w 1323975"/>
                    <a:gd name="connsiteY84" fmla="*/ 2085975 h 2316957"/>
                    <a:gd name="connsiteX85" fmla="*/ 1135856 w 1323975"/>
                    <a:gd name="connsiteY85" fmla="*/ 2126457 h 2316957"/>
                    <a:gd name="connsiteX86" fmla="*/ 1116806 w 1323975"/>
                    <a:gd name="connsiteY86" fmla="*/ 2159794 h 2316957"/>
                    <a:gd name="connsiteX87" fmla="*/ 1102519 w 1323975"/>
                    <a:gd name="connsiteY87" fmla="*/ 2226469 h 2316957"/>
                    <a:gd name="connsiteX88" fmla="*/ 1083469 w 1323975"/>
                    <a:gd name="connsiteY88" fmla="*/ 2240757 h 2316957"/>
                    <a:gd name="connsiteX89" fmla="*/ 1014412 w 1323975"/>
                    <a:gd name="connsiteY89" fmla="*/ 2245519 h 2316957"/>
                    <a:gd name="connsiteX90" fmla="*/ 947737 w 1323975"/>
                    <a:gd name="connsiteY90" fmla="*/ 2252663 h 2316957"/>
                    <a:gd name="connsiteX91" fmla="*/ 921544 w 1323975"/>
                    <a:gd name="connsiteY91" fmla="*/ 2290763 h 2316957"/>
                    <a:gd name="connsiteX92" fmla="*/ 892969 w 1323975"/>
                    <a:gd name="connsiteY92" fmla="*/ 2312194 h 2316957"/>
                    <a:gd name="connsiteX93" fmla="*/ 859631 w 1323975"/>
                    <a:gd name="connsiteY93" fmla="*/ 2316957 h 2316957"/>
                    <a:gd name="connsiteX94" fmla="*/ 804862 w 1323975"/>
                    <a:gd name="connsiteY94" fmla="*/ 2305050 h 2316957"/>
                    <a:gd name="connsiteX95" fmla="*/ 776287 w 1323975"/>
                    <a:gd name="connsiteY95" fmla="*/ 2278857 h 2316957"/>
                    <a:gd name="connsiteX96" fmla="*/ 759619 w 1323975"/>
                    <a:gd name="connsiteY96" fmla="*/ 2224088 h 2316957"/>
                    <a:gd name="connsiteX97" fmla="*/ 773906 w 1323975"/>
                    <a:gd name="connsiteY97" fmla="*/ 2178844 h 2316957"/>
                    <a:gd name="connsiteX98" fmla="*/ 771525 w 1323975"/>
                    <a:gd name="connsiteY98" fmla="*/ 2135982 h 2316957"/>
                    <a:gd name="connsiteX99" fmla="*/ 773906 w 1323975"/>
                    <a:gd name="connsiteY99" fmla="*/ 2088357 h 2316957"/>
                    <a:gd name="connsiteX100" fmla="*/ 747712 w 1323975"/>
                    <a:gd name="connsiteY100" fmla="*/ 2074069 h 2316957"/>
                    <a:gd name="connsiteX101" fmla="*/ 714375 w 1323975"/>
                    <a:gd name="connsiteY101" fmla="*/ 2047875 h 2316957"/>
                    <a:gd name="connsiteX102" fmla="*/ 707231 w 1323975"/>
                    <a:gd name="connsiteY102" fmla="*/ 2012157 h 2316957"/>
                    <a:gd name="connsiteX103" fmla="*/ 683419 w 1323975"/>
                    <a:gd name="connsiteY103" fmla="*/ 1983582 h 2316957"/>
                    <a:gd name="connsiteX104" fmla="*/ 642937 w 1323975"/>
                    <a:gd name="connsiteY104" fmla="*/ 1950244 h 2316957"/>
                    <a:gd name="connsiteX105" fmla="*/ 626269 w 1323975"/>
                    <a:gd name="connsiteY105" fmla="*/ 1916907 h 2316957"/>
                    <a:gd name="connsiteX106" fmla="*/ 654844 w 1323975"/>
                    <a:gd name="connsiteY106" fmla="*/ 1888332 h 2316957"/>
                    <a:gd name="connsiteX107" fmla="*/ 631031 w 1323975"/>
                    <a:gd name="connsiteY107" fmla="*/ 1876425 h 2316957"/>
                    <a:gd name="connsiteX108" fmla="*/ 592931 w 1323975"/>
                    <a:gd name="connsiteY108" fmla="*/ 1831182 h 2316957"/>
                    <a:gd name="connsiteX109" fmla="*/ 581025 w 1323975"/>
                    <a:gd name="connsiteY109" fmla="*/ 1857375 h 2316957"/>
                    <a:gd name="connsiteX110" fmla="*/ 571500 w 1323975"/>
                    <a:gd name="connsiteY110" fmla="*/ 1878807 h 2316957"/>
                    <a:gd name="connsiteX111" fmla="*/ 540544 w 1323975"/>
                    <a:gd name="connsiteY111" fmla="*/ 1902619 h 2316957"/>
                    <a:gd name="connsiteX112" fmla="*/ 502444 w 1323975"/>
                    <a:gd name="connsiteY112" fmla="*/ 1912144 h 2316957"/>
                    <a:gd name="connsiteX113" fmla="*/ 478631 w 1323975"/>
                    <a:gd name="connsiteY113" fmla="*/ 1940719 h 2316957"/>
                    <a:gd name="connsiteX114" fmla="*/ 416719 w 1323975"/>
                    <a:gd name="connsiteY114" fmla="*/ 1935957 h 2316957"/>
                    <a:gd name="connsiteX115" fmla="*/ 426244 w 1323975"/>
                    <a:gd name="connsiteY115" fmla="*/ 1902619 h 2316957"/>
                    <a:gd name="connsiteX116" fmla="*/ 440531 w 1323975"/>
                    <a:gd name="connsiteY116" fmla="*/ 1840707 h 2316957"/>
                    <a:gd name="connsiteX117" fmla="*/ 447675 w 1323975"/>
                    <a:gd name="connsiteY117" fmla="*/ 1802607 h 2316957"/>
                    <a:gd name="connsiteX118" fmla="*/ 419100 w 1323975"/>
                    <a:gd name="connsiteY118" fmla="*/ 1781175 h 2316957"/>
                    <a:gd name="connsiteX119" fmla="*/ 419100 w 1323975"/>
                    <a:gd name="connsiteY119" fmla="*/ 1769269 h 2316957"/>
                    <a:gd name="connsiteX120" fmla="*/ 433387 w 1323975"/>
                    <a:gd name="connsiteY120" fmla="*/ 1740694 h 2316957"/>
                    <a:gd name="connsiteX121" fmla="*/ 429125 w 1323975"/>
                    <a:gd name="connsiteY121" fmla="*/ 1712993 h 2316957"/>
                    <a:gd name="connsiteX122" fmla="*/ 421481 w 1323975"/>
                    <a:gd name="connsiteY122" fmla="*/ 1714500 h 2316957"/>
                    <a:gd name="connsiteX123" fmla="*/ 369094 w 1323975"/>
                    <a:gd name="connsiteY123" fmla="*/ 1707357 h 2316957"/>
                    <a:gd name="connsiteX124" fmla="*/ 350044 w 1323975"/>
                    <a:gd name="connsiteY124" fmla="*/ 1690688 h 2316957"/>
                    <a:gd name="connsiteX125" fmla="*/ 354806 w 1323975"/>
                    <a:gd name="connsiteY125" fmla="*/ 1643063 h 2316957"/>
                    <a:gd name="connsiteX126" fmla="*/ 361950 w 1323975"/>
                    <a:gd name="connsiteY126" fmla="*/ 1571625 h 2316957"/>
                    <a:gd name="connsiteX127" fmla="*/ 340519 w 1323975"/>
                    <a:gd name="connsiteY127" fmla="*/ 1535907 h 2316957"/>
                    <a:gd name="connsiteX128" fmla="*/ 300037 w 1323975"/>
                    <a:gd name="connsiteY128" fmla="*/ 1526382 h 2316957"/>
                    <a:gd name="connsiteX129" fmla="*/ 269081 w 1323975"/>
                    <a:gd name="connsiteY129" fmla="*/ 1476375 h 2316957"/>
                    <a:gd name="connsiteX130" fmla="*/ 271462 w 1323975"/>
                    <a:gd name="connsiteY130" fmla="*/ 1438275 h 2316957"/>
                    <a:gd name="connsiteX131" fmla="*/ 247650 w 1323975"/>
                    <a:gd name="connsiteY131" fmla="*/ 1390650 h 2316957"/>
                    <a:gd name="connsiteX132" fmla="*/ 197644 w 1323975"/>
                    <a:gd name="connsiteY132" fmla="*/ 1335882 h 2316957"/>
                    <a:gd name="connsiteX133" fmla="*/ 152400 w 1323975"/>
                    <a:gd name="connsiteY133" fmla="*/ 1340644 h 2316957"/>
                    <a:gd name="connsiteX134" fmla="*/ 123825 w 1323975"/>
                    <a:gd name="connsiteY134" fmla="*/ 1316832 h 2316957"/>
                    <a:gd name="connsiteX135" fmla="*/ 66675 w 1323975"/>
                    <a:gd name="connsiteY135" fmla="*/ 1304925 h 2316957"/>
                    <a:gd name="connsiteX136" fmla="*/ 40481 w 1323975"/>
                    <a:gd name="connsiteY136" fmla="*/ 1316832 h 2316957"/>
                    <a:gd name="connsiteX137" fmla="*/ 7144 w 1323975"/>
                    <a:gd name="connsiteY137" fmla="*/ 1300163 h 2316957"/>
                    <a:gd name="connsiteX138" fmla="*/ 0 w 1323975"/>
                    <a:gd name="connsiteY138" fmla="*/ 1264444 h 2316957"/>
                    <a:gd name="connsiteX139" fmla="*/ 23812 w 1323975"/>
                    <a:gd name="connsiteY139" fmla="*/ 1195388 h 2316957"/>
                    <a:gd name="connsiteX140" fmla="*/ 26194 w 1323975"/>
                    <a:gd name="connsiteY140" fmla="*/ 1143000 h 2316957"/>
                    <a:gd name="connsiteX141" fmla="*/ 11906 w 1323975"/>
                    <a:gd name="connsiteY141" fmla="*/ 1100138 h 2316957"/>
                    <a:gd name="connsiteX142" fmla="*/ 16669 w 1323975"/>
                    <a:gd name="connsiteY142" fmla="*/ 1021557 h 2316957"/>
                    <a:gd name="connsiteX143" fmla="*/ 52387 w 1323975"/>
                    <a:gd name="connsiteY143" fmla="*/ 990600 h 2316957"/>
                    <a:gd name="connsiteX144" fmla="*/ 33337 w 1323975"/>
                    <a:gd name="connsiteY144" fmla="*/ 964407 h 2316957"/>
                    <a:gd name="connsiteX145" fmla="*/ 30956 w 1323975"/>
                    <a:gd name="connsiteY145" fmla="*/ 921544 h 2316957"/>
                    <a:gd name="connsiteX146" fmla="*/ 71437 w 1323975"/>
                    <a:gd name="connsiteY146" fmla="*/ 857250 h 2316957"/>
                    <a:gd name="connsiteX147" fmla="*/ 76200 w 1323975"/>
                    <a:gd name="connsiteY147" fmla="*/ 883444 h 2316957"/>
                    <a:gd name="connsiteX148" fmla="*/ 123825 w 1323975"/>
                    <a:gd name="connsiteY148" fmla="*/ 895350 h 2316957"/>
                    <a:gd name="connsiteX149" fmla="*/ 164306 w 1323975"/>
                    <a:gd name="connsiteY149" fmla="*/ 888207 h 2316957"/>
                    <a:gd name="connsiteX150" fmla="*/ 200025 w 1323975"/>
                    <a:gd name="connsiteY150" fmla="*/ 862013 h 2316957"/>
                    <a:gd name="connsiteX151" fmla="*/ 200025 w 1323975"/>
                    <a:gd name="connsiteY151" fmla="*/ 833438 h 2316957"/>
                    <a:gd name="connsiteX152" fmla="*/ 200025 w 1323975"/>
                    <a:gd name="connsiteY152" fmla="*/ 788194 h 2316957"/>
                    <a:gd name="connsiteX153" fmla="*/ 219075 w 1323975"/>
                    <a:gd name="connsiteY153" fmla="*/ 683419 h 2316957"/>
                    <a:gd name="connsiteX154" fmla="*/ 221456 w 1323975"/>
                    <a:gd name="connsiteY154" fmla="*/ 626269 h 2316957"/>
                    <a:gd name="connsiteX155" fmla="*/ 233362 w 1323975"/>
                    <a:gd name="connsiteY155" fmla="*/ 607219 h 2316957"/>
                    <a:gd name="connsiteX156" fmla="*/ 261937 w 1323975"/>
                    <a:gd name="connsiteY156" fmla="*/ 609600 h 2316957"/>
                    <a:gd name="connsiteX157" fmla="*/ 292894 w 1323975"/>
                    <a:gd name="connsiteY157" fmla="*/ 628650 h 2316957"/>
                    <a:gd name="connsiteX158" fmla="*/ 326231 w 1323975"/>
                    <a:gd name="connsiteY158" fmla="*/ 628650 h 2316957"/>
                    <a:gd name="connsiteX159" fmla="*/ 376237 w 1323975"/>
                    <a:gd name="connsiteY159" fmla="*/ 583407 h 2316957"/>
                    <a:gd name="connsiteX160" fmla="*/ 433387 w 1323975"/>
                    <a:gd name="connsiteY160" fmla="*/ 521494 h 2316957"/>
                    <a:gd name="connsiteX161" fmla="*/ 421481 w 1323975"/>
                    <a:gd name="connsiteY161" fmla="*/ 483394 h 2316957"/>
                    <a:gd name="connsiteX162" fmla="*/ 409575 w 1323975"/>
                    <a:gd name="connsiteY162" fmla="*/ 450057 h 2316957"/>
                    <a:gd name="connsiteX163" fmla="*/ 421481 w 1323975"/>
                    <a:gd name="connsiteY163" fmla="*/ 397669 h 2316957"/>
                    <a:gd name="connsiteX164" fmla="*/ 445294 w 1323975"/>
                    <a:gd name="connsiteY164" fmla="*/ 316707 h 2316957"/>
                    <a:gd name="connsiteX165" fmla="*/ 473869 w 1323975"/>
                    <a:gd name="connsiteY165" fmla="*/ 300038 h 2316957"/>
                    <a:gd name="connsiteX166" fmla="*/ 523875 w 1323975"/>
                    <a:gd name="connsiteY166" fmla="*/ 273844 h 2316957"/>
                    <a:gd name="connsiteX167" fmla="*/ 552450 w 1323975"/>
                    <a:gd name="connsiteY167" fmla="*/ 245269 h 2316957"/>
                    <a:gd name="connsiteX168" fmla="*/ 547687 w 1323975"/>
                    <a:gd name="connsiteY168" fmla="*/ 207169 h 2316957"/>
                    <a:gd name="connsiteX169" fmla="*/ 564356 w 1323975"/>
                    <a:gd name="connsiteY169" fmla="*/ 173832 h 2316957"/>
                    <a:gd name="connsiteX170" fmla="*/ 602456 w 1323975"/>
                    <a:gd name="connsiteY170" fmla="*/ 114300 h 2316957"/>
                    <a:gd name="connsiteX171" fmla="*/ 595312 w 1323975"/>
                    <a:gd name="connsiteY171" fmla="*/ 85725 h 2316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323975" h="2316957">
                      <a:moveTo>
                        <a:pt x="676275" y="0"/>
                      </a:moveTo>
                      <a:lnTo>
                        <a:pt x="700087" y="28576"/>
                      </a:lnTo>
                      <a:cubicBezTo>
                        <a:pt x="691355" y="65882"/>
                        <a:pt x="706437" y="88901"/>
                        <a:pt x="709612" y="119063"/>
                      </a:cubicBezTo>
                      <a:lnTo>
                        <a:pt x="731044" y="180975"/>
                      </a:lnTo>
                      <a:lnTo>
                        <a:pt x="757237" y="211932"/>
                      </a:lnTo>
                      <a:lnTo>
                        <a:pt x="812006" y="214313"/>
                      </a:lnTo>
                      <a:lnTo>
                        <a:pt x="842962" y="214313"/>
                      </a:lnTo>
                      <a:lnTo>
                        <a:pt x="869156" y="226219"/>
                      </a:lnTo>
                      <a:lnTo>
                        <a:pt x="895350" y="250032"/>
                      </a:lnTo>
                      <a:lnTo>
                        <a:pt x="909637" y="233363"/>
                      </a:lnTo>
                      <a:lnTo>
                        <a:pt x="964406" y="230982"/>
                      </a:lnTo>
                      <a:lnTo>
                        <a:pt x="1002506" y="226219"/>
                      </a:lnTo>
                      <a:lnTo>
                        <a:pt x="1026319" y="235744"/>
                      </a:lnTo>
                      <a:lnTo>
                        <a:pt x="1042987" y="257175"/>
                      </a:lnTo>
                      <a:lnTo>
                        <a:pt x="1045369" y="300038"/>
                      </a:lnTo>
                      <a:lnTo>
                        <a:pt x="1057275" y="335757"/>
                      </a:lnTo>
                      <a:lnTo>
                        <a:pt x="1040606" y="376238"/>
                      </a:lnTo>
                      <a:lnTo>
                        <a:pt x="1057275" y="397669"/>
                      </a:lnTo>
                      <a:lnTo>
                        <a:pt x="1081087" y="402432"/>
                      </a:lnTo>
                      <a:lnTo>
                        <a:pt x="1123950" y="419100"/>
                      </a:lnTo>
                      <a:lnTo>
                        <a:pt x="1150144" y="419100"/>
                      </a:lnTo>
                      <a:lnTo>
                        <a:pt x="1178719" y="421482"/>
                      </a:lnTo>
                      <a:lnTo>
                        <a:pt x="1204912" y="421482"/>
                      </a:lnTo>
                      <a:lnTo>
                        <a:pt x="1238250" y="442913"/>
                      </a:lnTo>
                      <a:lnTo>
                        <a:pt x="1259681" y="450057"/>
                      </a:lnTo>
                      <a:lnTo>
                        <a:pt x="1271587" y="471488"/>
                      </a:lnTo>
                      <a:lnTo>
                        <a:pt x="1276350" y="497682"/>
                      </a:lnTo>
                      <a:lnTo>
                        <a:pt x="1302544" y="509588"/>
                      </a:lnTo>
                      <a:lnTo>
                        <a:pt x="1302544" y="542925"/>
                      </a:lnTo>
                      <a:lnTo>
                        <a:pt x="1319212" y="583407"/>
                      </a:lnTo>
                      <a:lnTo>
                        <a:pt x="1302544" y="607219"/>
                      </a:lnTo>
                      <a:lnTo>
                        <a:pt x="1309687" y="633413"/>
                      </a:lnTo>
                      <a:lnTo>
                        <a:pt x="1323975" y="664369"/>
                      </a:lnTo>
                      <a:lnTo>
                        <a:pt x="1321594" y="709613"/>
                      </a:lnTo>
                      <a:lnTo>
                        <a:pt x="1297781" y="735807"/>
                      </a:lnTo>
                      <a:lnTo>
                        <a:pt x="1283494" y="766763"/>
                      </a:lnTo>
                      <a:lnTo>
                        <a:pt x="1295400" y="792957"/>
                      </a:lnTo>
                      <a:lnTo>
                        <a:pt x="1297781" y="840582"/>
                      </a:lnTo>
                      <a:lnTo>
                        <a:pt x="1276350" y="842963"/>
                      </a:lnTo>
                      <a:lnTo>
                        <a:pt x="1212056" y="835819"/>
                      </a:lnTo>
                      <a:lnTo>
                        <a:pt x="1166812" y="850107"/>
                      </a:lnTo>
                      <a:lnTo>
                        <a:pt x="1135856" y="890588"/>
                      </a:lnTo>
                      <a:lnTo>
                        <a:pt x="1133475" y="938213"/>
                      </a:lnTo>
                      <a:lnTo>
                        <a:pt x="1097756" y="931069"/>
                      </a:lnTo>
                      <a:lnTo>
                        <a:pt x="1069181" y="950119"/>
                      </a:lnTo>
                      <a:lnTo>
                        <a:pt x="1076325" y="988219"/>
                      </a:lnTo>
                      <a:lnTo>
                        <a:pt x="1040606" y="985838"/>
                      </a:lnTo>
                      <a:lnTo>
                        <a:pt x="1004887" y="992982"/>
                      </a:lnTo>
                      <a:lnTo>
                        <a:pt x="971550" y="1042988"/>
                      </a:lnTo>
                      <a:lnTo>
                        <a:pt x="971550" y="1090613"/>
                      </a:lnTo>
                      <a:lnTo>
                        <a:pt x="1004887" y="1112044"/>
                      </a:lnTo>
                      <a:lnTo>
                        <a:pt x="1021556" y="1138238"/>
                      </a:lnTo>
                      <a:lnTo>
                        <a:pt x="1004887" y="1173957"/>
                      </a:lnTo>
                      <a:lnTo>
                        <a:pt x="964406" y="1216819"/>
                      </a:lnTo>
                      <a:lnTo>
                        <a:pt x="957262" y="1240632"/>
                      </a:lnTo>
                      <a:lnTo>
                        <a:pt x="983456" y="1281113"/>
                      </a:lnTo>
                      <a:lnTo>
                        <a:pt x="1016794" y="1312069"/>
                      </a:lnTo>
                      <a:lnTo>
                        <a:pt x="1054894" y="1357313"/>
                      </a:lnTo>
                      <a:lnTo>
                        <a:pt x="1050131" y="1414463"/>
                      </a:lnTo>
                      <a:lnTo>
                        <a:pt x="1028700" y="1450182"/>
                      </a:lnTo>
                      <a:lnTo>
                        <a:pt x="954881" y="1495425"/>
                      </a:lnTo>
                      <a:lnTo>
                        <a:pt x="926306" y="1524000"/>
                      </a:lnTo>
                      <a:lnTo>
                        <a:pt x="904875" y="1578769"/>
                      </a:lnTo>
                      <a:lnTo>
                        <a:pt x="928254" y="1613839"/>
                      </a:lnTo>
                      <a:lnTo>
                        <a:pt x="947737" y="1621632"/>
                      </a:lnTo>
                      <a:lnTo>
                        <a:pt x="958033" y="1625064"/>
                      </a:lnTo>
                      <a:lnTo>
                        <a:pt x="959644" y="1607344"/>
                      </a:lnTo>
                      <a:lnTo>
                        <a:pt x="983456" y="1578769"/>
                      </a:lnTo>
                      <a:lnTo>
                        <a:pt x="1016794" y="1581150"/>
                      </a:lnTo>
                      <a:lnTo>
                        <a:pt x="1050131" y="1600200"/>
                      </a:lnTo>
                      <a:lnTo>
                        <a:pt x="1057275" y="1576388"/>
                      </a:lnTo>
                      <a:lnTo>
                        <a:pt x="1102519" y="1564482"/>
                      </a:lnTo>
                      <a:lnTo>
                        <a:pt x="1109662" y="1602582"/>
                      </a:lnTo>
                      <a:lnTo>
                        <a:pt x="1095375" y="1635919"/>
                      </a:lnTo>
                      <a:lnTo>
                        <a:pt x="1081087" y="1681163"/>
                      </a:lnTo>
                      <a:lnTo>
                        <a:pt x="1069181" y="1738313"/>
                      </a:lnTo>
                      <a:lnTo>
                        <a:pt x="1054894" y="1831182"/>
                      </a:lnTo>
                      <a:lnTo>
                        <a:pt x="1076325" y="1871663"/>
                      </a:lnTo>
                      <a:lnTo>
                        <a:pt x="1050131" y="1878807"/>
                      </a:lnTo>
                      <a:lnTo>
                        <a:pt x="1040606" y="1926432"/>
                      </a:lnTo>
                      <a:lnTo>
                        <a:pt x="1007269" y="1928813"/>
                      </a:lnTo>
                      <a:lnTo>
                        <a:pt x="1007269" y="1966913"/>
                      </a:lnTo>
                      <a:lnTo>
                        <a:pt x="1045369" y="2014538"/>
                      </a:lnTo>
                      <a:lnTo>
                        <a:pt x="1090612" y="2050257"/>
                      </a:lnTo>
                      <a:lnTo>
                        <a:pt x="1092994" y="2085975"/>
                      </a:lnTo>
                      <a:lnTo>
                        <a:pt x="1135856" y="2126457"/>
                      </a:lnTo>
                      <a:lnTo>
                        <a:pt x="1116806" y="2159794"/>
                      </a:lnTo>
                      <a:lnTo>
                        <a:pt x="1102519" y="2226469"/>
                      </a:lnTo>
                      <a:lnTo>
                        <a:pt x="1083469" y="2240757"/>
                      </a:lnTo>
                      <a:lnTo>
                        <a:pt x="1014412" y="2245519"/>
                      </a:lnTo>
                      <a:lnTo>
                        <a:pt x="947737" y="2252663"/>
                      </a:lnTo>
                      <a:lnTo>
                        <a:pt x="921544" y="2290763"/>
                      </a:lnTo>
                      <a:lnTo>
                        <a:pt x="892969" y="2312194"/>
                      </a:lnTo>
                      <a:lnTo>
                        <a:pt x="859631" y="2316957"/>
                      </a:lnTo>
                      <a:lnTo>
                        <a:pt x="804862" y="2305050"/>
                      </a:lnTo>
                      <a:lnTo>
                        <a:pt x="776287" y="2278857"/>
                      </a:lnTo>
                      <a:lnTo>
                        <a:pt x="759619" y="2224088"/>
                      </a:lnTo>
                      <a:lnTo>
                        <a:pt x="773906" y="2178844"/>
                      </a:lnTo>
                      <a:lnTo>
                        <a:pt x="771525" y="2135982"/>
                      </a:lnTo>
                      <a:lnTo>
                        <a:pt x="773906" y="2088357"/>
                      </a:lnTo>
                      <a:lnTo>
                        <a:pt x="747712" y="2074069"/>
                      </a:lnTo>
                      <a:lnTo>
                        <a:pt x="714375" y="2047875"/>
                      </a:lnTo>
                      <a:lnTo>
                        <a:pt x="707231" y="2012157"/>
                      </a:lnTo>
                      <a:lnTo>
                        <a:pt x="683419" y="1983582"/>
                      </a:lnTo>
                      <a:lnTo>
                        <a:pt x="642937" y="1950244"/>
                      </a:lnTo>
                      <a:lnTo>
                        <a:pt x="626269" y="1916907"/>
                      </a:lnTo>
                      <a:lnTo>
                        <a:pt x="654844" y="1888332"/>
                      </a:lnTo>
                      <a:lnTo>
                        <a:pt x="631031" y="1876425"/>
                      </a:lnTo>
                      <a:lnTo>
                        <a:pt x="592931" y="1831182"/>
                      </a:lnTo>
                      <a:lnTo>
                        <a:pt x="581025" y="1857375"/>
                      </a:lnTo>
                      <a:lnTo>
                        <a:pt x="571500" y="1878807"/>
                      </a:lnTo>
                      <a:lnTo>
                        <a:pt x="540544" y="1902619"/>
                      </a:lnTo>
                      <a:lnTo>
                        <a:pt x="502444" y="1912144"/>
                      </a:lnTo>
                      <a:lnTo>
                        <a:pt x="478631" y="1940719"/>
                      </a:lnTo>
                      <a:lnTo>
                        <a:pt x="416719" y="1935957"/>
                      </a:lnTo>
                      <a:lnTo>
                        <a:pt x="426244" y="1902619"/>
                      </a:lnTo>
                      <a:lnTo>
                        <a:pt x="440531" y="1840707"/>
                      </a:lnTo>
                      <a:lnTo>
                        <a:pt x="447675" y="1802607"/>
                      </a:lnTo>
                      <a:lnTo>
                        <a:pt x="419100" y="1781175"/>
                      </a:lnTo>
                      <a:lnTo>
                        <a:pt x="419100" y="1769269"/>
                      </a:lnTo>
                      <a:lnTo>
                        <a:pt x="433387" y="1740694"/>
                      </a:lnTo>
                      <a:lnTo>
                        <a:pt x="429125" y="1712993"/>
                      </a:lnTo>
                      <a:lnTo>
                        <a:pt x="421481" y="1714500"/>
                      </a:lnTo>
                      <a:lnTo>
                        <a:pt x="369094" y="1707357"/>
                      </a:lnTo>
                      <a:lnTo>
                        <a:pt x="350044" y="1690688"/>
                      </a:lnTo>
                      <a:lnTo>
                        <a:pt x="354806" y="1643063"/>
                      </a:lnTo>
                      <a:lnTo>
                        <a:pt x="361950" y="1571625"/>
                      </a:lnTo>
                      <a:lnTo>
                        <a:pt x="340519" y="1535907"/>
                      </a:lnTo>
                      <a:lnTo>
                        <a:pt x="300037" y="1526382"/>
                      </a:lnTo>
                      <a:lnTo>
                        <a:pt x="269081" y="1476375"/>
                      </a:lnTo>
                      <a:lnTo>
                        <a:pt x="271462" y="1438275"/>
                      </a:lnTo>
                      <a:lnTo>
                        <a:pt x="247650" y="1390650"/>
                      </a:lnTo>
                      <a:lnTo>
                        <a:pt x="197644" y="1335882"/>
                      </a:lnTo>
                      <a:lnTo>
                        <a:pt x="152400" y="1340644"/>
                      </a:lnTo>
                      <a:lnTo>
                        <a:pt x="123825" y="1316832"/>
                      </a:lnTo>
                      <a:lnTo>
                        <a:pt x="66675" y="1304925"/>
                      </a:lnTo>
                      <a:lnTo>
                        <a:pt x="40481" y="1316832"/>
                      </a:lnTo>
                      <a:lnTo>
                        <a:pt x="7144" y="1300163"/>
                      </a:lnTo>
                      <a:lnTo>
                        <a:pt x="0" y="1264444"/>
                      </a:lnTo>
                      <a:lnTo>
                        <a:pt x="23812" y="1195388"/>
                      </a:lnTo>
                      <a:lnTo>
                        <a:pt x="26194" y="1143000"/>
                      </a:lnTo>
                      <a:lnTo>
                        <a:pt x="11906" y="1100138"/>
                      </a:lnTo>
                      <a:lnTo>
                        <a:pt x="16669" y="1021557"/>
                      </a:lnTo>
                      <a:lnTo>
                        <a:pt x="52387" y="990600"/>
                      </a:lnTo>
                      <a:lnTo>
                        <a:pt x="33337" y="964407"/>
                      </a:lnTo>
                      <a:lnTo>
                        <a:pt x="30956" y="921544"/>
                      </a:lnTo>
                      <a:lnTo>
                        <a:pt x="71437" y="857250"/>
                      </a:lnTo>
                      <a:lnTo>
                        <a:pt x="76200" y="883444"/>
                      </a:lnTo>
                      <a:lnTo>
                        <a:pt x="123825" y="895350"/>
                      </a:lnTo>
                      <a:lnTo>
                        <a:pt x="164306" y="888207"/>
                      </a:lnTo>
                      <a:lnTo>
                        <a:pt x="200025" y="862013"/>
                      </a:lnTo>
                      <a:lnTo>
                        <a:pt x="200025" y="833438"/>
                      </a:lnTo>
                      <a:lnTo>
                        <a:pt x="200025" y="788194"/>
                      </a:lnTo>
                      <a:lnTo>
                        <a:pt x="219075" y="683419"/>
                      </a:lnTo>
                      <a:cubicBezTo>
                        <a:pt x="219869" y="664369"/>
                        <a:pt x="220662" y="645319"/>
                        <a:pt x="221456" y="626269"/>
                      </a:cubicBezTo>
                      <a:lnTo>
                        <a:pt x="233362" y="607219"/>
                      </a:lnTo>
                      <a:lnTo>
                        <a:pt x="261937" y="609600"/>
                      </a:lnTo>
                      <a:lnTo>
                        <a:pt x="292894" y="628650"/>
                      </a:lnTo>
                      <a:lnTo>
                        <a:pt x="326231" y="628650"/>
                      </a:lnTo>
                      <a:lnTo>
                        <a:pt x="376237" y="583407"/>
                      </a:lnTo>
                      <a:lnTo>
                        <a:pt x="433387" y="521494"/>
                      </a:lnTo>
                      <a:lnTo>
                        <a:pt x="421481" y="483394"/>
                      </a:lnTo>
                      <a:lnTo>
                        <a:pt x="409575" y="450057"/>
                      </a:lnTo>
                      <a:lnTo>
                        <a:pt x="421481" y="397669"/>
                      </a:lnTo>
                      <a:lnTo>
                        <a:pt x="445294" y="316707"/>
                      </a:lnTo>
                      <a:lnTo>
                        <a:pt x="473869" y="300038"/>
                      </a:lnTo>
                      <a:lnTo>
                        <a:pt x="523875" y="273844"/>
                      </a:lnTo>
                      <a:lnTo>
                        <a:pt x="552450" y="245269"/>
                      </a:lnTo>
                      <a:lnTo>
                        <a:pt x="547687" y="207169"/>
                      </a:lnTo>
                      <a:lnTo>
                        <a:pt x="564356" y="173832"/>
                      </a:lnTo>
                      <a:lnTo>
                        <a:pt x="602456" y="114300"/>
                      </a:lnTo>
                      <a:lnTo>
                        <a:pt x="595312" y="857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4" name="동두천시">
                  <a:extLst>
                    <a:ext uri="{FF2B5EF4-FFF2-40B4-BE49-F238E27FC236}">
                      <a16:creationId xmlns:a16="http://schemas.microsoft.com/office/drawing/2014/main" id="{A4CE3CE7-9C32-8ADD-F7FD-EFD724EC0522}"/>
                    </a:ext>
                  </a:extLst>
                </p:cNvPr>
                <p:cNvSpPr/>
                <p:nvPr/>
              </p:nvSpPr>
              <p:spPr>
                <a:xfrm>
                  <a:off x="4786313" y="1323975"/>
                  <a:ext cx="538162" cy="564356"/>
                </a:xfrm>
                <a:custGeom>
                  <a:avLst/>
                  <a:gdLst>
                    <a:gd name="connsiteX0" fmla="*/ 271462 w 538162"/>
                    <a:gd name="connsiteY0" fmla="*/ 35719 h 564356"/>
                    <a:gd name="connsiteX1" fmla="*/ 216693 w 538162"/>
                    <a:gd name="connsiteY1" fmla="*/ 21431 h 564356"/>
                    <a:gd name="connsiteX2" fmla="*/ 188118 w 538162"/>
                    <a:gd name="connsiteY2" fmla="*/ 0 h 564356"/>
                    <a:gd name="connsiteX3" fmla="*/ 159543 w 538162"/>
                    <a:gd name="connsiteY3" fmla="*/ 9525 h 564356"/>
                    <a:gd name="connsiteX4" fmla="*/ 140493 w 538162"/>
                    <a:gd name="connsiteY4" fmla="*/ 42863 h 564356"/>
                    <a:gd name="connsiteX5" fmla="*/ 130968 w 538162"/>
                    <a:gd name="connsiteY5" fmla="*/ 85725 h 564356"/>
                    <a:gd name="connsiteX6" fmla="*/ 92868 w 538162"/>
                    <a:gd name="connsiteY6" fmla="*/ 114300 h 564356"/>
                    <a:gd name="connsiteX7" fmla="*/ 71437 w 538162"/>
                    <a:gd name="connsiteY7" fmla="*/ 126206 h 564356"/>
                    <a:gd name="connsiteX8" fmla="*/ 73818 w 538162"/>
                    <a:gd name="connsiteY8" fmla="*/ 164306 h 564356"/>
                    <a:gd name="connsiteX9" fmla="*/ 50006 w 538162"/>
                    <a:gd name="connsiteY9" fmla="*/ 197644 h 564356"/>
                    <a:gd name="connsiteX10" fmla="*/ 16668 w 538162"/>
                    <a:gd name="connsiteY10" fmla="*/ 233363 h 564356"/>
                    <a:gd name="connsiteX11" fmla="*/ 0 w 538162"/>
                    <a:gd name="connsiteY11" fmla="*/ 259556 h 564356"/>
                    <a:gd name="connsiteX12" fmla="*/ 9525 w 538162"/>
                    <a:gd name="connsiteY12" fmla="*/ 290513 h 564356"/>
                    <a:gd name="connsiteX13" fmla="*/ 2381 w 538162"/>
                    <a:gd name="connsiteY13" fmla="*/ 314325 h 564356"/>
                    <a:gd name="connsiteX14" fmla="*/ 2381 w 538162"/>
                    <a:gd name="connsiteY14" fmla="*/ 342900 h 564356"/>
                    <a:gd name="connsiteX15" fmla="*/ 42862 w 538162"/>
                    <a:gd name="connsiteY15" fmla="*/ 376238 h 564356"/>
                    <a:gd name="connsiteX16" fmla="*/ 107156 w 538162"/>
                    <a:gd name="connsiteY16" fmla="*/ 390525 h 564356"/>
                    <a:gd name="connsiteX17" fmla="*/ 152400 w 538162"/>
                    <a:gd name="connsiteY17" fmla="*/ 402431 h 564356"/>
                    <a:gd name="connsiteX18" fmla="*/ 157162 w 538162"/>
                    <a:gd name="connsiteY18" fmla="*/ 469106 h 564356"/>
                    <a:gd name="connsiteX19" fmla="*/ 185737 w 538162"/>
                    <a:gd name="connsiteY19" fmla="*/ 509588 h 564356"/>
                    <a:gd name="connsiteX20" fmla="*/ 209550 w 538162"/>
                    <a:gd name="connsiteY20" fmla="*/ 511969 h 564356"/>
                    <a:gd name="connsiteX21" fmla="*/ 240506 w 538162"/>
                    <a:gd name="connsiteY21" fmla="*/ 511969 h 564356"/>
                    <a:gd name="connsiteX22" fmla="*/ 276225 w 538162"/>
                    <a:gd name="connsiteY22" fmla="*/ 502444 h 564356"/>
                    <a:gd name="connsiteX23" fmla="*/ 309562 w 538162"/>
                    <a:gd name="connsiteY23" fmla="*/ 507206 h 564356"/>
                    <a:gd name="connsiteX24" fmla="*/ 338137 w 538162"/>
                    <a:gd name="connsiteY24" fmla="*/ 523875 h 564356"/>
                    <a:gd name="connsiteX25" fmla="*/ 357187 w 538162"/>
                    <a:gd name="connsiteY25" fmla="*/ 545306 h 564356"/>
                    <a:gd name="connsiteX26" fmla="*/ 378618 w 538162"/>
                    <a:gd name="connsiteY26" fmla="*/ 564356 h 564356"/>
                    <a:gd name="connsiteX27" fmla="*/ 390525 w 538162"/>
                    <a:gd name="connsiteY27" fmla="*/ 538163 h 564356"/>
                    <a:gd name="connsiteX28" fmla="*/ 407193 w 538162"/>
                    <a:gd name="connsiteY28" fmla="*/ 538163 h 564356"/>
                    <a:gd name="connsiteX29" fmla="*/ 428625 w 538162"/>
                    <a:gd name="connsiteY29" fmla="*/ 504825 h 564356"/>
                    <a:gd name="connsiteX30" fmla="*/ 485775 w 538162"/>
                    <a:gd name="connsiteY30" fmla="*/ 497681 h 564356"/>
                    <a:gd name="connsiteX31" fmla="*/ 504825 w 538162"/>
                    <a:gd name="connsiteY31" fmla="*/ 492919 h 564356"/>
                    <a:gd name="connsiteX32" fmla="*/ 516731 w 538162"/>
                    <a:gd name="connsiteY32" fmla="*/ 476250 h 564356"/>
                    <a:gd name="connsiteX33" fmla="*/ 538162 w 538162"/>
                    <a:gd name="connsiteY33" fmla="*/ 421481 h 564356"/>
                    <a:gd name="connsiteX34" fmla="*/ 526256 w 538162"/>
                    <a:gd name="connsiteY34" fmla="*/ 402431 h 564356"/>
                    <a:gd name="connsiteX35" fmla="*/ 507206 w 538162"/>
                    <a:gd name="connsiteY35" fmla="*/ 371475 h 564356"/>
                    <a:gd name="connsiteX36" fmla="*/ 509587 w 538162"/>
                    <a:gd name="connsiteY36" fmla="*/ 335756 h 564356"/>
                    <a:gd name="connsiteX37" fmla="*/ 490537 w 538162"/>
                    <a:gd name="connsiteY37" fmla="*/ 323850 h 564356"/>
                    <a:gd name="connsiteX38" fmla="*/ 452437 w 538162"/>
                    <a:gd name="connsiteY38" fmla="*/ 323850 h 564356"/>
                    <a:gd name="connsiteX39" fmla="*/ 407193 w 538162"/>
                    <a:gd name="connsiteY39" fmla="*/ 309563 h 564356"/>
                    <a:gd name="connsiteX40" fmla="*/ 378618 w 538162"/>
                    <a:gd name="connsiteY40" fmla="*/ 223838 h 564356"/>
                    <a:gd name="connsiteX41" fmla="*/ 359568 w 538162"/>
                    <a:gd name="connsiteY41" fmla="*/ 202406 h 564356"/>
                    <a:gd name="connsiteX42" fmla="*/ 311943 w 538162"/>
                    <a:gd name="connsiteY42" fmla="*/ 190500 h 564356"/>
                    <a:gd name="connsiteX43" fmla="*/ 311943 w 538162"/>
                    <a:gd name="connsiteY43" fmla="*/ 161925 h 564356"/>
                    <a:gd name="connsiteX44" fmla="*/ 323850 w 538162"/>
                    <a:gd name="connsiteY44" fmla="*/ 135731 h 564356"/>
                    <a:gd name="connsiteX45" fmla="*/ 307181 w 538162"/>
                    <a:gd name="connsiteY45" fmla="*/ 100013 h 564356"/>
                    <a:gd name="connsiteX46" fmla="*/ 304800 w 538162"/>
                    <a:gd name="connsiteY46" fmla="*/ 80963 h 564356"/>
                    <a:gd name="connsiteX47" fmla="*/ 271462 w 538162"/>
                    <a:gd name="connsiteY47" fmla="*/ 35719 h 56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8162" h="564356">
                      <a:moveTo>
                        <a:pt x="271462" y="35719"/>
                      </a:moveTo>
                      <a:lnTo>
                        <a:pt x="216693" y="21431"/>
                      </a:lnTo>
                      <a:lnTo>
                        <a:pt x="188118" y="0"/>
                      </a:lnTo>
                      <a:lnTo>
                        <a:pt x="159543" y="9525"/>
                      </a:lnTo>
                      <a:lnTo>
                        <a:pt x="140493" y="42863"/>
                      </a:lnTo>
                      <a:lnTo>
                        <a:pt x="130968" y="85725"/>
                      </a:lnTo>
                      <a:lnTo>
                        <a:pt x="92868" y="114300"/>
                      </a:lnTo>
                      <a:lnTo>
                        <a:pt x="71437" y="126206"/>
                      </a:lnTo>
                      <a:lnTo>
                        <a:pt x="73818" y="164306"/>
                      </a:lnTo>
                      <a:lnTo>
                        <a:pt x="50006" y="197644"/>
                      </a:lnTo>
                      <a:lnTo>
                        <a:pt x="16668" y="233363"/>
                      </a:lnTo>
                      <a:lnTo>
                        <a:pt x="0" y="259556"/>
                      </a:lnTo>
                      <a:lnTo>
                        <a:pt x="9525" y="290513"/>
                      </a:lnTo>
                      <a:lnTo>
                        <a:pt x="2381" y="314325"/>
                      </a:lnTo>
                      <a:lnTo>
                        <a:pt x="2381" y="342900"/>
                      </a:lnTo>
                      <a:lnTo>
                        <a:pt x="42862" y="376238"/>
                      </a:lnTo>
                      <a:lnTo>
                        <a:pt x="107156" y="390525"/>
                      </a:lnTo>
                      <a:lnTo>
                        <a:pt x="152400" y="402431"/>
                      </a:lnTo>
                      <a:lnTo>
                        <a:pt x="157162" y="469106"/>
                      </a:lnTo>
                      <a:lnTo>
                        <a:pt x="185737" y="509588"/>
                      </a:lnTo>
                      <a:lnTo>
                        <a:pt x="209550" y="511969"/>
                      </a:lnTo>
                      <a:lnTo>
                        <a:pt x="240506" y="511969"/>
                      </a:lnTo>
                      <a:lnTo>
                        <a:pt x="276225" y="502444"/>
                      </a:lnTo>
                      <a:lnTo>
                        <a:pt x="309562" y="507206"/>
                      </a:lnTo>
                      <a:lnTo>
                        <a:pt x="338137" y="523875"/>
                      </a:lnTo>
                      <a:lnTo>
                        <a:pt x="357187" y="545306"/>
                      </a:lnTo>
                      <a:lnTo>
                        <a:pt x="378618" y="564356"/>
                      </a:lnTo>
                      <a:lnTo>
                        <a:pt x="390525" y="538163"/>
                      </a:lnTo>
                      <a:lnTo>
                        <a:pt x="407193" y="538163"/>
                      </a:lnTo>
                      <a:lnTo>
                        <a:pt x="428625" y="504825"/>
                      </a:lnTo>
                      <a:lnTo>
                        <a:pt x="485775" y="497681"/>
                      </a:lnTo>
                      <a:lnTo>
                        <a:pt x="504825" y="492919"/>
                      </a:lnTo>
                      <a:lnTo>
                        <a:pt x="516731" y="476250"/>
                      </a:lnTo>
                      <a:lnTo>
                        <a:pt x="538162" y="421481"/>
                      </a:lnTo>
                      <a:lnTo>
                        <a:pt x="526256" y="402431"/>
                      </a:lnTo>
                      <a:lnTo>
                        <a:pt x="507206" y="371475"/>
                      </a:lnTo>
                      <a:lnTo>
                        <a:pt x="509587" y="335756"/>
                      </a:lnTo>
                      <a:lnTo>
                        <a:pt x="490537" y="323850"/>
                      </a:lnTo>
                      <a:lnTo>
                        <a:pt x="452437" y="323850"/>
                      </a:lnTo>
                      <a:lnTo>
                        <a:pt x="407193" y="309563"/>
                      </a:lnTo>
                      <a:lnTo>
                        <a:pt x="378618" y="223838"/>
                      </a:lnTo>
                      <a:lnTo>
                        <a:pt x="359568" y="202406"/>
                      </a:lnTo>
                      <a:lnTo>
                        <a:pt x="311943" y="190500"/>
                      </a:lnTo>
                      <a:lnTo>
                        <a:pt x="311943" y="161925"/>
                      </a:lnTo>
                      <a:lnTo>
                        <a:pt x="323850" y="135731"/>
                      </a:lnTo>
                      <a:lnTo>
                        <a:pt x="307181" y="100013"/>
                      </a:lnTo>
                      <a:lnTo>
                        <a:pt x="304800" y="80963"/>
                      </a:lnTo>
                      <a:lnTo>
                        <a:pt x="271462" y="35719"/>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5" name="의정부시">
                  <a:extLst>
                    <a:ext uri="{FF2B5EF4-FFF2-40B4-BE49-F238E27FC236}">
                      <a16:creationId xmlns:a16="http://schemas.microsoft.com/office/drawing/2014/main" id="{AFD28210-9048-8F81-6D9B-87931197A0A9}"/>
                    </a:ext>
                  </a:extLst>
                </p:cNvPr>
                <p:cNvSpPr/>
                <p:nvPr/>
              </p:nvSpPr>
              <p:spPr>
                <a:xfrm>
                  <a:off x="4755356" y="2305050"/>
                  <a:ext cx="538163" cy="414338"/>
                </a:xfrm>
                <a:custGeom>
                  <a:avLst/>
                  <a:gdLst>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45244 w 538163"/>
                    <a:gd name="connsiteY44" fmla="*/ 283369 h 414338"/>
                    <a:gd name="connsiteX45" fmla="*/ 47625 w 538163"/>
                    <a:gd name="connsiteY45" fmla="*/ 347663 h 414338"/>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33338 w 538163"/>
                    <a:gd name="connsiteY44" fmla="*/ 300038 h 414338"/>
                    <a:gd name="connsiteX45" fmla="*/ 47625 w 538163"/>
                    <a:gd name="connsiteY45" fmla="*/ 347663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38163" h="414338">
                      <a:moveTo>
                        <a:pt x="47625" y="347663"/>
                      </a:moveTo>
                      <a:lnTo>
                        <a:pt x="104775" y="342900"/>
                      </a:lnTo>
                      <a:lnTo>
                        <a:pt x="116682" y="364331"/>
                      </a:lnTo>
                      <a:lnTo>
                        <a:pt x="109538" y="388144"/>
                      </a:lnTo>
                      <a:lnTo>
                        <a:pt x="119063" y="397669"/>
                      </a:lnTo>
                      <a:lnTo>
                        <a:pt x="142875" y="366713"/>
                      </a:lnTo>
                      <a:lnTo>
                        <a:pt x="176213" y="378619"/>
                      </a:lnTo>
                      <a:lnTo>
                        <a:pt x="183357" y="402431"/>
                      </a:lnTo>
                      <a:lnTo>
                        <a:pt x="197644" y="414338"/>
                      </a:lnTo>
                      <a:lnTo>
                        <a:pt x="226219" y="407194"/>
                      </a:lnTo>
                      <a:lnTo>
                        <a:pt x="233363" y="381000"/>
                      </a:lnTo>
                      <a:lnTo>
                        <a:pt x="276225" y="369094"/>
                      </a:lnTo>
                      <a:lnTo>
                        <a:pt x="319088" y="352425"/>
                      </a:lnTo>
                      <a:lnTo>
                        <a:pt x="371475" y="342900"/>
                      </a:lnTo>
                      <a:lnTo>
                        <a:pt x="392907" y="326231"/>
                      </a:lnTo>
                      <a:lnTo>
                        <a:pt x="402432" y="297656"/>
                      </a:lnTo>
                      <a:lnTo>
                        <a:pt x="431007" y="278606"/>
                      </a:lnTo>
                      <a:lnTo>
                        <a:pt x="454819" y="242888"/>
                      </a:lnTo>
                      <a:lnTo>
                        <a:pt x="454819" y="209550"/>
                      </a:lnTo>
                      <a:lnTo>
                        <a:pt x="459582" y="180975"/>
                      </a:lnTo>
                      <a:lnTo>
                        <a:pt x="476250" y="142875"/>
                      </a:lnTo>
                      <a:lnTo>
                        <a:pt x="523875" y="142875"/>
                      </a:lnTo>
                      <a:lnTo>
                        <a:pt x="538163" y="114300"/>
                      </a:lnTo>
                      <a:lnTo>
                        <a:pt x="523875" y="85725"/>
                      </a:lnTo>
                      <a:lnTo>
                        <a:pt x="483394" y="73819"/>
                      </a:lnTo>
                      <a:lnTo>
                        <a:pt x="471488" y="45244"/>
                      </a:lnTo>
                      <a:lnTo>
                        <a:pt x="433388" y="38100"/>
                      </a:lnTo>
                      <a:lnTo>
                        <a:pt x="395288" y="4763"/>
                      </a:lnTo>
                      <a:lnTo>
                        <a:pt x="376238" y="0"/>
                      </a:lnTo>
                      <a:lnTo>
                        <a:pt x="323850" y="26194"/>
                      </a:lnTo>
                      <a:lnTo>
                        <a:pt x="254794" y="73819"/>
                      </a:lnTo>
                      <a:lnTo>
                        <a:pt x="188119" y="102394"/>
                      </a:lnTo>
                      <a:lnTo>
                        <a:pt x="142875" y="80963"/>
                      </a:lnTo>
                      <a:lnTo>
                        <a:pt x="111919" y="64294"/>
                      </a:lnTo>
                      <a:lnTo>
                        <a:pt x="76200" y="66675"/>
                      </a:lnTo>
                      <a:lnTo>
                        <a:pt x="50007" y="59531"/>
                      </a:lnTo>
                      <a:lnTo>
                        <a:pt x="26194" y="83344"/>
                      </a:lnTo>
                      <a:lnTo>
                        <a:pt x="0" y="85725"/>
                      </a:lnTo>
                      <a:lnTo>
                        <a:pt x="4763" y="97631"/>
                      </a:lnTo>
                      <a:lnTo>
                        <a:pt x="16669" y="130969"/>
                      </a:lnTo>
                      <a:lnTo>
                        <a:pt x="19050" y="164306"/>
                      </a:lnTo>
                      <a:lnTo>
                        <a:pt x="7144" y="183356"/>
                      </a:lnTo>
                      <a:lnTo>
                        <a:pt x="19050" y="214313"/>
                      </a:lnTo>
                      <a:lnTo>
                        <a:pt x="45244" y="245269"/>
                      </a:lnTo>
                      <a:lnTo>
                        <a:pt x="33338" y="300038"/>
                      </a:lnTo>
                      <a:cubicBezTo>
                        <a:pt x="34132" y="321469"/>
                        <a:pt x="46831" y="326232"/>
                        <a:pt x="47625" y="347663"/>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228" name="오산시">
              <a:extLst>
                <a:ext uri="{FF2B5EF4-FFF2-40B4-BE49-F238E27FC236}">
                  <a16:creationId xmlns:a16="http://schemas.microsoft.com/office/drawing/2014/main" id="{8096E1C3-B133-578E-C953-0E70A68CEFB5}"/>
                </a:ext>
              </a:extLst>
            </p:cNvPr>
            <p:cNvSpPr/>
            <p:nvPr/>
          </p:nvSpPr>
          <p:spPr>
            <a:xfrm>
              <a:off x="2716899" y="5803374"/>
              <a:ext cx="295627" cy="254615"/>
            </a:xfrm>
            <a:custGeom>
              <a:avLst/>
              <a:gdLst>
                <a:gd name="connsiteX0" fmla="*/ 188118 w 411956"/>
                <a:gd name="connsiteY0" fmla="*/ 340519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8118 w 411956"/>
                <a:gd name="connsiteY50" fmla="*/ 340519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5737 w 411956"/>
                <a:gd name="connsiteY50" fmla="*/ 350044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21455 w 411956"/>
                <a:gd name="connsiteY49" fmla="*/ 311944 h 354806"/>
                <a:gd name="connsiteX50" fmla="*/ 185737 w 411956"/>
                <a:gd name="connsiteY50" fmla="*/ 350044 h 35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11956" h="354806">
                  <a:moveTo>
                    <a:pt x="185737" y="350044"/>
                  </a:moveTo>
                  <a:lnTo>
                    <a:pt x="157162" y="295275"/>
                  </a:lnTo>
                  <a:lnTo>
                    <a:pt x="145256" y="254794"/>
                  </a:lnTo>
                  <a:lnTo>
                    <a:pt x="133350" y="226219"/>
                  </a:lnTo>
                  <a:lnTo>
                    <a:pt x="150018" y="211931"/>
                  </a:lnTo>
                  <a:lnTo>
                    <a:pt x="140493" y="188119"/>
                  </a:lnTo>
                  <a:lnTo>
                    <a:pt x="123825" y="166688"/>
                  </a:lnTo>
                  <a:lnTo>
                    <a:pt x="102393" y="152400"/>
                  </a:lnTo>
                  <a:lnTo>
                    <a:pt x="83343" y="152400"/>
                  </a:lnTo>
                  <a:lnTo>
                    <a:pt x="57150" y="152400"/>
                  </a:lnTo>
                  <a:lnTo>
                    <a:pt x="42862" y="147638"/>
                  </a:lnTo>
                  <a:lnTo>
                    <a:pt x="28575" y="126206"/>
                  </a:lnTo>
                  <a:lnTo>
                    <a:pt x="0" y="119063"/>
                  </a:lnTo>
                  <a:lnTo>
                    <a:pt x="11906" y="100013"/>
                  </a:lnTo>
                  <a:lnTo>
                    <a:pt x="38100" y="100013"/>
                  </a:lnTo>
                  <a:lnTo>
                    <a:pt x="45243" y="80963"/>
                  </a:lnTo>
                  <a:lnTo>
                    <a:pt x="64293" y="66675"/>
                  </a:lnTo>
                  <a:lnTo>
                    <a:pt x="57150" y="42863"/>
                  </a:lnTo>
                  <a:lnTo>
                    <a:pt x="123825" y="11906"/>
                  </a:lnTo>
                  <a:lnTo>
                    <a:pt x="142875" y="7144"/>
                  </a:lnTo>
                  <a:lnTo>
                    <a:pt x="159543" y="7144"/>
                  </a:lnTo>
                  <a:lnTo>
                    <a:pt x="183356" y="23813"/>
                  </a:lnTo>
                  <a:lnTo>
                    <a:pt x="219075" y="23813"/>
                  </a:lnTo>
                  <a:lnTo>
                    <a:pt x="250031" y="4763"/>
                  </a:lnTo>
                  <a:lnTo>
                    <a:pt x="266700" y="0"/>
                  </a:lnTo>
                  <a:lnTo>
                    <a:pt x="271462" y="33338"/>
                  </a:lnTo>
                  <a:lnTo>
                    <a:pt x="276225" y="40481"/>
                  </a:lnTo>
                  <a:lnTo>
                    <a:pt x="285750" y="50006"/>
                  </a:lnTo>
                  <a:lnTo>
                    <a:pt x="264318" y="76200"/>
                  </a:lnTo>
                  <a:lnTo>
                    <a:pt x="280987" y="90488"/>
                  </a:lnTo>
                  <a:lnTo>
                    <a:pt x="300037" y="90488"/>
                  </a:lnTo>
                  <a:lnTo>
                    <a:pt x="292893" y="138113"/>
                  </a:lnTo>
                  <a:lnTo>
                    <a:pt x="273843" y="159544"/>
                  </a:lnTo>
                  <a:lnTo>
                    <a:pt x="295275" y="183356"/>
                  </a:lnTo>
                  <a:lnTo>
                    <a:pt x="330993" y="183356"/>
                  </a:lnTo>
                  <a:lnTo>
                    <a:pt x="364331" y="197644"/>
                  </a:lnTo>
                  <a:lnTo>
                    <a:pt x="385762" y="207169"/>
                  </a:lnTo>
                  <a:lnTo>
                    <a:pt x="392906" y="230981"/>
                  </a:lnTo>
                  <a:lnTo>
                    <a:pt x="400050" y="273844"/>
                  </a:lnTo>
                  <a:lnTo>
                    <a:pt x="411956" y="276225"/>
                  </a:lnTo>
                  <a:lnTo>
                    <a:pt x="381000" y="309563"/>
                  </a:lnTo>
                  <a:lnTo>
                    <a:pt x="357187" y="300038"/>
                  </a:lnTo>
                  <a:lnTo>
                    <a:pt x="352425" y="314325"/>
                  </a:lnTo>
                  <a:lnTo>
                    <a:pt x="373856" y="338138"/>
                  </a:lnTo>
                  <a:lnTo>
                    <a:pt x="352425" y="354806"/>
                  </a:lnTo>
                  <a:lnTo>
                    <a:pt x="309562" y="354806"/>
                  </a:lnTo>
                  <a:lnTo>
                    <a:pt x="280987" y="352425"/>
                  </a:lnTo>
                  <a:lnTo>
                    <a:pt x="273843" y="335756"/>
                  </a:lnTo>
                  <a:lnTo>
                    <a:pt x="261937" y="319088"/>
                  </a:lnTo>
                  <a:lnTo>
                    <a:pt x="221455" y="311944"/>
                  </a:lnTo>
                  <a:lnTo>
                    <a:pt x="185737" y="3500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29" name="화성시">
              <a:extLst>
                <a:ext uri="{FF2B5EF4-FFF2-40B4-BE49-F238E27FC236}">
                  <a16:creationId xmlns:a16="http://schemas.microsoft.com/office/drawing/2014/main" id="{76E32321-F5AF-FD97-9104-66FE0AAA9C7D}"/>
                </a:ext>
              </a:extLst>
            </p:cNvPr>
            <p:cNvSpPr/>
            <p:nvPr/>
          </p:nvSpPr>
          <p:spPr>
            <a:xfrm>
              <a:off x="1742868" y="5494077"/>
              <a:ext cx="1433705" cy="951816"/>
            </a:xfrm>
            <a:custGeom>
              <a:avLst/>
              <a:gdLst>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1519 w 1997869"/>
                <a:gd name="connsiteY96" fmla="*/ 64294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26356"/>
                <a:gd name="connsiteX1" fmla="*/ 121444 w 1997869"/>
                <a:gd name="connsiteY1" fmla="*/ 757237 h 1326356"/>
                <a:gd name="connsiteX2" fmla="*/ 102394 w 1997869"/>
                <a:gd name="connsiteY2" fmla="*/ 750094 h 1326356"/>
                <a:gd name="connsiteX3" fmla="*/ 123825 w 1997869"/>
                <a:gd name="connsiteY3" fmla="*/ 716756 h 1326356"/>
                <a:gd name="connsiteX4" fmla="*/ 126206 w 1997869"/>
                <a:gd name="connsiteY4" fmla="*/ 681037 h 1326356"/>
                <a:gd name="connsiteX5" fmla="*/ 176213 w 1997869"/>
                <a:gd name="connsiteY5" fmla="*/ 676275 h 1326356"/>
                <a:gd name="connsiteX6" fmla="*/ 195263 w 1997869"/>
                <a:gd name="connsiteY6" fmla="*/ 676275 h 1326356"/>
                <a:gd name="connsiteX7" fmla="*/ 173831 w 1997869"/>
                <a:gd name="connsiteY7" fmla="*/ 645319 h 1326356"/>
                <a:gd name="connsiteX8" fmla="*/ 145256 w 1997869"/>
                <a:gd name="connsiteY8" fmla="*/ 626269 h 1326356"/>
                <a:gd name="connsiteX9" fmla="*/ 123825 w 1997869"/>
                <a:gd name="connsiteY9" fmla="*/ 626269 h 1326356"/>
                <a:gd name="connsiteX10" fmla="*/ 102394 w 1997869"/>
                <a:gd name="connsiteY10" fmla="*/ 645319 h 1326356"/>
                <a:gd name="connsiteX11" fmla="*/ 83344 w 1997869"/>
                <a:gd name="connsiteY11" fmla="*/ 642937 h 1326356"/>
                <a:gd name="connsiteX12" fmla="*/ 64294 w 1997869"/>
                <a:gd name="connsiteY12" fmla="*/ 645319 h 1326356"/>
                <a:gd name="connsiteX13" fmla="*/ 35719 w 1997869"/>
                <a:gd name="connsiteY13" fmla="*/ 654844 h 1326356"/>
                <a:gd name="connsiteX14" fmla="*/ 14288 w 1997869"/>
                <a:gd name="connsiteY14" fmla="*/ 652462 h 1326356"/>
                <a:gd name="connsiteX15" fmla="*/ 16669 w 1997869"/>
                <a:gd name="connsiteY15" fmla="*/ 638175 h 1326356"/>
                <a:gd name="connsiteX16" fmla="*/ 47625 w 1997869"/>
                <a:gd name="connsiteY16" fmla="*/ 621506 h 1326356"/>
                <a:gd name="connsiteX17" fmla="*/ 45244 w 1997869"/>
                <a:gd name="connsiteY17" fmla="*/ 604837 h 1326356"/>
                <a:gd name="connsiteX18" fmla="*/ 33338 w 1997869"/>
                <a:gd name="connsiteY18" fmla="*/ 566737 h 1326356"/>
                <a:gd name="connsiteX19" fmla="*/ 33338 w 1997869"/>
                <a:gd name="connsiteY19" fmla="*/ 566737 h 1326356"/>
                <a:gd name="connsiteX20" fmla="*/ 73819 w 1997869"/>
                <a:gd name="connsiteY20" fmla="*/ 523875 h 1326356"/>
                <a:gd name="connsiteX21" fmla="*/ 80963 w 1997869"/>
                <a:gd name="connsiteY21" fmla="*/ 488156 h 1326356"/>
                <a:gd name="connsiteX22" fmla="*/ 57150 w 1997869"/>
                <a:gd name="connsiteY22" fmla="*/ 476250 h 1326356"/>
                <a:gd name="connsiteX23" fmla="*/ 28575 w 1997869"/>
                <a:gd name="connsiteY23" fmla="*/ 492919 h 1326356"/>
                <a:gd name="connsiteX24" fmla="*/ 4763 w 1997869"/>
                <a:gd name="connsiteY24" fmla="*/ 521494 h 1326356"/>
                <a:gd name="connsiteX25" fmla="*/ 0 w 1997869"/>
                <a:gd name="connsiteY25" fmla="*/ 507206 h 1326356"/>
                <a:gd name="connsiteX26" fmla="*/ 38100 w 1997869"/>
                <a:gd name="connsiteY26" fmla="*/ 461962 h 1326356"/>
                <a:gd name="connsiteX27" fmla="*/ 47625 w 1997869"/>
                <a:gd name="connsiteY27" fmla="*/ 438150 h 1326356"/>
                <a:gd name="connsiteX28" fmla="*/ 73819 w 1997869"/>
                <a:gd name="connsiteY28" fmla="*/ 445294 h 1326356"/>
                <a:gd name="connsiteX29" fmla="*/ 92869 w 1997869"/>
                <a:gd name="connsiteY29" fmla="*/ 459581 h 1326356"/>
                <a:gd name="connsiteX30" fmla="*/ 114300 w 1997869"/>
                <a:gd name="connsiteY30" fmla="*/ 454819 h 1326356"/>
                <a:gd name="connsiteX31" fmla="*/ 123825 w 1997869"/>
                <a:gd name="connsiteY31" fmla="*/ 435769 h 1326356"/>
                <a:gd name="connsiteX32" fmla="*/ 142875 w 1997869"/>
                <a:gd name="connsiteY32" fmla="*/ 421481 h 1326356"/>
                <a:gd name="connsiteX33" fmla="*/ 173831 w 1997869"/>
                <a:gd name="connsiteY33" fmla="*/ 421481 h 1326356"/>
                <a:gd name="connsiteX34" fmla="*/ 173831 w 1997869"/>
                <a:gd name="connsiteY34" fmla="*/ 421481 h 1326356"/>
                <a:gd name="connsiteX35" fmla="*/ 202406 w 1997869"/>
                <a:gd name="connsiteY35" fmla="*/ 373856 h 1326356"/>
                <a:gd name="connsiteX36" fmla="*/ 195263 w 1997869"/>
                <a:gd name="connsiteY36" fmla="*/ 354806 h 1326356"/>
                <a:gd name="connsiteX37" fmla="*/ 171450 w 1997869"/>
                <a:gd name="connsiteY37" fmla="*/ 357187 h 1326356"/>
                <a:gd name="connsiteX38" fmla="*/ 159544 w 1997869"/>
                <a:gd name="connsiteY38" fmla="*/ 383381 h 1326356"/>
                <a:gd name="connsiteX39" fmla="*/ 159544 w 1997869"/>
                <a:gd name="connsiteY39" fmla="*/ 383381 h 1326356"/>
                <a:gd name="connsiteX40" fmla="*/ 128588 w 1997869"/>
                <a:gd name="connsiteY40" fmla="*/ 395287 h 1326356"/>
                <a:gd name="connsiteX41" fmla="*/ 121444 w 1997869"/>
                <a:gd name="connsiteY41" fmla="*/ 416719 h 1326356"/>
                <a:gd name="connsiteX42" fmla="*/ 102394 w 1997869"/>
                <a:gd name="connsiteY42" fmla="*/ 433387 h 1326356"/>
                <a:gd name="connsiteX43" fmla="*/ 78581 w 1997869"/>
                <a:gd name="connsiteY43" fmla="*/ 397669 h 1326356"/>
                <a:gd name="connsiteX44" fmla="*/ 78581 w 1997869"/>
                <a:gd name="connsiteY44" fmla="*/ 371475 h 1326356"/>
                <a:gd name="connsiteX45" fmla="*/ 80963 w 1997869"/>
                <a:gd name="connsiteY45" fmla="*/ 345281 h 1326356"/>
                <a:gd name="connsiteX46" fmla="*/ 100013 w 1997869"/>
                <a:gd name="connsiteY46" fmla="*/ 333375 h 1326356"/>
                <a:gd name="connsiteX47" fmla="*/ 111919 w 1997869"/>
                <a:gd name="connsiteY47" fmla="*/ 321469 h 1326356"/>
                <a:gd name="connsiteX48" fmla="*/ 102394 w 1997869"/>
                <a:gd name="connsiteY48" fmla="*/ 292894 h 1326356"/>
                <a:gd name="connsiteX49" fmla="*/ 92869 w 1997869"/>
                <a:gd name="connsiteY49" fmla="*/ 288131 h 1326356"/>
                <a:gd name="connsiteX50" fmla="*/ 78581 w 1997869"/>
                <a:gd name="connsiteY50" fmla="*/ 288131 h 1326356"/>
                <a:gd name="connsiteX51" fmla="*/ 69056 w 1997869"/>
                <a:gd name="connsiteY51" fmla="*/ 264319 h 1326356"/>
                <a:gd name="connsiteX52" fmla="*/ 59531 w 1997869"/>
                <a:gd name="connsiteY52" fmla="*/ 238125 h 1326356"/>
                <a:gd name="connsiteX53" fmla="*/ 64294 w 1997869"/>
                <a:gd name="connsiteY53" fmla="*/ 209550 h 1326356"/>
                <a:gd name="connsiteX54" fmla="*/ 76200 w 1997869"/>
                <a:gd name="connsiteY54" fmla="*/ 209550 h 1326356"/>
                <a:gd name="connsiteX55" fmla="*/ 80963 w 1997869"/>
                <a:gd name="connsiteY55" fmla="*/ 226219 h 1326356"/>
                <a:gd name="connsiteX56" fmla="*/ 95250 w 1997869"/>
                <a:gd name="connsiteY56" fmla="*/ 226219 h 1326356"/>
                <a:gd name="connsiteX57" fmla="*/ 111919 w 1997869"/>
                <a:gd name="connsiteY57" fmla="*/ 207169 h 1326356"/>
                <a:gd name="connsiteX58" fmla="*/ 128588 w 1997869"/>
                <a:gd name="connsiteY58" fmla="*/ 166687 h 1326356"/>
                <a:gd name="connsiteX59" fmla="*/ 135731 w 1997869"/>
                <a:gd name="connsiteY59" fmla="*/ 145256 h 1326356"/>
                <a:gd name="connsiteX60" fmla="*/ 152400 w 1997869"/>
                <a:gd name="connsiteY60" fmla="*/ 135731 h 1326356"/>
                <a:gd name="connsiteX61" fmla="*/ 154781 w 1997869"/>
                <a:gd name="connsiteY61" fmla="*/ 126206 h 1326356"/>
                <a:gd name="connsiteX62" fmla="*/ 180975 w 1997869"/>
                <a:gd name="connsiteY62" fmla="*/ 142875 h 1326356"/>
                <a:gd name="connsiteX63" fmla="*/ 214313 w 1997869"/>
                <a:gd name="connsiteY63" fmla="*/ 135731 h 1326356"/>
                <a:gd name="connsiteX64" fmla="*/ 245269 w 1997869"/>
                <a:gd name="connsiteY64" fmla="*/ 147637 h 1326356"/>
                <a:gd name="connsiteX65" fmla="*/ 269081 w 1997869"/>
                <a:gd name="connsiteY65" fmla="*/ 159544 h 1326356"/>
                <a:gd name="connsiteX66" fmla="*/ 309563 w 1997869"/>
                <a:gd name="connsiteY66" fmla="*/ 154781 h 1326356"/>
                <a:gd name="connsiteX67" fmla="*/ 328613 w 1997869"/>
                <a:gd name="connsiteY67" fmla="*/ 178594 h 1326356"/>
                <a:gd name="connsiteX68" fmla="*/ 352425 w 1997869"/>
                <a:gd name="connsiteY68" fmla="*/ 183356 h 1326356"/>
                <a:gd name="connsiteX69" fmla="*/ 352425 w 1997869"/>
                <a:gd name="connsiteY69" fmla="*/ 183356 h 1326356"/>
                <a:gd name="connsiteX70" fmla="*/ 383381 w 1997869"/>
                <a:gd name="connsiteY70" fmla="*/ 164306 h 1326356"/>
                <a:gd name="connsiteX71" fmla="*/ 433388 w 1997869"/>
                <a:gd name="connsiteY71" fmla="*/ 176212 h 1326356"/>
                <a:gd name="connsiteX72" fmla="*/ 438150 w 1997869"/>
                <a:gd name="connsiteY72" fmla="*/ 195262 h 1326356"/>
                <a:gd name="connsiteX73" fmla="*/ 466725 w 1997869"/>
                <a:gd name="connsiteY73" fmla="*/ 195262 h 1326356"/>
                <a:gd name="connsiteX74" fmla="*/ 478631 w 1997869"/>
                <a:gd name="connsiteY74" fmla="*/ 202406 h 1326356"/>
                <a:gd name="connsiteX75" fmla="*/ 492919 w 1997869"/>
                <a:gd name="connsiteY75" fmla="*/ 190500 h 1326356"/>
                <a:gd name="connsiteX76" fmla="*/ 514350 w 1997869"/>
                <a:gd name="connsiteY76" fmla="*/ 211931 h 1326356"/>
                <a:gd name="connsiteX77" fmla="*/ 535781 w 1997869"/>
                <a:gd name="connsiteY77" fmla="*/ 219075 h 1326356"/>
                <a:gd name="connsiteX78" fmla="*/ 554831 w 1997869"/>
                <a:gd name="connsiteY78" fmla="*/ 219075 h 1326356"/>
                <a:gd name="connsiteX79" fmla="*/ 552450 w 1997869"/>
                <a:gd name="connsiteY79" fmla="*/ 192881 h 1326356"/>
                <a:gd name="connsiteX80" fmla="*/ 550069 w 1997869"/>
                <a:gd name="connsiteY80" fmla="*/ 164306 h 1326356"/>
                <a:gd name="connsiteX81" fmla="*/ 561975 w 1997869"/>
                <a:gd name="connsiteY81" fmla="*/ 140494 h 1326356"/>
                <a:gd name="connsiteX82" fmla="*/ 561975 w 1997869"/>
                <a:gd name="connsiteY82" fmla="*/ 111919 h 1326356"/>
                <a:gd name="connsiteX83" fmla="*/ 569119 w 1997869"/>
                <a:gd name="connsiteY83" fmla="*/ 92869 h 1326356"/>
                <a:gd name="connsiteX84" fmla="*/ 597694 w 1997869"/>
                <a:gd name="connsiteY84" fmla="*/ 80962 h 1326356"/>
                <a:gd name="connsiteX85" fmla="*/ 623888 w 1997869"/>
                <a:gd name="connsiteY85" fmla="*/ 107156 h 1326356"/>
                <a:gd name="connsiteX86" fmla="*/ 638175 w 1997869"/>
                <a:gd name="connsiteY86" fmla="*/ 95250 h 1326356"/>
                <a:gd name="connsiteX87" fmla="*/ 607219 w 1997869"/>
                <a:gd name="connsiteY87" fmla="*/ 57150 h 1326356"/>
                <a:gd name="connsiteX88" fmla="*/ 600075 w 1997869"/>
                <a:gd name="connsiteY88" fmla="*/ 40481 h 1326356"/>
                <a:gd name="connsiteX89" fmla="*/ 621506 w 1997869"/>
                <a:gd name="connsiteY89" fmla="*/ 14287 h 1326356"/>
                <a:gd name="connsiteX90" fmla="*/ 652463 w 1997869"/>
                <a:gd name="connsiteY90" fmla="*/ 14287 h 1326356"/>
                <a:gd name="connsiteX91" fmla="*/ 635794 w 1997869"/>
                <a:gd name="connsiteY91" fmla="*/ 40481 h 1326356"/>
                <a:gd name="connsiteX92" fmla="*/ 650081 w 1997869"/>
                <a:gd name="connsiteY92" fmla="*/ 59531 h 1326356"/>
                <a:gd name="connsiteX93" fmla="*/ 678656 w 1997869"/>
                <a:gd name="connsiteY93" fmla="*/ 73819 h 1326356"/>
                <a:gd name="connsiteX94" fmla="*/ 695325 w 1997869"/>
                <a:gd name="connsiteY94" fmla="*/ 88106 h 1326356"/>
                <a:gd name="connsiteX95" fmla="*/ 709613 w 1997869"/>
                <a:gd name="connsiteY95" fmla="*/ 64294 h 1326356"/>
                <a:gd name="connsiteX96" fmla="*/ 726282 w 1997869"/>
                <a:gd name="connsiteY96" fmla="*/ 66675 h 1326356"/>
                <a:gd name="connsiteX97" fmla="*/ 759619 w 1997869"/>
                <a:gd name="connsiteY97" fmla="*/ 111918 h 1326356"/>
                <a:gd name="connsiteX98" fmla="*/ 795338 w 1997869"/>
                <a:gd name="connsiteY98" fmla="*/ 119062 h 1326356"/>
                <a:gd name="connsiteX99" fmla="*/ 814388 w 1997869"/>
                <a:gd name="connsiteY99" fmla="*/ 95250 h 1326356"/>
                <a:gd name="connsiteX100" fmla="*/ 850106 w 1997869"/>
                <a:gd name="connsiteY100" fmla="*/ 95250 h 1326356"/>
                <a:gd name="connsiteX101" fmla="*/ 857250 w 1997869"/>
                <a:gd name="connsiteY101" fmla="*/ 80962 h 1326356"/>
                <a:gd name="connsiteX102" fmla="*/ 850106 w 1997869"/>
                <a:gd name="connsiteY102" fmla="*/ 57150 h 1326356"/>
                <a:gd name="connsiteX103" fmla="*/ 854869 w 1997869"/>
                <a:gd name="connsiteY103" fmla="*/ 47625 h 1326356"/>
                <a:gd name="connsiteX104" fmla="*/ 885825 w 1997869"/>
                <a:gd name="connsiteY104" fmla="*/ 59531 h 1326356"/>
                <a:gd name="connsiteX105" fmla="*/ 900113 w 1997869"/>
                <a:gd name="connsiteY105" fmla="*/ 45244 h 1326356"/>
                <a:gd name="connsiteX106" fmla="*/ 912019 w 1997869"/>
                <a:gd name="connsiteY106" fmla="*/ 26194 h 1326356"/>
                <a:gd name="connsiteX107" fmla="*/ 926306 w 1997869"/>
                <a:gd name="connsiteY107" fmla="*/ 26194 h 1326356"/>
                <a:gd name="connsiteX108" fmla="*/ 945356 w 1997869"/>
                <a:gd name="connsiteY108" fmla="*/ 26194 h 1326356"/>
                <a:gd name="connsiteX109" fmla="*/ 966788 w 1997869"/>
                <a:gd name="connsiteY109" fmla="*/ 26194 h 1326356"/>
                <a:gd name="connsiteX110" fmla="*/ 981075 w 1997869"/>
                <a:gd name="connsiteY110" fmla="*/ 7144 h 1326356"/>
                <a:gd name="connsiteX111" fmla="*/ 988219 w 1997869"/>
                <a:gd name="connsiteY111" fmla="*/ 0 h 1326356"/>
                <a:gd name="connsiteX112" fmla="*/ 1007269 w 1997869"/>
                <a:gd name="connsiteY112" fmla="*/ 14287 h 1326356"/>
                <a:gd name="connsiteX113" fmla="*/ 1031081 w 1997869"/>
                <a:gd name="connsiteY113" fmla="*/ 9525 h 1326356"/>
                <a:gd name="connsiteX114" fmla="*/ 1059656 w 1997869"/>
                <a:gd name="connsiteY114" fmla="*/ 47625 h 1326356"/>
                <a:gd name="connsiteX115" fmla="*/ 1078706 w 1997869"/>
                <a:gd name="connsiteY115" fmla="*/ 64294 h 1326356"/>
                <a:gd name="connsiteX116" fmla="*/ 1088231 w 1997869"/>
                <a:gd name="connsiteY116" fmla="*/ 61912 h 1326356"/>
                <a:gd name="connsiteX117" fmla="*/ 1078706 w 1997869"/>
                <a:gd name="connsiteY117" fmla="*/ 109537 h 1326356"/>
                <a:gd name="connsiteX118" fmla="*/ 1097756 w 1997869"/>
                <a:gd name="connsiteY118" fmla="*/ 145256 h 1326356"/>
                <a:gd name="connsiteX119" fmla="*/ 1114425 w 1997869"/>
                <a:gd name="connsiteY119" fmla="*/ 166687 h 1326356"/>
                <a:gd name="connsiteX120" fmla="*/ 1133475 w 1997869"/>
                <a:gd name="connsiteY120" fmla="*/ 169069 h 1326356"/>
                <a:gd name="connsiteX121" fmla="*/ 1166813 w 1997869"/>
                <a:gd name="connsiteY121" fmla="*/ 169069 h 1326356"/>
                <a:gd name="connsiteX122" fmla="*/ 1195388 w 1997869"/>
                <a:gd name="connsiteY122" fmla="*/ 207169 h 1326356"/>
                <a:gd name="connsiteX123" fmla="*/ 1202531 w 1997869"/>
                <a:gd name="connsiteY123" fmla="*/ 226219 h 1326356"/>
                <a:gd name="connsiteX124" fmla="*/ 1197769 w 1997869"/>
                <a:gd name="connsiteY124" fmla="*/ 247650 h 1326356"/>
                <a:gd name="connsiteX125" fmla="*/ 1219200 w 1997869"/>
                <a:gd name="connsiteY125" fmla="*/ 264319 h 1326356"/>
                <a:gd name="connsiteX126" fmla="*/ 1238250 w 1997869"/>
                <a:gd name="connsiteY126" fmla="*/ 266700 h 1326356"/>
                <a:gd name="connsiteX127" fmla="*/ 1243013 w 1997869"/>
                <a:gd name="connsiteY127" fmla="*/ 302419 h 1326356"/>
                <a:gd name="connsiteX128" fmla="*/ 1283494 w 1997869"/>
                <a:gd name="connsiteY128" fmla="*/ 314325 h 1326356"/>
                <a:gd name="connsiteX129" fmla="*/ 1309688 w 1997869"/>
                <a:gd name="connsiteY129" fmla="*/ 297656 h 1326356"/>
                <a:gd name="connsiteX130" fmla="*/ 1323975 w 1997869"/>
                <a:gd name="connsiteY130" fmla="*/ 297656 h 1326356"/>
                <a:gd name="connsiteX131" fmla="*/ 1323975 w 1997869"/>
                <a:gd name="connsiteY131" fmla="*/ 297656 h 1326356"/>
                <a:gd name="connsiteX132" fmla="*/ 1347788 w 1997869"/>
                <a:gd name="connsiteY132" fmla="*/ 304800 h 1326356"/>
                <a:gd name="connsiteX133" fmla="*/ 1352550 w 1997869"/>
                <a:gd name="connsiteY133" fmla="*/ 333375 h 1326356"/>
                <a:gd name="connsiteX134" fmla="*/ 1373981 w 1997869"/>
                <a:gd name="connsiteY134" fmla="*/ 333375 h 1326356"/>
                <a:gd name="connsiteX135" fmla="*/ 1388269 w 1997869"/>
                <a:gd name="connsiteY135" fmla="*/ 311944 h 1326356"/>
                <a:gd name="connsiteX136" fmla="*/ 1402556 w 1997869"/>
                <a:gd name="connsiteY136" fmla="*/ 326231 h 1326356"/>
                <a:gd name="connsiteX137" fmla="*/ 1476375 w 1997869"/>
                <a:gd name="connsiteY137" fmla="*/ 338137 h 1326356"/>
                <a:gd name="connsiteX138" fmla="*/ 1490663 w 1997869"/>
                <a:gd name="connsiteY138" fmla="*/ 319087 h 1326356"/>
                <a:gd name="connsiteX139" fmla="*/ 1509713 w 1997869"/>
                <a:gd name="connsiteY139" fmla="*/ 280987 h 1326356"/>
                <a:gd name="connsiteX140" fmla="*/ 1519238 w 1997869"/>
                <a:gd name="connsiteY140" fmla="*/ 276225 h 1326356"/>
                <a:gd name="connsiteX141" fmla="*/ 1538288 w 1997869"/>
                <a:gd name="connsiteY141" fmla="*/ 295275 h 1326356"/>
                <a:gd name="connsiteX142" fmla="*/ 1595438 w 1997869"/>
                <a:gd name="connsiteY142" fmla="*/ 295275 h 1326356"/>
                <a:gd name="connsiteX143" fmla="*/ 1609725 w 1997869"/>
                <a:gd name="connsiteY143" fmla="*/ 285750 h 1326356"/>
                <a:gd name="connsiteX144" fmla="*/ 1616869 w 1997869"/>
                <a:gd name="connsiteY144" fmla="*/ 269081 h 1326356"/>
                <a:gd name="connsiteX145" fmla="*/ 1624013 w 1997869"/>
                <a:gd name="connsiteY145" fmla="*/ 261937 h 1326356"/>
                <a:gd name="connsiteX146" fmla="*/ 1626394 w 1997869"/>
                <a:gd name="connsiteY146" fmla="*/ 290512 h 1326356"/>
                <a:gd name="connsiteX147" fmla="*/ 1640681 w 1997869"/>
                <a:gd name="connsiteY147" fmla="*/ 311944 h 1326356"/>
                <a:gd name="connsiteX148" fmla="*/ 1657350 w 1997869"/>
                <a:gd name="connsiteY148" fmla="*/ 307181 h 1326356"/>
                <a:gd name="connsiteX149" fmla="*/ 1666875 w 1997869"/>
                <a:gd name="connsiteY149" fmla="*/ 335756 h 1326356"/>
                <a:gd name="connsiteX150" fmla="*/ 1716881 w 1997869"/>
                <a:gd name="connsiteY150" fmla="*/ 371475 h 1326356"/>
                <a:gd name="connsiteX151" fmla="*/ 1743075 w 1997869"/>
                <a:gd name="connsiteY151" fmla="*/ 354806 h 1326356"/>
                <a:gd name="connsiteX152" fmla="*/ 1766888 w 1997869"/>
                <a:gd name="connsiteY152" fmla="*/ 345281 h 1326356"/>
                <a:gd name="connsiteX153" fmla="*/ 1840706 w 1997869"/>
                <a:gd name="connsiteY153" fmla="*/ 347662 h 1326356"/>
                <a:gd name="connsiteX154" fmla="*/ 1874044 w 1997869"/>
                <a:gd name="connsiteY154" fmla="*/ 345281 h 1326356"/>
                <a:gd name="connsiteX155" fmla="*/ 1897856 w 1997869"/>
                <a:gd name="connsiteY155" fmla="*/ 371475 h 1326356"/>
                <a:gd name="connsiteX156" fmla="*/ 1897856 w 1997869"/>
                <a:gd name="connsiteY156" fmla="*/ 371475 h 1326356"/>
                <a:gd name="connsiteX157" fmla="*/ 1935956 w 1997869"/>
                <a:gd name="connsiteY157" fmla="*/ 359569 h 1326356"/>
                <a:gd name="connsiteX158" fmla="*/ 1945481 w 1997869"/>
                <a:gd name="connsiteY158" fmla="*/ 347662 h 1326356"/>
                <a:gd name="connsiteX159" fmla="*/ 1962150 w 1997869"/>
                <a:gd name="connsiteY159" fmla="*/ 347662 h 1326356"/>
                <a:gd name="connsiteX160" fmla="*/ 1966913 w 1997869"/>
                <a:gd name="connsiteY160" fmla="*/ 376237 h 1326356"/>
                <a:gd name="connsiteX161" fmla="*/ 1978819 w 1997869"/>
                <a:gd name="connsiteY161" fmla="*/ 392906 h 1326356"/>
                <a:gd name="connsiteX162" fmla="*/ 1966913 w 1997869"/>
                <a:gd name="connsiteY162" fmla="*/ 426244 h 1326356"/>
                <a:gd name="connsiteX163" fmla="*/ 1969294 w 1997869"/>
                <a:gd name="connsiteY163" fmla="*/ 445294 h 1326356"/>
                <a:gd name="connsiteX164" fmla="*/ 1985963 w 1997869"/>
                <a:gd name="connsiteY164" fmla="*/ 464344 h 1326356"/>
                <a:gd name="connsiteX165" fmla="*/ 1993106 w 1997869"/>
                <a:gd name="connsiteY165" fmla="*/ 466725 h 1326356"/>
                <a:gd name="connsiteX166" fmla="*/ 1997869 w 1997869"/>
                <a:gd name="connsiteY166" fmla="*/ 504825 h 1326356"/>
                <a:gd name="connsiteX167" fmla="*/ 1995488 w 1997869"/>
                <a:gd name="connsiteY167" fmla="*/ 531019 h 1326356"/>
                <a:gd name="connsiteX168" fmla="*/ 1971675 w 1997869"/>
                <a:gd name="connsiteY168" fmla="*/ 545306 h 1326356"/>
                <a:gd name="connsiteX169" fmla="*/ 1962150 w 1997869"/>
                <a:gd name="connsiteY169" fmla="*/ 571500 h 1326356"/>
                <a:gd name="connsiteX170" fmla="*/ 1933575 w 1997869"/>
                <a:gd name="connsiteY170" fmla="*/ 578644 h 1326356"/>
                <a:gd name="connsiteX171" fmla="*/ 1888331 w 1997869"/>
                <a:gd name="connsiteY171" fmla="*/ 585787 h 1326356"/>
                <a:gd name="connsiteX172" fmla="*/ 1869281 w 1997869"/>
                <a:gd name="connsiteY172" fmla="*/ 616744 h 1326356"/>
                <a:gd name="connsiteX173" fmla="*/ 1874044 w 1997869"/>
                <a:gd name="connsiteY173" fmla="*/ 652462 h 1326356"/>
                <a:gd name="connsiteX174" fmla="*/ 1874044 w 1997869"/>
                <a:gd name="connsiteY174" fmla="*/ 652462 h 1326356"/>
                <a:gd name="connsiteX175" fmla="*/ 1871663 w 1997869"/>
                <a:gd name="connsiteY175" fmla="*/ 692944 h 1326356"/>
                <a:gd name="connsiteX176" fmla="*/ 1862138 w 1997869"/>
                <a:gd name="connsiteY176" fmla="*/ 704850 h 1326356"/>
                <a:gd name="connsiteX177" fmla="*/ 1809750 w 1997869"/>
                <a:gd name="connsiteY177" fmla="*/ 709612 h 1326356"/>
                <a:gd name="connsiteX178" fmla="*/ 1793081 w 1997869"/>
                <a:gd name="connsiteY178" fmla="*/ 709612 h 1326356"/>
                <a:gd name="connsiteX179" fmla="*/ 1771650 w 1997869"/>
                <a:gd name="connsiteY179" fmla="*/ 683419 h 1326356"/>
                <a:gd name="connsiteX180" fmla="*/ 1769269 w 1997869"/>
                <a:gd name="connsiteY180" fmla="*/ 654844 h 1326356"/>
                <a:gd name="connsiteX181" fmla="*/ 1757363 w 1997869"/>
                <a:gd name="connsiteY181" fmla="*/ 621506 h 1326356"/>
                <a:gd name="connsiteX182" fmla="*/ 1716881 w 1997869"/>
                <a:gd name="connsiteY182" fmla="*/ 607219 h 1326356"/>
                <a:gd name="connsiteX183" fmla="*/ 1688306 w 1997869"/>
                <a:gd name="connsiteY183" fmla="*/ 592931 h 1326356"/>
                <a:gd name="connsiteX184" fmla="*/ 1669257 w 1997869"/>
                <a:gd name="connsiteY184" fmla="*/ 597694 h 1326356"/>
                <a:gd name="connsiteX185" fmla="*/ 1659732 w 1997869"/>
                <a:gd name="connsiteY185" fmla="*/ 583406 h 1326356"/>
                <a:gd name="connsiteX186" fmla="*/ 1671638 w 1997869"/>
                <a:gd name="connsiteY186" fmla="*/ 561975 h 1326356"/>
                <a:gd name="connsiteX187" fmla="*/ 1674019 w 1997869"/>
                <a:gd name="connsiteY187" fmla="*/ 526256 h 1326356"/>
                <a:gd name="connsiteX188" fmla="*/ 1671638 w 1997869"/>
                <a:gd name="connsiteY188" fmla="*/ 502444 h 1326356"/>
                <a:gd name="connsiteX189" fmla="*/ 1654969 w 1997869"/>
                <a:gd name="connsiteY189" fmla="*/ 497681 h 1326356"/>
                <a:gd name="connsiteX190" fmla="*/ 1666875 w 1997869"/>
                <a:gd name="connsiteY190" fmla="*/ 481012 h 1326356"/>
                <a:gd name="connsiteX191" fmla="*/ 1645444 w 1997869"/>
                <a:gd name="connsiteY191" fmla="*/ 457200 h 1326356"/>
                <a:gd name="connsiteX192" fmla="*/ 1645444 w 1997869"/>
                <a:gd name="connsiteY192" fmla="*/ 416719 h 1326356"/>
                <a:gd name="connsiteX193" fmla="*/ 1624013 w 1997869"/>
                <a:gd name="connsiteY193" fmla="*/ 407194 h 1326356"/>
                <a:gd name="connsiteX194" fmla="*/ 1581150 w 1997869"/>
                <a:gd name="connsiteY194" fmla="*/ 423862 h 1326356"/>
                <a:gd name="connsiteX195" fmla="*/ 1559719 w 1997869"/>
                <a:gd name="connsiteY195" fmla="*/ 435769 h 1326356"/>
                <a:gd name="connsiteX196" fmla="*/ 1521619 w 1997869"/>
                <a:gd name="connsiteY196" fmla="*/ 419100 h 1326356"/>
                <a:gd name="connsiteX197" fmla="*/ 1478756 w 1997869"/>
                <a:gd name="connsiteY197" fmla="*/ 419100 h 1326356"/>
                <a:gd name="connsiteX198" fmla="*/ 1393031 w 1997869"/>
                <a:gd name="connsiteY198" fmla="*/ 454819 h 1326356"/>
                <a:gd name="connsiteX199" fmla="*/ 1385888 w 1997869"/>
                <a:gd name="connsiteY199" fmla="*/ 471487 h 1326356"/>
                <a:gd name="connsiteX200" fmla="*/ 1393031 w 1997869"/>
                <a:gd name="connsiteY200" fmla="*/ 490537 h 1326356"/>
                <a:gd name="connsiteX201" fmla="*/ 1381125 w 1997869"/>
                <a:gd name="connsiteY201" fmla="*/ 511969 h 1326356"/>
                <a:gd name="connsiteX202" fmla="*/ 1354931 w 1997869"/>
                <a:gd name="connsiteY202" fmla="*/ 516731 h 1326356"/>
                <a:gd name="connsiteX203" fmla="*/ 1338263 w 1997869"/>
                <a:gd name="connsiteY203" fmla="*/ 547687 h 1326356"/>
                <a:gd name="connsiteX204" fmla="*/ 1345406 w 1997869"/>
                <a:gd name="connsiteY204" fmla="*/ 573881 h 1326356"/>
                <a:gd name="connsiteX205" fmla="*/ 1371600 w 1997869"/>
                <a:gd name="connsiteY205" fmla="*/ 583406 h 1326356"/>
                <a:gd name="connsiteX206" fmla="*/ 1385888 w 1997869"/>
                <a:gd name="connsiteY206" fmla="*/ 600075 h 1326356"/>
                <a:gd name="connsiteX207" fmla="*/ 1428750 w 1997869"/>
                <a:gd name="connsiteY207" fmla="*/ 604837 h 1326356"/>
                <a:gd name="connsiteX208" fmla="*/ 1454944 w 1997869"/>
                <a:gd name="connsiteY208" fmla="*/ 607219 h 1326356"/>
                <a:gd name="connsiteX209" fmla="*/ 1473994 w 1997869"/>
                <a:gd name="connsiteY209" fmla="*/ 635794 h 1326356"/>
                <a:gd name="connsiteX210" fmla="*/ 1473994 w 1997869"/>
                <a:gd name="connsiteY210" fmla="*/ 645319 h 1326356"/>
                <a:gd name="connsiteX211" fmla="*/ 1469231 w 1997869"/>
                <a:gd name="connsiteY211" fmla="*/ 659606 h 1326356"/>
                <a:gd name="connsiteX212" fmla="*/ 1481138 w 1997869"/>
                <a:gd name="connsiteY212" fmla="*/ 704850 h 1326356"/>
                <a:gd name="connsiteX213" fmla="*/ 1490663 w 1997869"/>
                <a:gd name="connsiteY213" fmla="*/ 731043 h 1326356"/>
                <a:gd name="connsiteX214" fmla="*/ 1452562 w 1997869"/>
                <a:gd name="connsiteY214" fmla="*/ 740569 h 1326356"/>
                <a:gd name="connsiteX215" fmla="*/ 1423988 w 1997869"/>
                <a:gd name="connsiteY215" fmla="*/ 759619 h 1326356"/>
                <a:gd name="connsiteX216" fmla="*/ 1385888 w 1997869"/>
                <a:gd name="connsiteY216" fmla="*/ 766762 h 1326356"/>
                <a:gd name="connsiteX217" fmla="*/ 1357313 w 1997869"/>
                <a:gd name="connsiteY217" fmla="*/ 781050 h 1326356"/>
                <a:gd name="connsiteX218" fmla="*/ 1357313 w 1997869"/>
                <a:gd name="connsiteY218" fmla="*/ 802481 h 1326356"/>
                <a:gd name="connsiteX219" fmla="*/ 1352550 w 1997869"/>
                <a:gd name="connsiteY219" fmla="*/ 816769 h 1326356"/>
                <a:gd name="connsiteX220" fmla="*/ 1335881 w 1997869"/>
                <a:gd name="connsiteY220" fmla="*/ 847725 h 1326356"/>
                <a:gd name="connsiteX221" fmla="*/ 1345406 w 1997869"/>
                <a:gd name="connsiteY221" fmla="*/ 895350 h 1326356"/>
                <a:gd name="connsiteX222" fmla="*/ 1352550 w 1997869"/>
                <a:gd name="connsiteY222" fmla="*/ 935831 h 1326356"/>
                <a:gd name="connsiteX223" fmla="*/ 1352550 w 1997869"/>
                <a:gd name="connsiteY223" fmla="*/ 966787 h 1326356"/>
                <a:gd name="connsiteX224" fmla="*/ 1326356 w 1997869"/>
                <a:gd name="connsiteY224" fmla="*/ 969169 h 1326356"/>
                <a:gd name="connsiteX225" fmla="*/ 1326356 w 1997869"/>
                <a:gd name="connsiteY225" fmla="*/ 988219 h 1326356"/>
                <a:gd name="connsiteX226" fmla="*/ 1340644 w 1997869"/>
                <a:gd name="connsiteY226" fmla="*/ 1012031 h 1326356"/>
                <a:gd name="connsiteX227" fmla="*/ 1331119 w 1997869"/>
                <a:gd name="connsiteY227" fmla="*/ 1031081 h 1326356"/>
                <a:gd name="connsiteX228" fmla="*/ 1345406 w 1997869"/>
                <a:gd name="connsiteY228" fmla="*/ 1057275 h 1326356"/>
                <a:gd name="connsiteX229" fmla="*/ 1314450 w 1997869"/>
                <a:gd name="connsiteY229" fmla="*/ 1050131 h 1326356"/>
                <a:gd name="connsiteX230" fmla="*/ 1276350 w 1997869"/>
                <a:gd name="connsiteY230" fmla="*/ 1047750 h 1326356"/>
                <a:gd name="connsiteX231" fmla="*/ 1252538 w 1997869"/>
                <a:gd name="connsiteY231" fmla="*/ 1031081 h 1326356"/>
                <a:gd name="connsiteX232" fmla="*/ 1240631 w 1997869"/>
                <a:gd name="connsiteY232" fmla="*/ 1047750 h 1326356"/>
                <a:gd name="connsiteX233" fmla="*/ 1226344 w 1997869"/>
                <a:gd name="connsiteY233" fmla="*/ 1057275 h 1326356"/>
                <a:gd name="connsiteX234" fmla="*/ 1185863 w 1997869"/>
                <a:gd name="connsiteY234" fmla="*/ 1052512 h 1326356"/>
                <a:gd name="connsiteX235" fmla="*/ 1162050 w 1997869"/>
                <a:gd name="connsiteY235" fmla="*/ 1062037 h 1326356"/>
                <a:gd name="connsiteX236" fmla="*/ 1159669 w 1997869"/>
                <a:gd name="connsiteY236" fmla="*/ 1088231 h 1326356"/>
                <a:gd name="connsiteX237" fmla="*/ 1152525 w 1997869"/>
                <a:gd name="connsiteY237" fmla="*/ 1104900 h 1326356"/>
                <a:gd name="connsiteX238" fmla="*/ 1112044 w 1997869"/>
                <a:gd name="connsiteY238" fmla="*/ 1092994 h 1326356"/>
                <a:gd name="connsiteX239" fmla="*/ 1109663 w 1997869"/>
                <a:gd name="connsiteY239" fmla="*/ 1066800 h 1326356"/>
                <a:gd name="connsiteX240" fmla="*/ 1083469 w 1997869"/>
                <a:gd name="connsiteY240" fmla="*/ 1064419 h 1326356"/>
                <a:gd name="connsiteX241" fmla="*/ 1066800 w 1997869"/>
                <a:gd name="connsiteY241" fmla="*/ 1081087 h 1326356"/>
                <a:gd name="connsiteX242" fmla="*/ 1021556 w 1997869"/>
                <a:gd name="connsiteY242" fmla="*/ 1062037 h 1326356"/>
                <a:gd name="connsiteX243" fmla="*/ 1004888 w 1997869"/>
                <a:gd name="connsiteY243" fmla="*/ 1040606 h 1326356"/>
                <a:gd name="connsiteX244" fmla="*/ 973931 w 1997869"/>
                <a:gd name="connsiteY244" fmla="*/ 1045369 h 1326356"/>
                <a:gd name="connsiteX245" fmla="*/ 959644 w 1997869"/>
                <a:gd name="connsiteY245" fmla="*/ 1066800 h 1326356"/>
                <a:gd name="connsiteX246" fmla="*/ 921544 w 1997869"/>
                <a:gd name="connsiteY246" fmla="*/ 1069181 h 1326356"/>
                <a:gd name="connsiteX247" fmla="*/ 914400 w 1997869"/>
                <a:gd name="connsiteY247" fmla="*/ 1081087 h 1326356"/>
                <a:gd name="connsiteX248" fmla="*/ 895350 w 1997869"/>
                <a:gd name="connsiteY248" fmla="*/ 1109663 h 1326356"/>
                <a:gd name="connsiteX249" fmla="*/ 881063 w 1997869"/>
                <a:gd name="connsiteY249" fmla="*/ 1154906 h 1326356"/>
                <a:gd name="connsiteX250" fmla="*/ 838200 w 1997869"/>
                <a:gd name="connsiteY250" fmla="*/ 1219200 h 1326356"/>
                <a:gd name="connsiteX251" fmla="*/ 812006 w 1997869"/>
                <a:gd name="connsiteY251" fmla="*/ 1266825 h 1326356"/>
                <a:gd name="connsiteX252" fmla="*/ 785813 w 1997869"/>
                <a:gd name="connsiteY252" fmla="*/ 1302544 h 1326356"/>
                <a:gd name="connsiteX253" fmla="*/ 752475 w 1997869"/>
                <a:gd name="connsiteY253" fmla="*/ 1321594 h 1326356"/>
                <a:gd name="connsiteX254" fmla="*/ 702469 w 1997869"/>
                <a:gd name="connsiteY254" fmla="*/ 1323975 h 1326356"/>
                <a:gd name="connsiteX255" fmla="*/ 581025 w 1997869"/>
                <a:gd name="connsiteY255" fmla="*/ 1326356 h 1326356"/>
                <a:gd name="connsiteX256" fmla="*/ 571500 w 1997869"/>
                <a:gd name="connsiteY256" fmla="*/ 1312069 h 1326356"/>
                <a:gd name="connsiteX257" fmla="*/ 576263 w 1997869"/>
                <a:gd name="connsiteY257" fmla="*/ 1285875 h 1326356"/>
                <a:gd name="connsiteX258" fmla="*/ 557213 w 1997869"/>
                <a:gd name="connsiteY258" fmla="*/ 1257300 h 1326356"/>
                <a:gd name="connsiteX259" fmla="*/ 438150 w 1997869"/>
                <a:gd name="connsiteY259" fmla="*/ 1254919 h 1326356"/>
                <a:gd name="connsiteX260" fmla="*/ 395288 w 1997869"/>
                <a:gd name="connsiteY260" fmla="*/ 1247775 h 1326356"/>
                <a:gd name="connsiteX261" fmla="*/ 385763 w 1997869"/>
                <a:gd name="connsiteY261" fmla="*/ 1216819 h 1326356"/>
                <a:gd name="connsiteX262" fmla="*/ 392906 w 1997869"/>
                <a:gd name="connsiteY262" fmla="*/ 1185862 h 1326356"/>
                <a:gd name="connsiteX263" fmla="*/ 426244 w 1997869"/>
                <a:gd name="connsiteY263" fmla="*/ 1135856 h 1326356"/>
                <a:gd name="connsiteX264" fmla="*/ 466725 w 1997869"/>
                <a:gd name="connsiteY264" fmla="*/ 1123950 h 1326356"/>
                <a:gd name="connsiteX265" fmla="*/ 485775 w 1997869"/>
                <a:gd name="connsiteY265" fmla="*/ 1090612 h 1326356"/>
                <a:gd name="connsiteX266" fmla="*/ 476250 w 1997869"/>
                <a:gd name="connsiteY266" fmla="*/ 1073944 h 1326356"/>
                <a:gd name="connsiteX267" fmla="*/ 452438 w 1997869"/>
                <a:gd name="connsiteY267" fmla="*/ 1088231 h 1326356"/>
                <a:gd name="connsiteX268" fmla="*/ 452438 w 1997869"/>
                <a:gd name="connsiteY268" fmla="*/ 1088231 h 1326356"/>
                <a:gd name="connsiteX269" fmla="*/ 464344 w 1997869"/>
                <a:gd name="connsiteY269" fmla="*/ 1062037 h 1326356"/>
                <a:gd name="connsiteX270" fmla="*/ 457200 w 1997869"/>
                <a:gd name="connsiteY270" fmla="*/ 1023937 h 1326356"/>
                <a:gd name="connsiteX271" fmla="*/ 476250 w 1997869"/>
                <a:gd name="connsiteY271" fmla="*/ 964406 h 1326356"/>
                <a:gd name="connsiteX272" fmla="*/ 492919 w 1997869"/>
                <a:gd name="connsiteY272" fmla="*/ 928687 h 1326356"/>
                <a:gd name="connsiteX273" fmla="*/ 492919 w 1997869"/>
                <a:gd name="connsiteY273" fmla="*/ 904875 h 1326356"/>
                <a:gd name="connsiteX274" fmla="*/ 478631 w 1997869"/>
                <a:gd name="connsiteY274" fmla="*/ 878681 h 1326356"/>
                <a:gd name="connsiteX275" fmla="*/ 457200 w 1997869"/>
                <a:gd name="connsiteY275" fmla="*/ 890587 h 1326356"/>
                <a:gd name="connsiteX276" fmla="*/ 442913 w 1997869"/>
                <a:gd name="connsiteY276" fmla="*/ 864394 h 1326356"/>
                <a:gd name="connsiteX277" fmla="*/ 461963 w 1997869"/>
                <a:gd name="connsiteY277" fmla="*/ 809625 h 1326356"/>
                <a:gd name="connsiteX278" fmla="*/ 502444 w 1997869"/>
                <a:gd name="connsiteY278" fmla="*/ 776287 h 1326356"/>
                <a:gd name="connsiteX279" fmla="*/ 528638 w 1997869"/>
                <a:gd name="connsiteY279" fmla="*/ 762000 h 1326356"/>
                <a:gd name="connsiteX280" fmla="*/ 540544 w 1997869"/>
                <a:gd name="connsiteY280" fmla="*/ 771525 h 1326356"/>
                <a:gd name="connsiteX281" fmla="*/ 573881 w 1997869"/>
                <a:gd name="connsiteY281" fmla="*/ 783431 h 1326356"/>
                <a:gd name="connsiteX282" fmla="*/ 585788 w 1997869"/>
                <a:gd name="connsiteY282" fmla="*/ 766762 h 1326356"/>
                <a:gd name="connsiteX283" fmla="*/ 595313 w 1997869"/>
                <a:gd name="connsiteY283" fmla="*/ 740569 h 1326356"/>
                <a:gd name="connsiteX284" fmla="*/ 642938 w 1997869"/>
                <a:gd name="connsiteY284" fmla="*/ 726281 h 1326356"/>
                <a:gd name="connsiteX285" fmla="*/ 669131 w 1997869"/>
                <a:gd name="connsiteY285" fmla="*/ 697706 h 1326356"/>
                <a:gd name="connsiteX286" fmla="*/ 628650 w 1997869"/>
                <a:gd name="connsiteY286" fmla="*/ 690562 h 1326356"/>
                <a:gd name="connsiteX287" fmla="*/ 616744 w 1997869"/>
                <a:gd name="connsiteY287" fmla="*/ 673894 h 1326356"/>
                <a:gd name="connsiteX288" fmla="*/ 611981 w 1997869"/>
                <a:gd name="connsiteY288" fmla="*/ 654844 h 1326356"/>
                <a:gd name="connsiteX289" fmla="*/ 600075 w 1997869"/>
                <a:gd name="connsiteY289" fmla="*/ 652462 h 1326356"/>
                <a:gd name="connsiteX290" fmla="*/ 576263 w 1997869"/>
                <a:gd name="connsiteY290" fmla="*/ 673894 h 1326356"/>
                <a:gd name="connsiteX291" fmla="*/ 542925 w 1997869"/>
                <a:gd name="connsiteY291" fmla="*/ 666750 h 1326356"/>
                <a:gd name="connsiteX292" fmla="*/ 528638 w 1997869"/>
                <a:gd name="connsiteY292" fmla="*/ 664369 h 1326356"/>
                <a:gd name="connsiteX293" fmla="*/ 535781 w 1997869"/>
                <a:gd name="connsiteY293" fmla="*/ 642937 h 1326356"/>
                <a:gd name="connsiteX294" fmla="*/ 561975 w 1997869"/>
                <a:gd name="connsiteY294" fmla="*/ 642937 h 1326356"/>
                <a:gd name="connsiteX295" fmla="*/ 592931 w 1997869"/>
                <a:gd name="connsiteY295" fmla="*/ 614362 h 1326356"/>
                <a:gd name="connsiteX296" fmla="*/ 585788 w 1997869"/>
                <a:gd name="connsiteY296" fmla="*/ 600075 h 1326356"/>
                <a:gd name="connsiteX297" fmla="*/ 588169 w 1997869"/>
                <a:gd name="connsiteY297" fmla="*/ 578644 h 1326356"/>
                <a:gd name="connsiteX298" fmla="*/ 578644 w 1997869"/>
                <a:gd name="connsiteY298" fmla="*/ 564356 h 1326356"/>
                <a:gd name="connsiteX299" fmla="*/ 581025 w 1997869"/>
                <a:gd name="connsiteY299" fmla="*/ 552450 h 1326356"/>
                <a:gd name="connsiteX300" fmla="*/ 595313 w 1997869"/>
                <a:gd name="connsiteY300" fmla="*/ 509587 h 1326356"/>
                <a:gd name="connsiteX301" fmla="*/ 597694 w 1997869"/>
                <a:gd name="connsiteY301" fmla="*/ 476250 h 1326356"/>
                <a:gd name="connsiteX302" fmla="*/ 600075 w 1997869"/>
                <a:gd name="connsiteY302" fmla="*/ 440531 h 1326356"/>
                <a:gd name="connsiteX303" fmla="*/ 588169 w 1997869"/>
                <a:gd name="connsiteY303" fmla="*/ 440531 h 1326356"/>
                <a:gd name="connsiteX304" fmla="*/ 576263 w 1997869"/>
                <a:gd name="connsiteY304" fmla="*/ 464344 h 1326356"/>
                <a:gd name="connsiteX305" fmla="*/ 564356 w 1997869"/>
                <a:gd name="connsiteY305" fmla="*/ 495300 h 1326356"/>
                <a:gd name="connsiteX306" fmla="*/ 566738 w 1997869"/>
                <a:gd name="connsiteY306" fmla="*/ 531019 h 1326356"/>
                <a:gd name="connsiteX307" fmla="*/ 547688 w 1997869"/>
                <a:gd name="connsiteY307" fmla="*/ 557212 h 1326356"/>
                <a:gd name="connsiteX308" fmla="*/ 514350 w 1997869"/>
                <a:gd name="connsiteY308" fmla="*/ 564356 h 1326356"/>
                <a:gd name="connsiteX309" fmla="*/ 509588 w 1997869"/>
                <a:gd name="connsiteY309" fmla="*/ 600075 h 1326356"/>
                <a:gd name="connsiteX310" fmla="*/ 438150 w 1997869"/>
                <a:gd name="connsiteY310" fmla="*/ 600075 h 1326356"/>
                <a:gd name="connsiteX311" fmla="*/ 411956 w 1997869"/>
                <a:gd name="connsiteY311" fmla="*/ 578644 h 1326356"/>
                <a:gd name="connsiteX312" fmla="*/ 388144 w 1997869"/>
                <a:gd name="connsiteY312" fmla="*/ 585787 h 1326356"/>
                <a:gd name="connsiteX313" fmla="*/ 378619 w 1997869"/>
                <a:gd name="connsiteY313" fmla="*/ 604837 h 1326356"/>
                <a:gd name="connsiteX314" fmla="*/ 381000 w 1997869"/>
                <a:gd name="connsiteY314" fmla="*/ 628650 h 1326356"/>
                <a:gd name="connsiteX315" fmla="*/ 354806 w 1997869"/>
                <a:gd name="connsiteY315" fmla="*/ 669131 h 1326356"/>
                <a:gd name="connsiteX316" fmla="*/ 321469 w 1997869"/>
                <a:gd name="connsiteY316" fmla="*/ 669131 h 1326356"/>
                <a:gd name="connsiteX317" fmla="*/ 319088 w 1997869"/>
                <a:gd name="connsiteY317" fmla="*/ 688181 h 1326356"/>
                <a:gd name="connsiteX318" fmla="*/ 326231 w 1997869"/>
                <a:gd name="connsiteY318" fmla="*/ 709612 h 1326356"/>
                <a:gd name="connsiteX319" fmla="*/ 309563 w 1997869"/>
                <a:gd name="connsiteY319" fmla="*/ 733425 h 1326356"/>
                <a:gd name="connsiteX320" fmla="*/ 288131 w 1997869"/>
                <a:gd name="connsiteY320" fmla="*/ 740569 h 1326356"/>
                <a:gd name="connsiteX321" fmla="*/ 278606 w 1997869"/>
                <a:gd name="connsiteY321" fmla="*/ 764381 h 1326356"/>
                <a:gd name="connsiteX322" fmla="*/ 257175 w 1997869"/>
                <a:gd name="connsiteY322" fmla="*/ 771525 h 1326356"/>
                <a:gd name="connsiteX323" fmla="*/ 233363 w 1997869"/>
                <a:gd name="connsiteY323" fmla="*/ 759619 h 1326356"/>
                <a:gd name="connsiteX324" fmla="*/ 219075 w 1997869"/>
                <a:gd name="connsiteY324" fmla="*/ 769144 h 1326356"/>
                <a:gd name="connsiteX325" fmla="*/ 207169 w 1997869"/>
                <a:gd name="connsiteY325" fmla="*/ 785812 h 1326356"/>
                <a:gd name="connsiteX326" fmla="*/ 207169 w 1997869"/>
                <a:gd name="connsiteY326" fmla="*/ 795337 h 1326356"/>
                <a:gd name="connsiteX327" fmla="*/ 150019 w 1997869"/>
                <a:gd name="connsiteY327" fmla="*/ 835819 h 132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Lst>
              <a:rect l="l" t="t" r="r" b="b"/>
              <a:pathLst>
                <a:path w="1997869" h="1326356">
                  <a:moveTo>
                    <a:pt x="150019" y="835819"/>
                  </a:moveTo>
                  <a:lnTo>
                    <a:pt x="121444" y="757237"/>
                  </a:lnTo>
                  <a:lnTo>
                    <a:pt x="102394" y="750094"/>
                  </a:lnTo>
                  <a:lnTo>
                    <a:pt x="123825" y="716756"/>
                  </a:lnTo>
                  <a:lnTo>
                    <a:pt x="126206" y="681037"/>
                  </a:lnTo>
                  <a:lnTo>
                    <a:pt x="176213" y="676275"/>
                  </a:lnTo>
                  <a:lnTo>
                    <a:pt x="195263" y="676275"/>
                  </a:lnTo>
                  <a:lnTo>
                    <a:pt x="173831" y="645319"/>
                  </a:lnTo>
                  <a:lnTo>
                    <a:pt x="145256" y="626269"/>
                  </a:lnTo>
                  <a:lnTo>
                    <a:pt x="123825" y="626269"/>
                  </a:lnTo>
                  <a:lnTo>
                    <a:pt x="102394" y="645319"/>
                  </a:lnTo>
                  <a:lnTo>
                    <a:pt x="83344" y="642937"/>
                  </a:lnTo>
                  <a:lnTo>
                    <a:pt x="64294" y="645319"/>
                  </a:lnTo>
                  <a:lnTo>
                    <a:pt x="35719" y="654844"/>
                  </a:lnTo>
                  <a:lnTo>
                    <a:pt x="14288" y="652462"/>
                  </a:lnTo>
                  <a:lnTo>
                    <a:pt x="16669" y="638175"/>
                  </a:lnTo>
                  <a:lnTo>
                    <a:pt x="47625" y="621506"/>
                  </a:lnTo>
                  <a:lnTo>
                    <a:pt x="45244" y="604837"/>
                  </a:lnTo>
                  <a:lnTo>
                    <a:pt x="33338" y="566737"/>
                  </a:lnTo>
                  <a:lnTo>
                    <a:pt x="33338" y="566737"/>
                  </a:lnTo>
                  <a:lnTo>
                    <a:pt x="73819" y="523875"/>
                  </a:lnTo>
                  <a:lnTo>
                    <a:pt x="80963" y="488156"/>
                  </a:lnTo>
                  <a:lnTo>
                    <a:pt x="57150" y="476250"/>
                  </a:lnTo>
                  <a:lnTo>
                    <a:pt x="28575" y="492919"/>
                  </a:lnTo>
                  <a:lnTo>
                    <a:pt x="4763" y="521494"/>
                  </a:lnTo>
                  <a:lnTo>
                    <a:pt x="0" y="507206"/>
                  </a:lnTo>
                  <a:lnTo>
                    <a:pt x="38100" y="461962"/>
                  </a:lnTo>
                  <a:lnTo>
                    <a:pt x="47625" y="438150"/>
                  </a:lnTo>
                  <a:lnTo>
                    <a:pt x="73819" y="445294"/>
                  </a:lnTo>
                  <a:lnTo>
                    <a:pt x="92869" y="459581"/>
                  </a:lnTo>
                  <a:lnTo>
                    <a:pt x="114300" y="454819"/>
                  </a:lnTo>
                  <a:lnTo>
                    <a:pt x="123825" y="435769"/>
                  </a:lnTo>
                  <a:lnTo>
                    <a:pt x="142875" y="421481"/>
                  </a:lnTo>
                  <a:lnTo>
                    <a:pt x="173831" y="421481"/>
                  </a:lnTo>
                  <a:lnTo>
                    <a:pt x="173831" y="421481"/>
                  </a:lnTo>
                  <a:lnTo>
                    <a:pt x="202406" y="373856"/>
                  </a:lnTo>
                  <a:lnTo>
                    <a:pt x="195263" y="354806"/>
                  </a:lnTo>
                  <a:lnTo>
                    <a:pt x="171450" y="357187"/>
                  </a:lnTo>
                  <a:lnTo>
                    <a:pt x="159544" y="383381"/>
                  </a:lnTo>
                  <a:lnTo>
                    <a:pt x="159544" y="383381"/>
                  </a:lnTo>
                  <a:lnTo>
                    <a:pt x="128588" y="395287"/>
                  </a:lnTo>
                  <a:lnTo>
                    <a:pt x="121444" y="416719"/>
                  </a:lnTo>
                  <a:lnTo>
                    <a:pt x="102394" y="433387"/>
                  </a:lnTo>
                  <a:lnTo>
                    <a:pt x="78581" y="397669"/>
                  </a:lnTo>
                  <a:lnTo>
                    <a:pt x="78581" y="371475"/>
                  </a:lnTo>
                  <a:lnTo>
                    <a:pt x="80963" y="345281"/>
                  </a:lnTo>
                  <a:lnTo>
                    <a:pt x="100013" y="333375"/>
                  </a:lnTo>
                  <a:lnTo>
                    <a:pt x="111919" y="321469"/>
                  </a:lnTo>
                  <a:lnTo>
                    <a:pt x="102394" y="292894"/>
                  </a:lnTo>
                  <a:lnTo>
                    <a:pt x="92869" y="288131"/>
                  </a:lnTo>
                  <a:lnTo>
                    <a:pt x="78581" y="288131"/>
                  </a:lnTo>
                  <a:lnTo>
                    <a:pt x="69056" y="264319"/>
                  </a:lnTo>
                  <a:lnTo>
                    <a:pt x="59531" y="238125"/>
                  </a:lnTo>
                  <a:lnTo>
                    <a:pt x="64294" y="209550"/>
                  </a:lnTo>
                  <a:lnTo>
                    <a:pt x="76200" y="209550"/>
                  </a:lnTo>
                  <a:lnTo>
                    <a:pt x="80963" y="226219"/>
                  </a:lnTo>
                  <a:lnTo>
                    <a:pt x="95250" y="226219"/>
                  </a:lnTo>
                  <a:lnTo>
                    <a:pt x="111919" y="207169"/>
                  </a:lnTo>
                  <a:lnTo>
                    <a:pt x="128588" y="166687"/>
                  </a:lnTo>
                  <a:lnTo>
                    <a:pt x="135731" y="145256"/>
                  </a:lnTo>
                  <a:lnTo>
                    <a:pt x="152400" y="135731"/>
                  </a:lnTo>
                  <a:lnTo>
                    <a:pt x="154781" y="126206"/>
                  </a:lnTo>
                  <a:lnTo>
                    <a:pt x="180975" y="142875"/>
                  </a:lnTo>
                  <a:lnTo>
                    <a:pt x="214313" y="135731"/>
                  </a:lnTo>
                  <a:lnTo>
                    <a:pt x="245269" y="147637"/>
                  </a:lnTo>
                  <a:lnTo>
                    <a:pt x="269081" y="159544"/>
                  </a:lnTo>
                  <a:lnTo>
                    <a:pt x="309563" y="154781"/>
                  </a:lnTo>
                  <a:lnTo>
                    <a:pt x="328613" y="178594"/>
                  </a:lnTo>
                  <a:lnTo>
                    <a:pt x="352425" y="183356"/>
                  </a:lnTo>
                  <a:lnTo>
                    <a:pt x="352425" y="183356"/>
                  </a:lnTo>
                  <a:lnTo>
                    <a:pt x="383381" y="164306"/>
                  </a:lnTo>
                  <a:lnTo>
                    <a:pt x="433388" y="176212"/>
                  </a:lnTo>
                  <a:lnTo>
                    <a:pt x="438150" y="195262"/>
                  </a:lnTo>
                  <a:lnTo>
                    <a:pt x="466725" y="195262"/>
                  </a:lnTo>
                  <a:lnTo>
                    <a:pt x="478631" y="202406"/>
                  </a:lnTo>
                  <a:lnTo>
                    <a:pt x="492919" y="190500"/>
                  </a:lnTo>
                  <a:lnTo>
                    <a:pt x="514350" y="211931"/>
                  </a:lnTo>
                  <a:lnTo>
                    <a:pt x="535781" y="219075"/>
                  </a:lnTo>
                  <a:lnTo>
                    <a:pt x="554831" y="219075"/>
                  </a:lnTo>
                  <a:lnTo>
                    <a:pt x="552450" y="192881"/>
                  </a:lnTo>
                  <a:lnTo>
                    <a:pt x="550069" y="164306"/>
                  </a:lnTo>
                  <a:lnTo>
                    <a:pt x="561975" y="140494"/>
                  </a:lnTo>
                  <a:lnTo>
                    <a:pt x="561975" y="111919"/>
                  </a:lnTo>
                  <a:lnTo>
                    <a:pt x="569119" y="92869"/>
                  </a:lnTo>
                  <a:lnTo>
                    <a:pt x="597694" y="80962"/>
                  </a:lnTo>
                  <a:lnTo>
                    <a:pt x="623888" y="107156"/>
                  </a:lnTo>
                  <a:lnTo>
                    <a:pt x="638175" y="95250"/>
                  </a:lnTo>
                  <a:lnTo>
                    <a:pt x="607219" y="57150"/>
                  </a:lnTo>
                  <a:lnTo>
                    <a:pt x="600075" y="40481"/>
                  </a:lnTo>
                  <a:lnTo>
                    <a:pt x="621506" y="14287"/>
                  </a:lnTo>
                  <a:lnTo>
                    <a:pt x="652463" y="14287"/>
                  </a:lnTo>
                  <a:lnTo>
                    <a:pt x="635794" y="40481"/>
                  </a:lnTo>
                  <a:lnTo>
                    <a:pt x="650081" y="59531"/>
                  </a:lnTo>
                  <a:lnTo>
                    <a:pt x="678656" y="73819"/>
                  </a:lnTo>
                  <a:lnTo>
                    <a:pt x="695325" y="88106"/>
                  </a:lnTo>
                  <a:lnTo>
                    <a:pt x="709613" y="64294"/>
                  </a:lnTo>
                  <a:lnTo>
                    <a:pt x="726282" y="66675"/>
                  </a:lnTo>
                  <a:lnTo>
                    <a:pt x="759619" y="111918"/>
                  </a:lnTo>
                  <a:lnTo>
                    <a:pt x="795338" y="119062"/>
                  </a:lnTo>
                  <a:lnTo>
                    <a:pt x="814388" y="95250"/>
                  </a:lnTo>
                  <a:lnTo>
                    <a:pt x="850106" y="95250"/>
                  </a:lnTo>
                  <a:lnTo>
                    <a:pt x="857250" y="80962"/>
                  </a:lnTo>
                  <a:lnTo>
                    <a:pt x="850106" y="57150"/>
                  </a:lnTo>
                  <a:lnTo>
                    <a:pt x="854869" y="47625"/>
                  </a:lnTo>
                  <a:lnTo>
                    <a:pt x="885825" y="59531"/>
                  </a:lnTo>
                  <a:lnTo>
                    <a:pt x="900113" y="45244"/>
                  </a:lnTo>
                  <a:lnTo>
                    <a:pt x="912019" y="26194"/>
                  </a:lnTo>
                  <a:lnTo>
                    <a:pt x="926306" y="26194"/>
                  </a:lnTo>
                  <a:lnTo>
                    <a:pt x="945356" y="26194"/>
                  </a:lnTo>
                  <a:lnTo>
                    <a:pt x="966788" y="26194"/>
                  </a:lnTo>
                  <a:lnTo>
                    <a:pt x="981075" y="7144"/>
                  </a:lnTo>
                  <a:lnTo>
                    <a:pt x="988219" y="0"/>
                  </a:lnTo>
                  <a:lnTo>
                    <a:pt x="1007269" y="14287"/>
                  </a:lnTo>
                  <a:lnTo>
                    <a:pt x="1031081" y="9525"/>
                  </a:lnTo>
                  <a:lnTo>
                    <a:pt x="1059656" y="47625"/>
                  </a:lnTo>
                  <a:lnTo>
                    <a:pt x="1078706" y="64294"/>
                  </a:lnTo>
                  <a:lnTo>
                    <a:pt x="1088231" y="61912"/>
                  </a:lnTo>
                  <a:lnTo>
                    <a:pt x="1078706" y="109537"/>
                  </a:lnTo>
                  <a:lnTo>
                    <a:pt x="1097756" y="145256"/>
                  </a:lnTo>
                  <a:lnTo>
                    <a:pt x="1114425" y="166687"/>
                  </a:lnTo>
                  <a:lnTo>
                    <a:pt x="1133475" y="169069"/>
                  </a:lnTo>
                  <a:lnTo>
                    <a:pt x="1166813" y="169069"/>
                  </a:lnTo>
                  <a:lnTo>
                    <a:pt x="1195388" y="207169"/>
                  </a:lnTo>
                  <a:lnTo>
                    <a:pt x="1202531" y="226219"/>
                  </a:lnTo>
                  <a:lnTo>
                    <a:pt x="1197769" y="247650"/>
                  </a:lnTo>
                  <a:lnTo>
                    <a:pt x="1219200" y="264319"/>
                  </a:lnTo>
                  <a:lnTo>
                    <a:pt x="1238250" y="266700"/>
                  </a:lnTo>
                  <a:lnTo>
                    <a:pt x="1243013" y="302419"/>
                  </a:lnTo>
                  <a:lnTo>
                    <a:pt x="1283494" y="314325"/>
                  </a:lnTo>
                  <a:lnTo>
                    <a:pt x="1309688" y="297656"/>
                  </a:lnTo>
                  <a:lnTo>
                    <a:pt x="1323975" y="297656"/>
                  </a:lnTo>
                  <a:lnTo>
                    <a:pt x="1323975" y="297656"/>
                  </a:lnTo>
                  <a:lnTo>
                    <a:pt x="1347788" y="304800"/>
                  </a:lnTo>
                  <a:lnTo>
                    <a:pt x="1352550" y="333375"/>
                  </a:lnTo>
                  <a:lnTo>
                    <a:pt x="1373981" y="333375"/>
                  </a:lnTo>
                  <a:lnTo>
                    <a:pt x="1388269" y="311944"/>
                  </a:lnTo>
                  <a:lnTo>
                    <a:pt x="1402556" y="326231"/>
                  </a:lnTo>
                  <a:lnTo>
                    <a:pt x="1476375" y="338137"/>
                  </a:lnTo>
                  <a:lnTo>
                    <a:pt x="1490663" y="319087"/>
                  </a:lnTo>
                  <a:lnTo>
                    <a:pt x="1509713" y="280987"/>
                  </a:lnTo>
                  <a:lnTo>
                    <a:pt x="1519238" y="276225"/>
                  </a:lnTo>
                  <a:lnTo>
                    <a:pt x="1538288" y="295275"/>
                  </a:lnTo>
                  <a:lnTo>
                    <a:pt x="1595438" y="295275"/>
                  </a:lnTo>
                  <a:lnTo>
                    <a:pt x="1609725" y="285750"/>
                  </a:lnTo>
                  <a:lnTo>
                    <a:pt x="1616869" y="269081"/>
                  </a:lnTo>
                  <a:lnTo>
                    <a:pt x="1624013" y="261937"/>
                  </a:lnTo>
                  <a:lnTo>
                    <a:pt x="1626394" y="290512"/>
                  </a:lnTo>
                  <a:lnTo>
                    <a:pt x="1640681" y="311944"/>
                  </a:lnTo>
                  <a:lnTo>
                    <a:pt x="1657350" y="307181"/>
                  </a:lnTo>
                  <a:lnTo>
                    <a:pt x="1666875" y="335756"/>
                  </a:lnTo>
                  <a:lnTo>
                    <a:pt x="1716881" y="371475"/>
                  </a:lnTo>
                  <a:lnTo>
                    <a:pt x="1743075" y="354806"/>
                  </a:lnTo>
                  <a:lnTo>
                    <a:pt x="1766888" y="345281"/>
                  </a:lnTo>
                  <a:lnTo>
                    <a:pt x="1840706" y="347662"/>
                  </a:lnTo>
                  <a:lnTo>
                    <a:pt x="1874044" y="345281"/>
                  </a:lnTo>
                  <a:lnTo>
                    <a:pt x="1897856" y="371475"/>
                  </a:lnTo>
                  <a:lnTo>
                    <a:pt x="1897856" y="371475"/>
                  </a:lnTo>
                  <a:lnTo>
                    <a:pt x="1935956" y="359569"/>
                  </a:lnTo>
                  <a:lnTo>
                    <a:pt x="1945481" y="347662"/>
                  </a:lnTo>
                  <a:lnTo>
                    <a:pt x="1962150" y="347662"/>
                  </a:lnTo>
                  <a:lnTo>
                    <a:pt x="1966913" y="376237"/>
                  </a:lnTo>
                  <a:lnTo>
                    <a:pt x="1978819" y="392906"/>
                  </a:lnTo>
                  <a:lnTo>
                    <a:pt x="1966913" y="426244"/>
                  </a:lnTo>
                  <a:lnTo>
                    <a:pt x="1969294" y="445294"/>
                  </a:lnTo>
                  <a:lnTo>
                    <a:pt x="1985963" y="464344"/>
                  </a:lnTo>
                  <a:lnTo>
                    <a:pt x="1993106" y="466725"/>
                  </a:lnTo>
                  <a:lnTo>
                    <a:pt x="1997869" y="504825"/>
                  </a:lnTo>
                  <a:lnTo>
                    <a:pt x="1995488" y="531019"/>
                  </a:lnTo>
                  <a:lnTo>
                    <a:pt x="1971675" y="545306"/>
                  </a:lnTo>
                  <a:lnTo>
                    <a:pt x="1962150" y="571500"/>
                  </a:lnTo>
                  <a:lnTo>
                    <a:pt x="1933575" y="578644"/>
                  </a:lnTo>
                  <a:lnTo>
                    <a:pt x="1888331" y="585787"/>
                  </a:lnTo>
                  <a:lnTo>
                    <a:pt x="1869281" y="616744"/>
                  </a:lnTo>
                  <a:lnTo>
                    <a:pt x="1874044" y="652462"/>
                  </a:lnTo>
                  <a:lnTo>
                    <a:pt x="1874044" y="652462"/>
                  </a:lnTo>
                  <a:lnTo>
                    <a:pt x="1871663" y="692944"/>
                  </a:lnTo>
                  <a:lnTo>
                    <a:pt x="1862138" y="704850"/>
                  </a:lnTo>
                  <a:lnTo>
                    <a:pt x="1809750" y="709612"/>
                  </a:lnTo>
                  <a:lnTo>
                    <a:pt x="1793081" y="709612"/>
                  </a:lnTo>
                  <a:lnTo>
                    <a:pt x="1771650" y="683419"/>
                  </a:lnTo>
                  <a:lnTo>
                    <a:pt x="1769269" y="654844"/>
                  </a:lnTo>
                  <a:lnTo>
                    <a:pt x="1757363" y="621506"/>
                  </a:lnTo>
                  <a:lnTo>
                    <a:pt x="1716881" y="607219"/>
                  </a:lnTo>
                  <a:lnTo>
                    <a:pt x="1688306" y="592931"/>
                  </a:lnTo>
                  <a:lnTo>
                    <a:pt x="1669257" y="597694"/>
                  </a:lnTo>
                  <a:lnTo>
                    <a:pt x="1659732" y="583406"/>
                  </a:lnTo>
                  <a:lnTo>
                    <a:pt x="1671638" y="561975"/>
                  </a:lnTo>
                  <a:lnTo>
                    <a:pt x="1674019" y="526256"/>
                  </a:lnTo>
                  <a:cubicBezTo>
                    <a:pt x="1673225" y="518319"/>
                    <a:pt x="1674813" y="507206"/>
                    <a:pt x="1671638" y="502444"/>
                  </a:cubicBezTo>
                  <a:cubicBezTo>
                    <a:pt x="1668463" y="497682"/>
                    <a:pt x="1655763" y="501253"/>
                    <a:pt x="1654969" y="497681"/>
                  </a:cubicBezTo>
                  <a:cubicBezTo>
                    <a:pt x="1654175" y="494109"/>
                    <a:pt x="1662906" y="486568"/>
                    <a:pt x="1666875" y="481012"/>
                  </a:cubicBezTo>
                  <a:lnTo>
                    <a:pt x="1645444" y="457200"/>
                  </a:lnTo>
                  <a:lnTo>
                    <a:pt x="1645444" y="416719"/>
                  </a:lnTo>
                  <a:lnTo>
                    <a:pt x="1624013" y="407194"/>
                  </a:lnTo>
                  <a:lnTo>
                    <a:pt x="1581150" y="423862"/>
                  </a:lnTo>
                  <a:lnTo>
                    <a:pt x="1559719" y="435769"/>
                  </a:lnTo>
                  <a:lnTo>
                    <a:pt x="1521619" y="419100"/>
                  </a:lnTo>
                  <a:lnTo>
                    <a:pt x="1478756" y="419100"/>
                  </a:lnTo>
                  <a:lnTo>
                    <a:pt x="1393031" y="454819"/>
                  </a:lnTo>
                  <a:lnTo>
                    <a:pt x="1385888" y="471487"/>
                  </a:lnTo>
                  <a:lnTo>
                    <a:pt x="1393031" y="490537"/>
                  </a:lnTo>
                  <a:lnTo>
                    <a:pt x="1381125" y="511969"/>
                  </a:lnTo>
                  <a:lnTo>
                    <a:pt x="1354931" y="516731"/>
                  </a:lnTo>
                  <a:lnTo>
                    <a:pt x="1338263" y="547687"/>
                  </a:lnTo>
                  <a:lnTo>
                    <a:pt x="1345406" y="573881"/>
                  </a:lnTo>
                  <a:lnTo>
                    <a:pt x="1371600" y="583406"/>
                  </a:lnTo>
                  <a:lnTo>
                    <a:pt x="1385888" y="600075"/>
                  </a:lnTo>
                  <a:lnTo>
                    <a:pt x="1428750" y="604837"/>
                  </a:lnTo>
                  <a:lnTo>
                    <a:pt x="1454944" y="607219"/>
                  </a:lnTo>
                  <a:lnTo>
                    <a:pt x="1473994" y="635794"/>
                  </a:lnTo>
                  <a:lnTo>
                    <a:pt x="1473994" y="645319"/>
                  </a:lnTo>
                  <a:lnTo>
                    <a:pt x="1469231" y="659606"/>
                  </a:lnTo>
                  <a:lnTo>
                    <a:pt x="1481138" y="704850"/>
                  </a:lnTo>
                  <a:lnTo>
                    <a:pt x="1490663" y="731043"/>
                  </a:lnTo>
                  <a:lnTo>
                    <a:pt x="1452562" y="740569"/>
                  </a:lnTo>
                  <a:lnTo>
                    <a:pt x="1423988" y="759619"/>
                  </a:lnTo>
                  <a:lnTo>
                    <a:pt x="1385888" y="766762"/>
                  </a:lnTo>
                  <a:cubicBezTo>
                    <a:pt x="1376363" y="771525"/>
                    <a:pt x="1362075" y="775097"/>
                    <a:pt x="1357313" y="781050"/>
                  </a:cubicBezTo>
                  <a:cubicBezTo>
                    <a:pt x="1352551" y="787003"/>
                    <a:pt x="1357313" y="795337"/>
                    <a:pt x="1357313" y="802481"/>
                  </a:cubicBezTo>
                  <a:lnTo>
                    <a:pt x="1352550" y="816769"/>
                  </a:lnTo>
                  <a:lnTo>
                    <a:pt x="1335881" y="847725"/>
                  </a:lnTo>
                  <a:lnTo>
                    <a:pt x="1345406" y="895350"/>
                  </a:lnTo>
                  <a:lnTo>
                    <a:pt x="1352550" y="935831"/>
                  </a:lnTo>
                  <a:lnTo>
                    <a:pt x="1352550" y="966787"/>
                  </a:lnTo>
                  <a:lnTo>
                    <a:pt x="1326356" y="969169"/>
                  </a:lnTo>
                  <a:lnTo>
                    <a:pt x="1326356" y="988219"/>
                  </a:lnTo>
                  <a:lnTo>
                    <a:pt x="1340644" y="1012031"/>
                  </a:lnTo>
                  <a:lnTo>
                    <a:pt x="1331119" y="1031081"/>
                  </a:lnTo>
                  <a:lnTo>
                    <a:pt x="1345406" y="1057275"/>
                  </a:lnTo>
                  <a:lnTo>
                    <a:pt x="1314450" y="1050131"/>
                  </a:lnTo>
                  <a:lnTo>
                    <a:pt x="1276350" y="1047750"/>
                  </a:lnTo>
                  <a:lnTo>
                    <a:pt x="1252538" y="1031081"/>
                  </a:lnTo>
                  <a:lnTo>
                    <a:pt x="1240631" y="1047750"/>
                  </a:lnTo>
                  <a:lnTo>
                    <a:pt x="1226344" y="1057275"/>
                  </a:lnTo>
                  <a:lnTo>
                    <a:pt x="1185863" y="1052512"/>
                  </a:lnTo>
                  <a:lnTo>
                    <a:pt x="1162050" y="1062037"/>
                  </a:lnTo>
                  <a:lnTo>
                    <a:pt x="1159669" y="1088231"/>
                  </a:lnTo>
                  <a:lnTo>
                    <a:pt x="1152525" y="1104900"/>
                  </a:lnTo>
                  <a:lnTo>
                    <a:pt x="1112044" y="1092994"/>
                  </a:lnTo>
                  <a:lnTo>
                    <a:pt x="1109663" y="1066800"/>
                  </a:lnTo>
                  <a:lnTo>
                    <a:pt x="1083469" y="1064419"/>
                  </a:lnTo>
                  <a:lnTo>
                    <a:pt x="1066800" y="1081087"/>
                  </a:lnTo>
                  <a:lnTo>
                    <a:pt x="1021556" y="1062037"/>
                  </a:lnTo>
                  <a:lnTo>
                    <a:pt x="1004888" y="1040606"/>
                  </a:lnTo>
                  <a:lnTo>
                    <a:pt x="973931" y="1045369"/>
                  </a:lnTo>
                  <a:lnTo>
                    <a:pt x="959644" y="1066800"/>
                  </a:lnTo>
                  <a:lnTo>
                    <a:pt x="921544" y="1069181"/>
                  </a:lnTo>
                  <a:lnTo>
                    <a:pt x="914400" y="1081087"/>
                  </a:lnTo>
                  <a:lnTo>
                    <a:pt x="895350" y="1109663"/>
                  </a:lnTo>
                  <a:cubicBezTo>
                    <a:pt x="889794" y="1121569"/>
                    <a:pt x="886619" y="1143000"/>
                    <a:pt x="881063" y="1154906"/>
                  </a:cubicBezTo>
                  <a:lnTo>
                    <a:pt x="838200" y="1219200"/>
                  </a:lnTo>
                  <a:lnTo>
                    <a:pt x="812006" y="1266825"/>
                  </a:lnTo>
                  <a:lnTo>
                    <a:pt x="785813" y="1302544"/>
                  </a:lnTo>
                  <a:lnTo>
                    <a:pt x="752475" y="1321594"/>
                  </a:lnTo>
                  <a:cubicBezTo>
                    <a:pt x="735806" y="1322388"/>
                    <a:pt x="731044" y="1323181"/>
                    <a:pt x="702469" y="1323975"/>
                  </a:cubicBezTo>
                  <a:lnTo>
                    <a:pt x="581025" y="1326356"/>
                  </a:lnTo>
                  <a:lnTo>
                    <a:pt x="571500" y="1312069"/>
                  </a:lnTo>
                  <a:lnTo>
                    <a:pt x="576263" y="1285875"/>
                  </a:lnTo>
                  <a:lnTo>
                    <a:pt x="557213" y="1257300"/>
                  </a:lnTo>
                  <a:lnTo>
                    <a:pt x="438150" y="1254919"/>
                  </a:lnTo>
                  <a:lnTo>
                    <a:pt x="395288" y="1247775"/>
                  </a:lnTo>
                  <a:lnTo>
                    <a:pt x="385763" y="1216819"/>
                  </a:lnTo>
                  <a:lnTo>
                    <a:pt x="392906" y="1185862"/>
                  </a:lnTo>
                  <a:lnTo>
                    <a:pt x="426244" y="1135856"/>
                  </a:lnTo>
                  <a:lnTo>
                    <a:pt x="466725" y="1123950"/>
                  </a:lnTo>
                  <a:lnTo>
                    <a:pt x="485775" y="1090612"/>
                  </a:lnTo>
                  <a:lnTo>
                    <a:pt x="476250" y="1073944"/>
                  </a:lnTo>
                  <a:lnTo>
                    <a:pt x="452438" y="1088231"/>
                  </a:lnTo>
                  <a:lnTo>
                    <a:pt x="452438" y="1088231"/>
                  </a:lnTo>
                  <a:lnTo>
                    <a:pt x="464344" y="1062037"/>
                  </a:lnTo>
                  <a:lnTo>
                    <a:pt x="457200" y="1023937"/>
                  </a:lnTo>
                  <a:lnTo>
                    <a:pt x="476250" y="964406"/>
                  </a:lnTo>
                  <a:lnTo>
                    <a:pt x="492919" y="928687"/>
                  </a:lnTo>
                  <a:lnTo>
                    <a:pt x="492919" y="904875"/>
                  </a:lnTo>
                  <a:lnTo>
                    <a:pt x="478631" y="878681"/>
                  </a:lnTo>
                  <a:lnTo>
                    <a:pt x="457200" y="890587"/>
                  </a:lnTo>
                  <a:lnTo>
                    <a:pt x="442913" y="864394"/>
                  </a:lnTo>
                  <a:lnTo>
                    <a:pt x="461963" y="809625"/>
                  </a:lnTo>
                  <a:lnTo>
                    <a:pt x="502444" y="776287"/>
                  </a:lnTo>
                  <a:lnTo>
                    <a:pt x="528638" y="762000"/>
                  </a:lnTo>
                  <a:lnTo>
                    <a:pt x="540544" y="771525"/>
                  </a:lnTo>
                  <a:lnTo>
                    <a:pt x="573881" y="783431"/>
                  </a:lnTo>
                  <a:lnTo>
                    <a:pt x="585788" y="766762"/>
                  </a:lnTo>
                  <a:lnTo>
                    <a:pt x="595313" y="740569"/>
                  </a:lnTo>
                  <a:lnTo>
                    <a:pt x="642938" y="726281"/>
                  </a:lnTo>
                  <a:lnTo>
                    <a:pt x="669131" y="697706"/>
                  </a:lnTo>
                  <a:lnTo>
                    <a:pt x="628650" y="690562"/>
                  </a:lnTo>
                  <a:lnTo>
                    <a:pt x="616744" y="673894"/>
                  </a:lnTo>
                  <a:lnTo>
                    <a:pt x="611981" y="654844"/>
                  </a:lnTo>
                  <a:lnTo>
                    <a:pt x="600075" y="652462"/>
                  </a:lnTo>
                  <a:lnTo>
                    <a:pt x="576263" y="673894"/>
                  </a:lnTo>
                  <a:lnTo>
                    <a:pt x="542925" y="666750"/>
                  </a:lnTo>
                  <a:lnTo>
                    <a:pt x="528638" y="664369"/>
                  </a:lnTo>
                  <a:lnTo>
                    <a:pt x="535781" y="642937"/>
                  </a:lnTo>
                  <a:lnTo>
                    <a:pt x="561975" y="642937"/>
                  </a:lnTo>
                  <a:lnTo>
                    <a:pt x="592931" y="614362"/>
                  </a:lnTo>
                  <a:lnTo>
                    <a:pt x="585788" y="600075"/>
                  </a:lnTo>
                  <a:lnTo>
                    <a:pt x="588169" y="578644"/>
                  </a:lnTo>
                  <a:lnTo>
                    <a:pt x="578644" y="564356"/>
                  </a:lnTo>
                  <a:lnTo>
                    <a:pt x="581025" y="552450"/>
                  </a:lnTo>
                  <a:lnTo>
                    <a:pt x="595313" y="509587"/>
                  </a:lnTo>
                  <a:lnTo>
                    <a:pt x="597694" y="476250"/>
                  </a:lnTo>
                  <a:lnTo>
                    <a:pt x="600075" y="440531"/>
                  </a:lnTo>
                  <a:lnTo>
                    <a:pt x="588169" y="440531"/>
                  </a:lnTo>
                  <a:lnTo>
                    <a:pt x="576263" y="464344"/>
                  </a:lnTo>
                  <a:lnTo>
                    <a:pt x="564356" y="495300"/>
                  </a:lnTo>
                  <a:lnTo>
                    <a:pt x="566738" y="531019"/>
                  </a:lnTo>
                  <a:lnTo>
                    <a:pt x="547688" y="557212"/>
                  </a:lnTo>
                  <a:lnTo>
                    <a:pt x="514350" y="564356"/>
                  </a:lnTo>
                  <a:lnTo>
                    <a:pt x="509588" y="600075"/>
                  </a:lnTo>
                  <a:lnTo>
                    <a:pt x="438150" y="600075"/>
                  </a:lnTo>
                  <a:lnTo>
                    <a:pt x="411956" y="578644"/>
                  </a:lnTo>
                  <a:lnTo>
                    <a:pt x="388144" y="585787"/>
                  </a:lnTo>
                  <a:lnTo>
                    <a:pt x="378619" y="604837"/>
                  </a:lnTo>
                  <a:lnTo>
                    <a:pt x="381000" y="628650"/>
                  </a:lnTo>
                  <a:lnTo>
                    <a:pt x="354806" y="669131"/>
                  </a:lnTo>
                  <a:lnTo>
                    <a:pt x="321469" y="669131"/>
                  </a:lnTo>
                  <a:lnTo>
                    <a:pt x="319088" y="688181"/>
                  </a:lnTo>
                  <a:lnTo>
                    <a:pt x="326231" y="709612"/>
                  </a:lnTo>
                  <a:lnTo>
                    <a:pt x="309563" y="733425"/>
                  </a:lnTo>
                  <a:lnTo>
                    <a:pt x="288131" y="740569"/>
                  </a:lnTo>
                  <a:lnTo>
                    <a:pt x="278606" y="764381"/>
                  </a:lnTo>
                  <a:lnTo>
                    <a:pt x="257175" y="771525"/>
                  </a:lnTo>
                  <a:lnTo>
                    <a:pt x="233363" y="759619"/>
                  </a:lnTo>
                  <a:lnTo>
                    <a:pt x="219075" y="769144"/>
                  </a:lnTo>
                  <a:lnTo>
                    <a:pt x="207169" y="785812"/>
                  </a:lnTo>
                  <a:lnTo>
                    <a:pt x="207169" y="795337"/>
                  </a:lnTo>
                  <a:lnTo>
                    <a:pt x="150019" y="83581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0" name="자유형: 도형 229">
              <a:extLst>
                <a:ext uri="{FF2B5EF4-FFF2-40B4-BE49-F238E27FC236}">
                  <a16:creationId xmlns:a16="http://schemas.microsoft.com/office/drawing/2014/main" id="{7F8DF84C-4173-05FB-E8AC-F56ED3BE552C}"/>
                </a:ext>
              </a:extLst>
            </p:cNvPr>
            <p:cNvSpPr/>
            <p:nvPr/>
          </p:nvSpPr>
          <p:spPr>
            <a:xfrm>
              <a:off x="2793796" y="4185113"/>
              <a:ext cx="2300082" cy="2171918"/>
            </a:xfrm>
            <a:custGeom>
              <a:avLst/>
              <a:gdLst>
                <a:gd name="csX0" fmla="*/ 336890 w 1778248"/>
                <a:gd name="csY0" fmla="*/ 478252 h 1679162"/>
                <a:gd name="csX1" fmla="*/ 328963 w 1778248"/>
                <a:gd name="csY1" fmla="*/ 483536 h 1679162"/>
                <a:gd name="csX2" fmla="*/ 327511 w 1778248"/>
                <a:gd name="csY2" fmla="*/ 488183 h 1679162"/>
                <a:gd name="csX3" fmla="*/ 348523 w 1778248"/>
                <a:gd name="csY3" fmla="*/ 484900 h 1679162"/>
                <a:gd name="csX4" fmla="*/ 866665 w 1778248"/>
                <a:gd name="csY4" fmla="*/ 0 h 1679162"/>
                <a:gd name="csX5" fmla="*/ 875913 w 1778248"/>
                <a:gd name="csY5" fmla="*/ 7927 h 1679162"/>
                <a:gd name="csX6" fmla="*/ 871949 w 1778248"/>
                <a:gd name="csY6" fmla="*/ 33029 h 1679162"/>
                <a:gd name="csX7" fmla="*/ 881197 w 1778248"/>
                <a:gd name="csY7" fmla="*/ 50203 h 1679162"/>
                <a:gd name="csX8" fmla="*/ 903656 w 1778248"/>
                <a:gd name="csY8" fmla="*/ 64736 h 1679162"/>
                <a:gd name="csX9" fmla="*/ 919510 w 1778248"/>
                <a:gd name="csY9" fmla="*/ 80589 h 1679162"/>
                <a:gd name="csX10" fmla="*/ 923473 w 1778248"/>
                <a:gd name="csY10" fmla="*/ 96443 h 1679162"/>
                <a:gd name="csX11" fmla="*/ 926115 w 1778248"/>
                <a:gd name="csY11" fmla="*/ 108333 h 1679162"/>
                <a:gd name="csX12" fmla="*/ 952538 w 1778248"/>
                <a:gd name="csY12" fmla="*/ 124187 h 1679162"/>
                <a:gd name="csX13" fmla="*/ 949896 w 1778248"/>
                <a:gd name="csY13" fmla="*/ 166463 h 1679162"/>
                <a:gd name="csX14" fmla="*/ 943291 w 1778248"/>
                <a:gd name="csY14" fmla="*/ 179674 h 1679162"/>
                <a:gd name="csX15" fmla="*/ 943291 w 1778248"/>
                <a:gd name="csY15" fmla="*/ 196849 h 1679162"/>
                <a:gd name="csX16" fmla="*/ 951217 w 1778248"/>
                <a:gd name="csY16" fmla="*/ 217987 h 1679162"/>
                <a:gd name="csX17" fmla="*/ 961786 w 1778248"/>
                <a:gd name="csY17" fmla="*/ 243089 h 1679162"/>
                <a:gd name="csX18" fmla="*/ 990852 w 1778248"/>
                <a:gd name="csY18" fmla="*/ 257622 h 1679162"/>
                <a:gd name="csX19" fmla="*/ 1021237 w 1778248"/>
                <a:gd name="csY19" fmla="*/ 254980 h 1679162"/>
                <a:gd name="csX20" fmla="*/ 1046339 w 1778248"/>
                <a:gd name="csY20" fmla="*/ 251016 h 1679162"/>
                <a:gd name="csX21" fmla="*/ 1066156 w 1778248"/>
                <a:gd name="csY21" fmla="*/ 227235 h 1679162"/>
                <a:gd name="csX22" fmla="*/ 1078046 w 1778248"/>
                <a:gd name="csY22" fmla="*/ 220630 h 1679162"/>
                <a:gd name="csX23" fmla="*/ 1099184 w 1778248"/>
                <a:gd name="csY23" fmla="*/ 219308 h 1679162"/>
                <a:gd name="csX24" fmla="*/ 1130892 w 1778248"/>
                <a:gd name="csY24" fmla="*/ 216666 h 1679162"/>
                <a:gd name="csX25" fmla="*/ 1149388 w 1778248"/>
                <a:gd name="csY25" fmla="*/ 214024 h 1679162"/>
                <a:gd name="csX26" fmla="*/ 1159957 w 1778248"/>
                <a:gd name="csY26" fmla="*/ 211381 h 1679162"/>
                <a:gd name="csX27" fmla="*/ 1159957 w 1778248"/>
                <a:gd name="csY27" fmla="*/ 198170 h 1679162"/>
                <a:gd name="csX28" fmla="*/ 1166562 w 1778248"/>
                <a:gd name="csY28" fmla="*/ 182317 h 1679162"/>
                <a:gd name="csX29" fmla="*/ 1170526 w 1778248"/>
                <a:gd name="csY29" fmla="*/ 157215 h 1679162"/>
                <a:gd name="csX30" fmla="*/ 1179773 w 1778248"/>
                <a:gd name="csY30" fmla="*/ 149288 h 1679162"/>
                <a:gd name="csX31" fmla="*/ 1183737 w 1778248"/>
                <a:gd name="csY31" fmla="*/ 136077 h 1679162"/>
                <a:gd name="csX32" fmla="*/ 1177131 w 1778248"/>
                <a:gd name="csY32" fmla="*/ 124187 h 1679162"/>
                <a:gd name="csX33" fmla="*/ 1162599 w 1778248"/>
                <a:gd name="csY33" fmla="*/ 114939 h 1679162"/>
                <a:gd name="csX34" fmla="*/ 1155993 w 1778248"/>
                <a:gd name="csY34" fmla="*/ 104370 h 1679162"/>
                <a:gd name="csX35" fmla="*/ 1155993 w 1778248"/>
                <a:gd name="csY35" fmla="*/ 89837 h 1679162"/>
                <a:gd name="csX36" fmla="*/ 1166562 w 1778248"/>
                <a:gd name="csY36" fmla="*/ 79268 h 1679162"/>
                <a:gd name="csX37" fmla="*/ 1174489 w 1778248"/>
                <a:gd name="csY37" fmla="*/ 81910 h 1679162"/>
                <a:gd name="csX38" fmla="*/ 1185058 w 1778248"/>
                <a:gd name="csY38" fmla="*/ 79268 h 1679162"/>
                <a:gd name="csX39" fmla="*/ 1195627 w 1778248"/>
                <a:gd name="csY39" fmla="*/ 81910 h 1679162"/>
                <a:gd name="csX40" fmla="*/ 1203554 w 1778248"/>
                <a:gd name="csY40" fmla="*/ 77947 h 1679162"/>
                <a:gd name="csX41" fmla="*/ 1207518 w 1778248"/>
                <a:gd name="csY41" fmla="*/ 67378 h 1679162"/>
                <a:gd name="csX42" fmla="*/ 1203554 w 1778248"/>
                <a:gd name="csY42" fmla="*/ 58130 h 1679162"/>
                <a:gd name="csX43" fmla="*/ 1212802 w 1778248"/>
                <a:gd name="csY43" fmla="*/ 52845 h 1679162"/>
                <a:gd name="csX44" fmla="*/ 1223371 w 1778248"/>
                <a:gd name="csY44" fmla="*/ 52845 h 1679162"/>
                <a:gd name="csX45" fmla="*/ 1239225 w 1778248"/>
                <a:gd name="csY45" fmla="*/ 40955 h 1679162"/>
                <a:gd name="csX46" fmla="*/ 1252436 w 1778248"/>
                <a:gd name="csY46" fmla="*/ 30386 h 1679162"/>
                <a:gd name="csX47" fmla="*/ 1264326 w 1778248"/>
                <a:gd name="csY47" fmla="*/ 34350 h 1679162"/>
                <a:gd name="csX48" fmla="*/ 1269611 w 1778248"/>
                <a:gd name="csY48" fmla="*/ 44919 h 1679162"/>
                <a:gd name="csX49" fmla="*/ 1278859 w 1778248"/>
                <a:gd name="csY49" fmla="*/ 43598 h 1679162"/>
                <a:gd name="csX50" fmla="*/ 1280180 w 1778248"/>
                <a:gd name="csY50" fmla="*/ 51524 h 1679162"/>
                <a:gd name="csX51" fmla="*/ 1289428 w 1778248"/>
                <a:gd name="csY51" fmla="*/ 59451 h 1679162"/>
                <a:gd name="csX52" fmla="*/ 1289428 w 1778248"/>
                <a:gd name="csY52" fmla="*/ 52845 h 1679162"/>
                <a:gd name="csX53" fmla="*/ 1296033 w 1778248"/>
                <a:gd name="csY53" fmla="*/ 51524 h 1679162"/>
                <a:gd name="csX54" fmla="*/ 1314530 w 1778248"/>
                <a:gd name="csY54" fmla="*/ 56809 h 1679162"/>
                <a:gd name="csX55" fmla="*/ 1317172 w 1778248"/>
                <a:gd name="csY55" fmla="*/ 71341 h 1679162"/>
                <a:gd name="csX56" fmla="*/ 1325099 w 1778248"/>
                <a:gd name="csY56" fmla="*/ 72662 h 1679162"/>
                <a:gd name="csX57" fmla="*/ 1326420 w 1778248"/>
                <a:gd name="csY57" fmla="*/ 79268 h 1679162"/>
                <a:gd name="csX58" fmla="*/ 1336989 w 1778248"/>
                <a:gd name="csY58" fmla="*/ 77947 h 1679162"/>
                <a:gd name="csX59" fmla="*/ 1344916 w 1778248"/>
                <a:gd name="csY59" fmla="*/ 80589 h 1679162"/>
                <a:gd name="csX60" fmla="*/ 1346237 w 1778248"/>
                <a:gd name="csY60" fmla="*/ 95121 h 1679162"/>
                <a:gd name="csX61" fmla="*/ 1347558 w 1778248"/>
                <a:gd name="csY61" fmla="*/ 103049 h 1679162"/>
                <a:gd name="csX62" fmla="*/ 1356806 w 1778248"/>
                <a:gd name="csY62" fmla="*/ 108333 h 1679162"/>
                <a:gd name="csX63" fmla="*/ 1368696 w 1778248"/>
                <a:gd name="csY63" fmla="*/ 101728 h 1679162"/>
                <a:gd name="csX64" fmla="*/ 1376623 w 1778248"/>
                <a:gd name="csY64" fmla="*/ 100406 h 1679162"/>
                <a:gd name="csX65" fmla="*/ 1383229 w 1778248"/>
                <a:gd name="csY65" fmla="*/ 105691 h 1679162"/>
                <a:gd name="csX66" fmla="*/ 1383229 w 1778248"/>
                <a:gd name="csY66" fmla="*/ 122866 h 1679162"/>
                <a:gd name="csX67" fmla="*/ 1395119 w 1778248"/>
                <a:gd name="csY67" fmla="*/ 128150 h 1679162"/>
                <a:gd name="csX68" fmla="*/ 1413615 w 1778248"/>
                <a:gd name="csY68" fmla="*/ 142682 h 1679162"/>
                <a:gd name="csX69" fmla="*/ 1446643 w 1778248"/>
                <a:gd name="csY69" fmla="*/ 169105 h 1679162"/>
                <a:gd name="csX70" fmla="*/ 1454570 w 1778248"/>
                <a:gd name="csY70" fmla="*/ 187601 h 1679162"/>
                <a:gd name="csX71" fmla="*/ 1458533 w 1778248"/>
                <a:gd name="csY71" fmla="*/ 192886 h 1679162"/>
                <a:gd name="csX72" fmla="*/ 1480992 w 1778248"/>
                <a:gd name="csY72" fmla="*/ 199491 h 1679162"/>
                <a:gd name="csX73" fmla="*/ 1490240 w 1778248"/>
                <a:gd name="csY73" fmla="*/ 195528 h 1679162"/>
                <a:gd name="csX74" fmla="*/ 1510058 w 1778248"/>
                <a:gd name="csY74" fmla="*/ 192886 h 1679162"/>
                <a:gd name="csX75" fmla="*/ 1541765 w 1778248"/>
                <a:gd name="csY75" fmla="*/ 198170 h 1679162"/>
                <a:gd name="csX76" fmla="*/ 1552334 w 1778248"/>
                <a:gd name="csY76" fmla="*/ 198170 h 1679162"/>
                <a:gd name="csX77" fmla="*/ 1564224 w 1778248"/>
                <a:gd name="csY77" fmla="*/ 194207 h 1679162"/>
                <a:gd name="csX78" fmla="*/ 1573472 w 1778248"/>
                <a:gd name="csY78" fmla="*/ 184959 h 1679162"/>
                <a:gd name="csX79" fmla="*/ 1584041 w 1778248"/>
                <a:gd name="csY79" fmla="*/ 202134 h 1679162"/>
                <a:gd name="csX80" fmla="*/ 1593289 w 1778248"/>
                <a:gd name="csY80" fmla="*/ 202134 h 1679162"/>
                <a:gd name="csX81" fmla="*/ 1598574 w 1778248"/>
                <a:gd name="csY81" fmla="*/ 208739 h 1679162"/>
                <a:gd name="csX82" fmla="*/ 1601216 w 1778248"/>
                <a:gd name="csY82" fmla="*/ 216666 h 1679162"/>
                <a:gd name="csX83" fmla="*/ 1617069 w 1778248"/>
                <a:gd name="csY83" fmla="*/ 216666 h 1679162"/>
                <a:gd name="csX84" fmla="*/ 1639529 w 1778248"/>
                <a:gd name="csY84" fmla="*/ 224593 h 1679162"/>
                <a:gd name="csX85" fmla="*/ 1643492 w 1778248"/>
                <a:gd name="csY85" fmla="*/ 224593 h 1679162"/>
                <a:gd name="csX86" fmla="*/ 1651419 w 1778248"/>
                <a:gd name="csY86" fmla="*/ 210060 h 1679162"/>
                <a:gd name="csX87" fmla="*/ 1654061 w 1778248"/>
                <a:gd name="csY87" fmla="*/ 204776 h 1679162"/>
                <a:gd name="csX88" fmla="*/ 1669915 w 1778248"/>
                <a:gd name="csY88" fmla="*/ 210060 h 1679162"/>
                <a:gd name="csX89" fmla="*/ 1683126 w 1778248"/>
                <a:gd name="csY89" fmla="*/ 225914 h 1679162"/>
                <a:gd name="csX90" fmla="*/ 1681805 w 1778248"/>
                <a:gd name="csY90" fmla="*/ 236484 h 1679162"/>
                <a:gd name="csX91" fmla="*/ 1693696 w 1778248"/>
                <a:gd name="csY91" fmla="*/ 236484 h 1679162"/>
                <a:gd name="csX92" fmla="*/ 1697659 w 1778248"/>
                <a:gd name="csY92" fmla="*/ 254980 h 1679162"/>
                <a:gd name="csX93" fmla="*/ 1698980 w 1778248"/>
                <a:gd name="csY93" fmla="*/ 265549 h 1679162"/>
                <a:gd name="csX94" fmla="*/ 1718797 w 1778248"/>
                <a:gd name="csY94" fmla="*/ 265549 h 1679162"/>
                <a:gd name="csX95" fmla="*/ 1726724 w 1778248"/>
                <a:gd name="csY95" fmla="*/ 270833 h 1679162"/>
                <a:gd name="csX96" fmla="*/ 1738614 w 1778248"/>
                <a:gd name="csY96" fmla="*/ 266870 h 1679162"/>
                <a:gd name="csX97" fmla="*/ 1758431 w 1778248"/>
                <a:gd name="csY97" fmla="*/ 273475 h 1679162"/>
                <a:gd name="csX98" fmla="*/ 1763716 w 1778248"/>
                <a:gd name="csY98" fmla="*/ 286687 h 1679162"/>
                <a:gd name="csX99" fmla="*/ 1778248 w 1778248"/>
                <a:gd name="csY99" fmla="*/ 293292 h 1679162"/>
                <a:gd name="csX100" fmla="*/ 1778248 w 1778248"/>
                <a:gd name="csY100" fmla="*/ 301219 h 1679162"/>
                <a:gd name="csX101" fmla="*/ 1769000 w 1778248"/>
                <a:gd name="csY101" fmla="*/ 306504 h 1679162"/>
                <a:gd name="csX102" fmla="*/ 1771642 w 1778248"/>
                <a:gd name="csY102" fmla="*/ 314431 h 1679162"/>
                <a:gd name="csX103" fmla="*/ 1769000 w 1778248"/>
                <a:gd name="csY103" fmla="*/ 319715 h 1679162"/>
                <a:gd name="csX104" fmla="*/ 1762395 w 1778248"/>
                <a:gd name="csY104" fmla="*/ 330284 h 1679162"/>
                <a:gd name="csX105" fmla="*/ 1741256 w 1778248"/>
                <a:gd name="csY105" fmla="*/ 327642 h 1679162"/>
                <a:gd name="csX106" fmla="*/ 1735972 w 1778248"/>
                <a:gd name="csY106" fmla="*/ 336890 h 1679162"/>
                <a:gd name="csX107" fmla="*/ 1724081 w 1778248"/>
                <a:gd name="csY107" fmla="*/ 332926 h 1679162"/>
                <a:gd name="csX108" fmla="*/ 1702943 w 1778248"/>
                <a:gd name="csY108" fmla="*/ 330284 h 1679162"/>
                <a:gd name="csX109" fmla="*/ 1692374 w 1778248"/>
                <a:gd name="csY109" fmla="*/ 335569 h 1679162"/>
                <a:gd name="csX110" fmla="*/ 1692374 w 1778248"/>
                <a:gd name="csY110" fmla="*/ 347459 h 1679162"/>
                <a:gd name="csX111" fmla="*/ 1679163 w 1778248"/>
                <a:gd name="csY111" fmla="*/ 355386 h 1679162"/>
                <a:gd name="csX112" fmla="*/ 1663309 w 1778248"/>
                <a:gd name="csY112" fmla="*/ 358028 h 1679162"/>
                <a:gd name="csX113" fmla="*/ 1665951 w 1778248"/>
                <a:gd name="csY113" fmla="*/ 373882 h 1679162"/>
                <a:gd name="csX114" fmla="*/ 1648777 w 1778248"/>
                <a:gd name="csY114" fmla="*/ 379166 h 1679162"/>
                <a:gd name="csX115" fmla="*/ 1638208 w 1778248"/>
                <a:gd name="csY115" fmla="*/ 402947 h 1679162"/>
                <a:gd name="csX116" fmla="*/ 1630281 w 1778248"/>
                <a:gd name="csY116" fmla="*/ 398983 h 1679162"/>
                <a:gd name="csX117" fmla="*/ 1627639 w 1778248"/>
                <a:gd name="csY117" fmla="*/ 406910 h 1679162"/>
                <a:gd name="csX118" fmla="*/ 1611785 w 1778248"/>
                <a:gd name="csY118" fmla="*/ 421442 h 1679162"/>
                <a:gd name="csX119" fmla="*/ 1601216 w 1778248"/>
                <a:gd name="csY119" fmla="*/ 429370 h 1679162"/>
                <a:gd name="csX120" fmla="*/ 1588005 w 1778248"/>
                <a:gd name="csY120" fmla="*/ 422763 h 1679162"/>
                <a:gd name="csX121" fmla="*/ 1588005 w 1778248"/>
                <a:gd name="csY121" fmla="*/ 449333 h 1679162"/>
                <a:gd name="csX122" fmla="*/ 1601216 w 1778248"/>
                <a:gd name="csY122" fmla="*/ 454471 h 1679162"/>
                <a:gd name="csX123" fmla="*/ 1621033 w 1778248"/>
                <a:gd name="csY123" fmla="*/ 455792 h 1679162"/>
                <a:gd name="csX124" fmla="*/ 1619712 w 1778248"/>
                <a:gd name="csY124" fmla="*/ 469003 h 1679162"/>
                <a:gd name="csX125" fmla="*/ 1631602 w 1778248"/>
                <a:gd name="csY125" fmla="*/ 463719 h 1679162"/>
                <a:gd name="csX126" fmla="*/ 1634244 w 1778248"/>
                <a:gd name="csY126" fmla="*/ 474288 h 1679162"/>
                <a:gd name="csX127" fmla="*/ 1638208 w 1778248"/>
                <a:gd name="csY127" fmla="*/ 490141 h 1679162"/>
                <a:gd name="csX128" fmla="*/ 1652740 w 1778248"/>
                <a:gd name="csY128" fmla="*/ 504674 h 1679162"/>
                <a:gd name="csX129" fmla="*/ 1671236 w 1778248"/>
                <a:gd name="csY129" fmla="*/ 504674 h 1679162"/>
                <a:gd name="csX130" fmla="*/ 1675199 w 1778248"/>
                <a:gd name="csY130" fmla="*/ 517885 h 1679162"/>
                <a:gd name="csX131" fmla="*/ 1671236 w 1778248"/>
                <a:gd name="csY131" fmla="*/ 533739 h 1679162"/>
                <a:gd name="csX132" fmla="*/ 1663309 w 1778248"/>
                <a:gd name="csY132" fmla="*/ 536381 h 1679162"/>
                <a:gd name="csX133" fmla="*/ 1667273 w 1778248"/>
                <a:gd name="csY133" fmla="*/ 546950 h 1679162"/>
                <a:gd name="csX134" fmla="*/ 1671236 w 1778248"/>
                <a:gd name="csY134" fmla="*/ 566768 h 1679162"/>
                <a:gd name="csX135" fmla="*/ 1671236 w 1778248"/>
                <a:gd name="csY135" fmla="*/ 583942 h 1679162"/>
                <a:gd name="csX136" fmla="*/ 1668594 w 1778248"/>
                <a:gd name="csY136" fmla="*/ 598475 h 1679162"/>
                <a:gd name="csX137" fmla="*/ 1681805 w 1778248"/>
                <a:gd name="csY137" fmla="*/ 619613 h 1679162"/>
                <a:gd name="csX138" fmla="*/ 1675199 w 1778248"/>
                <a:gd name="csY138" fmla="*/ 631503 h 1679162"/>
                <a:gd name="csX139" fmla="*/ 1661988 w 1778248"/>
                <a:gd name="csY139" fmla="*/ 631503 h 1679162"/>
                <a:gd name="csX140" fmla="*/ 1654061 w 1778248"/>
                <a:gd name="csY140" fmla="*/ 656605 h 1679162"/>
                <a:gd name="csX141" fmla="*/ 1648777 w 1778248"/>
                <a:gd name="csY141" fmla="*/ 681706 h 1679162"/>
                <a:gd name="csX142" fmla="*/ 1643492 w 1778248"/>
                <a:gd name="csY142" fmla="*/ 694917 h 1679162"/>
                <a:gd name="csX143" fmla="*/ 1642171 w 1778248"/>
                <a:gd name="csY143" fmla="*/ 709450 h 1679162"/>
                <a:gd name="csX144" fmla="*/ 1632923 w 1778248"/>
                <a:gd name="csY144" fmla="*/ 716056 h 1679162"/>
                <a:gd name="csX145" fmla="*/ 1635566 w 1778248"/>
                <a:gd name="csY145" fmla="*/ 737194 h 1679162"/>
                <a:gd name="csX146" fmla="*/ 1623675 w 1778248"/>
                <a:gd name="csY146" fmla="*/ 739836 h 1679162"/>
                <a:gd name="csX147" fmla="*/ 1622354 w 1778248"/>
                <a:gd name="csY147" fmla="*/ 764938 h 1679162"/>
                <a:gd name="csX148" fmla="*/ 1626318 w 1778248"/>
                <a:gd name="csY148" fmla="*/ 764938 h 1679162"/>
                <a:gd name="csX149" fmla="*/ 1628960 w 1778248"/>
                <a:gd name="csY149" fmla="*/ 779470 h 1679162"/>
                <a:gd name="csX150" fmla="*/ 1603858 w 1778248"/>
                <a:gd name="csY150" fmla="*/ 780791 h 1679162"/>
                <a:gd name="csX151" fmla="*/ 1592242 w 1778248"/>
                <a:gd name="csY151" fmla="*/ 787245 h 1679162"/>
                <a:gd name="csX152" fmla="*/ 1587896 w 1778248"/>
                <a:gd name="csY152" fmla="*/ 800905 h 1679162"/>
                <a:gd name="csX153" fmla="*/ 1593290 w 1778248"/>
                <a:gd name="csY153" fmla="*/ 799287 h 1679162"/>
                <a:gd name="csX154" fmla="*/ 1588005 w 1778248"/>
                <a:gd name="csY154" fmla="*/ 827031 h 1679162"/>
                <a:gd name="csX155" fmla="*/ 1590647 w 1778248"/>
                <a:gd name="csY155" fmla="*/ 838921 h 1679162"/>
                <a:gd name="csX156" fmla="*/ 1585363 w 1778248"/>
                <a:gd name="csY156" fmla="*/ 849490 h 1679162"/>
                <a:gd name="csX157" fmla="*/ 1588005 w 1778248"/>
                <a:gd name="csY157" fmla="*/ 867986 h 1679162"/>
                <a:gd name="csX158" fmla="*/ 1601216 w 1778248"/>
                <a:gd name="csY158" fmla="*/ 883840 h 1679162"/>
                <a:gd name="csX159" fmla="*/ 1588005 w 1778248"/>
                <a:gd name="csY159" fmla="*/ 895730 h 1679162"/>
                <a:gd name="csX160" fmla="*/ 1598574 w 1778248"/>
                <a:gd name="csY160" fmla="*/ 911583 h 1679162"/>
                <a:gd name="csX161" fmla="*/ 1607822 w 1778248"/>
                <a:gd name="csY161" fmla="*/ 936685 h 1679162"/>
                <a:gd name="csX162" fmla="*/ 1605738 w 1778248"/>
                <a:gd name="csY162" fmla="*/ 952315 h 1679162"/>
                <a:gd name="csX163" fmla="*/ 1609143 w 1778248"/>
                <a:gd name="csY163" fmla="*/ 967071 h 1679162"/>
                <a:gd name="csX164" fmla="*/ 1607822 w 1778248"/>
                <a:gd name="csY164" fmla="*/ 976319 h 1679162"/>
                <a:gd name="csX165" fmla="*/ 1594611 w 1778248"/>
                <a:gd name="csY165" fmla="*/ 968392 h 1679162"/>
                <a:gd name="csX166" fmla="*/ 1585363 w 1778248"/>
                <a:gd name="csY166" fmla="*/ 974998 h 1679162"/>
                <a:gd name="csX167" fmla="*/ 1576114 w 1778248"/>
                <a:gd name="csY167" fmla="*/ 977640 h 1679162"/>
                <a:gd name="csX168" fmla="*/ 1568188 w 1778248"/>
                <a:gd name="csY168" fmla="*/ 978961 h 1679162"/>
                <a:gd name="csX169" fmla="*/ 1566867 w 1778248"/>
                <a:gd name="csY169" fmla="*/ 996136 h 1679162"/>
                <a:gd name="csX170" fmla="*/ 1581399 w 1778248"/>
                <a:gd name="csY170" fmla="*/ 1009347 h 1679162"/>
                <a:gd name="csX171" fmla="*/ 1584042 w 1778248"/>
                <a:gd name="csY171" fmla="*/ 1021238 h 1679162"/>
                <a:gd name="csX172" fmla="*/ 1588005 w 1778248"/>
                <a:gd name="csY172" fmla="*/ 1038412 h 1679162"/>
                <a:gd name="csX173" fmla="*/ 1594611 w 1778248"/>
                <a:gd name="csY173" fmla="*/ 1050302 h 1679162"/>
                <a:gd name="csX174" fmla="*/ 1597253 w 1778248"/>
                <a:gd name="csY174" fmla="*/ 1066156 h 1679162"/>
                <a:gd name="csX175" fmla="*/ 1589326 w 1778248"/>
                <a:gd name="csY175" fmla="*/ 1085973 h 1679162"/>
                <a:gd name="csX176" fmla="*/ 1574793 w 1778248"/>
                <a:gd name="csY176" fmla="*/ 1107111 h 1679162"/>
                <a:gd name="csX177" fmla="*/ 1562903 w 1778248"/>
                <a:gd name="csY177" fmla="*/ 1126928 h 1679162"/>
                <a:gd name="csX178" fmla="*/ 1562903 w 1778248"/>
                <a:gd name="csY178" fmla="*/ 1140139 h 1679162"/>
                <a:gd name="csX179" fmla="*/ 1564224 w 1778248"/>
                <a:gd name="csY179" fmla="*/ 1155993 h 1679162"/>
                <a:gd name="csX180" fmla="*/ 1565545 w 1778248"/>
                <a:gd name="csY180" fmla="*/ 1171847 h 1679162"/>
                <a:gd name="csX181" fmla="*/ 1572151 w 1778248"/>
                <a:gd name="csY181" fmla="*/ 1183737 h 1679162"/>
                <a:gd name="csX182" fmla="*/ 1568188 w 1778248"/>
                <a:gd name="csY182" fmla="*/ 1200912 h 1679162"/>
                <a:gd name="csX183" fmla="*/ 1557619 w 1778248"/>
                <a:gd name="csY183" fmla="*/ 1207517 h 1679162"/>
                <a:gd name="csX184" fmla="*/ 1541765 w 1778248"/>
                <a:gd name="csY184" fmla="*/ 1214123 h 1679162"/>
                <a:gd name="csX185" fmla="*/ 1536481 w 1778248"/>
                <a:gd name="csY185" fmla="*/ 1229976 h 1679162"/>
                <a:gd name="csX186" fmla="*/ 1533838 w 1778248"/>
                <a:gd name="csY186" fmla="*/ 1247151 h 1679162"/>
                <a:gd name="csX187" fmla="*/ 1525912 w 1778248"/>
                <a:gd name="csY187" fmla="*/ 1269611 h 1679162"/>
                <a:gd name="csX188" fmla="*/ 1525912 w 1778248"/>
                <a:gd name="csY188" fmla="*/ 1293391 h 1679162"/>
                <a:gd name="csX189" fmla="*/ 1514021 w 1778248"/>
                <a:gd name="csY189" fmla="*/ 1297354 h 1679162"/>
                <a:gd name="csX190" fmla="*/ 1499489 w 1778248"/>
                <a:gd name="csY190" fmla="*/ 1290749 h 1679162"/>
                <a:gd name="csX191" fmla="*/ 1488920 w 1778248"/>
                <a:gd name="csY191" fmla="*/ 1313208 h 1679162"/>
                <a:gd name="csX192" fmla="*/ 1477030 w 1778248"/>
                <a:gd name="csY192" fmla="*/ 1325098 h 1679162"/>
                <a:gd name="csX193" fmla="*/ 1471745 w 1778248"/>
                <a:gd name="csY193" fmla="*/ 1340952 h 1679162"/>
                <a:gd name="csX194" fmla="*/ 1469103 w 1778248"/>
                <a:gd name="csY194" fmla="*/ 1368695 h 1679162"/>
                <a:gd name="csX195" fmla="*/ 1457213 w 1778248"/>
                <a:gd name="csY195" fmla="*/ 1377943 h 1679162"/>
                <a:gd name="csX196" fmla="*/ 1451928 w 1778248"/>
                <a:gd name="csY196" fmla="*/ 1387191 h 1679162"/>
                <a:gd name="csX197" fmla="*/ 1455892 w 1778248"/>
                <a:gd name="csY197" fmla="*/ 1408330 h 1679162"/>
                <a:gd name="csX198" fmla="*/ 1437395 w 1778248"/>
                <a:gd name="csY198" fmla="*/ 1424183 h 1679162"/>
                <a:gd name="csX199" fmla="*/ 1421542 w 1778248"/>
                <a:gd name="csY199" fmla="*/ 1417578 h 1679162"/>
                <a:gd name="csX200" fmla="*/ 1404367 w 1778248"/>
                <a:gd name="csY200" fmla="*/ 1420220 h 1679162"/>
                <a:gd name="csX201" fmla="*/ 1397762 w 1778248"/>
                <a:gd name="csY201" fmla="*/ 1409651 h 1679162"/>
                <a:gd name="csX202" fmla="*/ 1380586 w 1778248"/>
                <a:gd name="csY202" fmla="*/ 1404366 h 1679162"/>
                <a:gd name="csX203" fmla="*/ 1372660 w 1778248"/>
                <a:gd name="csY203" fmla="*/ 1387191 h 1679162"/>
                <a:gd name="csX204" fmla="*/ 1350201 w 1778248"/>
                <a:gd name="csY204" fmla="*/ 1377943 h 1679162"/>
                <a:gd name="csX205" fmla="*/ 1321136 w 1778248"/>
                <a:gd name="csY205" fmla="*/ 1367374 h 1679162"/>
                <a:gd name="csX206" fmla="*/ 1319477 w 1778248"/>
                <a:gd name="csY206" fmla="*/ 1364055 h 1679162"/>
                <a:gd name="csX207" fmla="*/ 1309352 w 1778248"/>
                <a:gd name="csY207" fmla="*/ 1365405 h 1679162"/>
                <a:gd name="csX208" fmla="*/ 1304321 w 1778248"/>
                <a:gd name="csY208" fmla="*/ 1367250 h 1679162"/>
                <a:gd name="csX209" fmla="*/ 1305282 w 1778248"/>
                <a:gd name="csY209" fmla="*/ 1373980 h 1679162"/>
                <a:gd name="csX210" fmla="*/ 1318494 w 1778248"/>
                <a:gd name="csY210" fmla="*/ 1392476 h 1679162"/>
                <a:gd name="csX211" fmla="*/ 1330384 w 1778248"/>
                <a:gd name="csY211" fmla="*/ 1409651 h 1679162"/>
                <a:gd name="csX212" fmla="*/ 1322457 w 1778248"/>
                <a:gd name="csY212" fmla="*/ 1434753 h 1679162"/>
                <a:gd name="csX213" fmla="*/ 1319815 w 1778248"/>
                <a:gd name="csY213" fmla="*/ 1461175 h 1679162"/>
                <a:gd name="csX214" fmla="*/ 1329063 w 1778248"/>
                <a:gd name="csY214" fmla="*/ 1478350 h 1679162"/>
                <a:gd name="csX215" fmla="*/ 1323779 w 1778248"/>
                <a:gd name="csY215" fmla="*/ 1488919 h 1679162"/>
                <a:gd name="csX216" fmla="*/ 1327742 w 1778248"/>
                <a:gd name="csY216" fmla="*/ 1504772 h 1679162"/>
                <a:gd name="csX217" fmla="*/ 1323779 w 1778248"/>
                <a:gd name="csY217" fmla="*/ 1523269 h 1679162"/>
                <a:gd name="csX218" fmla="*/ 1296034 w 1778248"/>
                <a:gd name="csY218" fmla="*/ 1540443 h 1679162"/>
                <a:gd name="csX219" fmla="*/ 1268291 w 1778248"/>
                <a:gd name="csY219" fmla="*/ 1554976 h 1679162"/>
                <a:gd name="csX220" fmla="*/ 1253758 w 1778248"/>
                <a:gd name="csY220" fmla="*/ 1551012 h 1679162"/>
                <a:gd name="csX221" fmla="*/ 1252437 w 1778248"/>
                <a:gd name="csY221" fmla="*/ 1564223 h 1679162"/>
                <a:gd name="csX222" fmla="*/ 1264327 w 1778248"/>
                <a:gd name="csY222" fmla="*/ 1585362 h 1679162"/>
                <a:gd name="csX223" fmla="*/ 1261685 w 1778248"/>
                <a:gd name="csY223" fmla="*/ 1603858 h 1679162"/>
                <a:gd name="csX224" fmla="*/ 1243189 w 1778248"/>
                <a:gd name="csY224" fmla="*/ 1593289 h 1679162"/>
                <a:gd name="csX225" fmla="*/ 1232620 w 1778248"/>
                <a:gd name="csY225" fmla="*/ 1589325 h 1679162"/>
                <a:gd name="csX226" fmla="*/ 1223372 w 1778248"/>
                <a:gd name="csY226" fmla="*/ 1589325 h 1679162"/>
                <a:gd name="csX227" fmla="*/ 1208840 w 1778248"/>
                <a:gd name="csY227" fmla="*/ 1581399 h 1679162"/>
                <a:gd name="csX228" fmla="*/ 1199592 w 1778248"/>
                <a:gd name="csY228" fmla="*/ 1586683 h 1679162"/>
                <a:gd name="csX229" fmla="*/ 1179774 w 1778248"/>
                <a:gd name="csY229" fmla="*/ 1613106 h 1679162"/>
                <a:gd name="csX230" fmla="*/ 1175811 w 1778248"/>
                <a:gd name="csY230" fmla="*/ 1623675 h 1679162"/>
                <a:gd name="csX231" fmla="*/ 1175811 w 1778248"/>
                <a:gd name="csY231" fmla="*/ 1636886 h 1679162"/>
                <a:gd name="csX232" fmla="*/ 1182417 w 1778248"/>
                <a:gd name="csY232" fmla="*/ 1652740 h 1679162"/>
                <a:gd name="csX233" fmla="*/ 1154673 w 1778248"/>
                <a:gd name="csY233" fmla="*/ 1679162 h 1679162"/>
                <a:gd name="csX234" fmla="*/ 1148067 w 1778248"/>
                <a:gd name="csY234" fmla="*/ 1667272 h 1679162"/>
                <a:gd name="csX235" fmla="*/ 1120323 w 1778248"/>
                <a:gd name="csY235" fmla="*/ 1651418 h 1679162"/>
                <a:gd name="csX236" fmla="*/ 1105791 w 1778248"/>
                <a:gd name="csY236" fmla="*/ 1638207 h 1679162"/>
                <a:gd name="csX237" fmla="*/ 1079368 w 1778248"/>
                <a:gd name="csY237" fmla="*/ 1635565 h 1679162"/>
                <a:gd name="csX238" fmla="*/ 1075405 w 1778248"/>
                <a:gd name="csY238" fmla="*/ 1630280 h 1679162"/>
                <a:gd name="csX239" fmla="*/ 1058230 w 1778248"/>
                <a:gd name="csY239" fmla="*/ 1638207 h 1679162"/>
                <a:gd name="csX240" fmla="*/ 1058230 w 1778248"/>
                <a:gd name="csY240" fmla="*/ 1654061 h 1679162"/>
                <a:gd name="csX241" fmla="*/ 1030486 w 1778248"/>
                <a:gd name="csY241" fmla="*/ 1661988 h 1679162"/>
                <a:gd name="csX242" fmla="*/ 1014633 w 1778248"/>
                <a:gd name="csY242" fmla="*/ 1650098 h 1679162"/>
                <a:gd name="csX243" fmla="*/ 1010669 w 1778248"/>
                <a:gd name="csY243" fmla="*/ 1647455 h 1679162"/>
                <a:gd name="csX244" fmla="*/ 1043698 w 1778248"/>
                <a:gd name="csY244" fmla="*/ 1636886 h 1679162"/>
                <a:gd name="csX245" fmla="*/ 1060872 w 1778248"/>
                <a:gd name="csY245" fmla="*/ 1617069 h 1679162"/>
                <a:gd name="csX246" fmla="*/ 1070943 w 1778248"/>
                <a:gd name="csY246" fmla="*/ 1595810 h 1679162"/>
                <a:gd name="csX247" fmla="*/ 1070121 w 1778248"/>
                <a:gd name="csY247" fmla="*/ 1595931 h 1679162"/>
                <a:gd name="csX248" fmla="*/ 1075405 w 1778248"/>
                <a:gd name="csY248" fmla="*/ 1585362 h 1679162"/>
                <a:gd name="csX249" fmla="*/ 1075405 w 1778248"/>
                <a:gd name="csY249" fmla="*/ 1573471 h 1679162"/>
                <a:gd name="csX250" fmla="*/ 1076726 w 1778248"/>
                <a:gd name="csY250" fmla="*/ 1543085 h 1679162"/>
                <a:gd name="csX251" fmla="*/ 1067478 w 1778248"/>
                <a:gd name="csY251" fmla="*/ 1523269 h 1679162"/>
                <a:gd name="csX252" fmla="*/ 1072763 w 1778248"/>
                <a:gd name="csY252" fmla="*/ 1523269 h 1679162"/>
                <a:gd name="csX253" fmla="*/ 1074084 w 1778248"/>
                <a:gd name="csY253" fmla="*/ 1512700 h 1679162"/>
                <a:gd name="csX254" fmla="*/ 1071442 w 1778248"/>
                <a:gd name="csY254" fmla="*/ 1496846 h 1679162"/>
                <a:gd name="csX255" fmla="*/ 1058230 w 1778248"/>
                <a:gd name="csY255" fmla="*/ 1496846 h 1679162"/>
                <a:gd name="csX256" fmla="*/ 1047661 w 1778248"/>
                <a:gd name="csY256" fmla="*/ 1490240 h 1679162"/>
                <a:gd name="csX257" fmla="*/ 1042376 w 1778248"/>
                <a:gd name="csY257" fmla="*/ 1467781 h 1679162"/>
                <a:gd name="csX258" fmla="*/ 1037092 w 1778248"/>
                <a:gd name="csY258" fmla="*/ 1449285 h 1679162"/>
                <a:gd name="csX259" fmla="*/ 1025202 w 1778248"/>
                <a:gd name="csY259" fmla="*/ 1446643 h 1679162"/>
                <a:gd name="csX260" fmla="*/ 1014633 w 1778248"/>
                <a:gd name="csY260" fmla="*/ 1446643 h 1679162"/>
                <a:gd name="csX261" fmla="*/ 988210 w 1778248"/>
                <a:gd name="csY261" fmla="*/ 1440037 h 1679162"/>
                <a:gd name="csX262" fmla="*/ 965751 w 1778248"/>
                <a:gd name="csY262" fmla="*/ 1432110 h 1679162"/>
                <a:gd name="csX263" fmla="*/ 948576 w 1778248"/>
                <a:gd name="csY263" fmla="*/ 1430789 h 1679162"/>
                <a:gd name="csX264" fmla="*/ 940649 w 1778248"/>
                <a:gd name="csY264" fmla="*/ 1424183 h 1679162"/>
                <a:gd name="csX265" fmla="*/ 931401 w 1778248"/>
                <a:gd name="csY265" fmla="*/ 1401724 h 1679162"/>
                <a:gd name="csX266" fmla="*/ 920832 w 1778248"/>
                <a:gd name="csY266" fmla="*/ 1389834 h 1679162"/>
                <a:gd name="csX267" fmla="*/ 906300 w 1778248"/>
                <a:gd name="csY267" fmla="*/ 1379265 h 1679162"/>
                <a:gd name="csX268" fmla="*/ 897052 w 1778248"/>
                <a:gd name="csY268" fmla="*/ 1384549 h 1679162"/>
                <a:gd name="csX269" fmla="*/ 885162 w 1778248"/>
                <a:gd name="csY269" fmla="*/ 1384549 h 1679162"/>
                <a:gd name="csX270" fmla="*/ 873706 w 1778248"/>
                <a:gd name="csY270" fmla="*/ 1375640 h 1679162"/>
                <a:gd name="csX271" fmla="*/ 863399 w 1778248"/>
                <a:gd name="csY271" fmla="*/ 1386553 h 1679162"/>
                <a:gd name="csX272" fmla="*/ 866665 w 1778248"/>
                <a:gd name="csY272" fmla="*/ 1388513 h 1679162"/>
                <a:gd name="csX273" fmla="*/ 867986 w 1778248"/>
                <a:gd name="csY273" fmla="*/ 1399082 h 1679162"/>
                <a:gd name="csX274" fmla="*/ 866665 w 1778248"/>
                <a:gd name="csY274" fmla="*/ 1414935 h 1679162"/>
                <a:gd name="csX275" fmla="*/ 862702 w 1778248"/>
                <a:gd name="csY275" fmla="*/ 1428147 h 1679162"/>
                <a:gd name="csX276" fmla="*/ 860060 w 1778248"/>
                <a:gd name="csY276" fmla="*/ 1444001 h 1679162"/>
                <a:gd name="csX277" fmla="*/ 846848 w 1778248"/>
                <a:gd name="csY277" fmla="*/ 1450606 h 1679162"/>
                <a:gd name="csX278" fmla="*/ 836279 w 1778248"/>
                <a:gd name="csY278" fmla="*/ 1465139 h 1679162"/>
                <a:gd name="csX279" fmla="*/ 842885 w 1778248"/>
                <a:gd name="csY279" fmla="*/ 1483634 h 1679162"/>
                <a:gd name="csX280" fmla="*/ 857417 w 1778248"/>
                <a:gd name="csY280" fmla="*/ 1483634 h 1679162"/>
                <a:gd name="csX281" fmla="*/ 867986 w 1778248"/>
                <a:gd name="csY281" fmla="*/ 1487598 h 1679162"/>
                <a:gd name="csX282" fmla="*/ 862702 w 1778248"/>
                <a:gd name="csY282" fmla="*/ 1495524 h 1679162"/>
                <a:gd name="csX283" fmla="*/ 856096 w 1778248"/>
                <a:gd name="csY283" fmla="*/ 1503451 h 1679162"/>
                <a:gd name="csX284" fmla="*/ 862702 w 1778248"/>
                <a:gd name="csY284" fmla="*/ 1517984 h 1679162"/>
                <a:gd name="csX285" fmla="*/ 848170 w 1778248"/>
                <a:gd name="csY285" fmla="*/ 1519305 h 1679162"/>
                <a:gd name="csX286" fmla="*/ 850812 w 1778248"/>
                <a:gd name="csY286" fmla="*/ 1535159 h 1679162"/>
                <a:gd name="csX287" fmla="*/ 846848 w 1778248"/>
                <a:gd name="csY287" fmla="*/ 1540443 h 1679162"/>
                <a:gd name="csX288" fmla="*/ 834958 w 1778248"/>
                <a:gd name="csY288" fmla="*/ 1531195 h 1679162"/>
                <a:gd name="csX289" fmla="*/ 825710 w 1778248"/>
                <a:gd name="csY289" fmla="*/ 1533838 h 1679162"/>
                <a:gd name="csX290" fmla="*/ 824389 w 1778248"/>
                <a:gd name="csY290" fmla="*/ 1520626 h 1679162"/>
                <a:gd name="csX291" fmla="*/ 817783 w 1778248"/>
                <a:gd name="csY291" fmla="*/ 1507415 h 1679162"/>
                <a:gd name="csX292" fmla="*/ 808535 w 1778248"/>
                <a:gd name="csY292" fmla="*/ 1492882 h 1679162"/>
                <a:gd name="csX293" fmla="*/ 792682 w 1778248"/>
                <a:gd name="csY293" fmla="*/ 1488919 h 1679162"/>
                <a:gd name="csX294" fmla="*/ 780792 w 1778248"/>
                <a:gd name="csY294" fmla="*/ 1492882 h 1679162"/>
                <a:gd name="csX295" fmla="*/ 763617 w 1778248"/>
                <a:gd name="csY295" fmla="*/ 1499488 h 1679162"/>
                <a:gd name="csX296" fmla="*/ 738515 w 1778248"/>
                <a:gd name="csY296" fmla="*/ 1491561 h 1679162"/>
                <a:gd name="csX297" fmla="*/ 721341 w 1778248"/>
                <a:gd name="csY297" fmla="*/ 1495524 h 1679162"/>
                <a:gd name="csX298" fmla="*/ 710771 w 1778248"/>
                <a:gd name="csY298" fmla="*/ 1504772 h 1679162"/>
                <a:gd name="csX299" fmla="*/ 700202 w 1778248"/>
                <a:gd name="csY299" fmla="*/ 1499488 h 1679162"/>
                <a:gd name="csX300" fmla="*/ 697560 w 1778248"/>
                <a:gd name="csY300" fmla="*/ 1487598 h 1679162"/>
                <a:gd name="csX301" fmla="*/ 684349 w 1778248"/>
                <a:gd name="csY301" fmla="*/ 1482313 h 1679162"/>
                <a:gd name="csX302" fmla="*/ 673780 w 1778248"/>
                <a:gd name="csY302" fmla="*/ 1467781 h 1679162"/>
                <a:gd name="csX303" fmla="*/ 665853 w 1778248"/>
                <a:gd name="csY303" fmla="*/ 1459854 h 1679162"/>
                <a:gd name="csX304" fmla="*/ 652642 w 1778248"/>
                <a:gd name="csY304" fmla="*/ 1463817 h 1679162"/>
                <a:gd name="csX305" fmla="*/ 643393 w 1778248"/>
                <a:gd name="csY305" fmla="*/ 1478350 h 1679162"/>
                <a:gd name="csX306" fmla="*/ 634145 w 1778248"/>
                <a:gd name="csY306" fmla="*/ 1480992 h 1679162"/>
                <a:gd name="csX307" fmla="*/ 622255 w 1778248"/>
                <a:gd name="csY307" fmla="*/ 1498167 h 1679162"/>
                <a:gd name="csX308" fmla="*/ 607723 w 1778248"/>
                <a:gd name="csY308" fmla="*/ 1482313 h 1679162"/>
                <a:gd name="csX309" fmla="*/ 606402 w 1778248"/>
                <a:gd name="csY309" fmla="*/ 1469102 h 1679162"/>
                <a:gd name="csX310" fmla="*/ 595833 w 1778248"/>
                <a:gd name="csY310" fmla="*/ 1455891 h 1679162"/>
                <a:gd name="csX311" fmla="*/ 583942 w 1778248"/>
                <a:gd name="csY311" fmla="*/ 1432110 h 1679162"/>
                <a:gd name="csX312" fmla="*/ 569410 w 1778248"/>
                <a:gd name="csY312" fmla="*/ 1425504 h 1679162"/>
                <a:gd name="csX313" fmla="*/ 550914 w 1778248"/>
                <a:gd name="csY313" fmla="*/ 1422862 h 1679162"/>
                <a:gd name="csX314" fmla="*/ 546951 w 1778248"/>
                <a:gd name="csY314" fmla="*/ 1413614 h 1679162"/>
                <a:gd name="csX315" fmla="*/ 549593 w 1778248"/>
                <a:gd name="csY315" fmla="*/ 1400403 h 1679162"/>
                <a:gd name="csX316" fmla="*/ 541666 w 1778248"/>
                <a:gd name="csY316" fmla="*/ 1391155 h 1679162"/>
                <a:gd name="csX317" fmla="*/ 544308 w 1778248"/>
                <a:gd name="csY317" fmla="*/ 1371338 h 1679162"/>
                <a:gd name="csX318" fmla="*/ 533739 w 1778248"/>
                <a:gd name="csY318" fmla="*/ 1364733 h 1679162"/>
                <a:gd name="csX319" fmla="*/ 517885 w 1778248"/>
                <a:gd name="csY319" fmla="*/ 1366054 h 1679162"/>
                <a:gd name="csX320" fmla="*/ 508637 w 1778248"/>
                <a:gd name="csY320" fmla="*/ 1370017 h 1679162"/>
                <a:gd name="csX321" fmla="*/ 498068 w 1778248"/>
                <a:gd name="csY321" fmla="*/ 1384549 h 1679162"/>
                <a:gd name="csX322" fmla="*/ 488821 w 1778248"/>
                <a:gd name="csY322" fmla="*/ 1400403 h 1679162"/>
                <a:gd name="csX323" fmla="*/ 492784 w 1778248"/>
                <a:gd name="csY323" fmla="*/ 1414935 h 1679162"/>
                <a:gd name="csX324" fmla="*/ 482215 w 1778248"/>
                <a:gd name="csY324" fmla="*/ 1429468 h 1679162"/>
                <a:gd name="csX325" fmla="*/ 490142 w 1778248"/>
                <a:gd name="csY325" fmla="*/ 1441358 h 1679162"/>
                <a:gd name="csX326" fmla="*/ 487499 w 1778248"/>
                <a:gd name="csY326" fmla="*/ 1451927 h 1679162"/>
                <a:gd name="csX327" fmla="*/ 466361 w 1778248"/>
                <a:gd name="csY327" fmla="*/ 1453248 h 1679162"/>
                <a:gd name="csX328" fmla="*/ 455792 w 1778248"/>
                <a:gd name="csY328" fmla="*/ 1465139 h 1679162"/>
                <a:gd name="csX329" fmla="*/ 443902 w 1778248"/>
                <a:gd name="csY329" fmla="*/ 1466460 h 1679162"/>
                <a:gd name="csX330" fmla="*/ 433333 w 1778248"/>
                <a:gd name="csY330" fmla="*/ 1477029 h 1679162"/>
                <a:gd name="csX331" fmla="*/ 418800 w 1778248"/>
                <a:gd name="csY331" fmla="*/ 1482313 h 1679162"/>
                <a:gd name="csX332" fmla="*/ 406910 w 1778248"/>
                <a:gd name="csY332" fmla="*/ 1478350 h 1679162"/>
                <a:gd name="csX333" fmla="*/ 393699 w 1778248"/>
                <a:gd name="csY333" fmla="*/ 1486277 h 1679162"/>
                <a:gd name="csX334" fmla="*/ 396341 w 1778248"/>
                <a:gd name="csY334" fmla="*/ 1504772 h 1679162"/>
                <a:gd name="csX335" fmla="*/ 383130 w 1778248"/>
                <a:gd name="csY335" fmla="*/ 1514020 h 1679162"/>
                <a:gd name="csX336" fmla="*/ 373882 w 1778248"/>
                <a:gd name="csY336" fmla="*/ 1533838 h 1679162"/>
                <a:gd name="csX337" fmla="*/ 350101 w 1778248"/>
                <a:gd name="csY337" fmla="*/ 1552333 h 1679162"/>
                <a:gd name="csX338" fmla="*/ 335569 w 1778248"/>
                <a:gd name="csY338" fmla="*/ 1543085 h 1679162"/>
                <a:gd name="csX339" fmla="*/ 322357 w 1778248"/>
                <a:gd name="csY339" fmla="*/ 1549691 h 1679162"/>
                <a:gd name="csX340" fmla="*/ 307825 w 1778248"/>
                <a:gd name="csY340" fmla="*/ 1543085 h 1679162"/>
                <a:gd name="csX341" fmla="*/ 290650 w 1778248"/>
                <a:gd name="csY341" fmla="*/ 1537801 h 1679162"/>
                <a:gd name="csX342" fmla="*/ 274796 w 1778248"/>
                <a:gd name="csY342" fmla="*/ 1533838 h 1679162"/>
                <a:gd name="csX343" fmla="*/ 256300 w 1778248"/>
                <a:gd name="csY343" fmla="*/ 1545728 h 1679162"/>
                <a:gd name="csX344" fmla="*/ 251016 w 1778248"/>
                <a:gd name="csY344" fmla="*/ 1541764 h 1679162"/>
                <a:gd name="csX345" fmla="*/ 243089 w 1778248"/>
                <a:gd name="csY345" fmla="*/ 1533838 h 1679162"/>
                <a:gd name="csX346" fmla="*/ 225914 w 1778248"/>
                <a:gd name="csY346" fmla="*/ 1540443 h 1679162"/>
                <a:gd name="csX347" fmla="*/ 220630 w 1778248"/>
                <a:gd name="csY347" fmla="*/ 1531195 h 1679162"/>
                <a:gd name="csX348" fmla="*/ 210060 w 1778248"/>
                <a:gd name="csY348" fmla="*/ 1496846 h 1679162"/>
                <a:gd name="csX349" fmla="*/ 199491 w 1778248"/>
                <a:gd name="csY349" fmla="*/ 1473065 h 1679162"/>
                <a:gd name="csX350" fmla="*/ 195528 w 1778248"/>
                <a:gd name="csY350" fmla="*/ 1461175 h 1679162"/>
                <a:gd name="csX351" fmla="*/ 204776 w 1778248"/>
                <a:gd name="csY351" fmla="*/ 1451927 h 1679162"/>
                <a:gd name="csX352" fmla="*/ 216666 w 1778248"/>
                <a:gd name="csY352" fmla="*/ 1451927 h 1679162"/>
                <a:gd name="csX353" fmla="*/ 224593 w 1778248"/>
                <a:gd name="csY353" fmla="*/ 1432110 h 1679162"/>
                <a:gd name="csX354" fmla="*/ 223272 w 1778248"/>
                <a:gd name="csY354" fmla="*/ 1420220 h 1679162"/>
                <a:gd name="csX355" fmla="*/ 223272 w 1778248"/>
                <a:gd name="csY355" fmla="*/ 1409651 h 1679162"/>
                <a:gd name="csX356" fmla="*/ 237804 w 1778248"/>
                <a:gd name="csY356" fmla="*/ 1403045 h 1679162"/>
                <a:gd name="csX357" fmla="*/ 244410 w 1778248"/>
                <a:gd name="csY357" fmla="*/ 1385871 h 1679162"/>
                <a:gd name="csX358" fmla="*/ 243089 w 1778248"/>
                <a:gd name="csY358" fmla="*/ 1373980 h 1679162"/>
                <a:gd name="csX359" fmla="*/ 237804 w 1778248"/>
                <a:gd name="csY359" fmla="*/ 1362090 h 1679162"/>
                <a:gd name="csX360" fmla="*/ 248373 w 1778248"/>
                <a:gd name="csY360" fmla="*/ 1347557 h 1679162"/>
                <a:gd name="csX361" fmla="*/ 253658 w 1778248"/>
                <a:gd name="csY361" fmla="*/ 1344915 h 1679162"/>
                <a:gd name="csX362" fmla="*/ 272154 w 1778248"/>
                <a:gd name="csY362" fmla="*/ 1343594 h 1679162"/>
                <a:gd name="csX363" fmla="*/ 285366 w 1778248"/>
                <a:gd name="csY363" fmla="*/ 1335667 h 1679162"/>
                <a:gd name="csX364" fmla="*/ 291971 w 1778248"/>
                <a:gd name="csY364" fmla="*/ 1326419 h 1679162"/>
                <a:gd name="csX365" fmla="*/ 307825 w 1778248"/>
                <a:gd name="csY365" fmla="*/ 1314529 h 1679162"/>
                <a:gd name="csX366" fmla="*/ 309146 w 1778248"/>
                <a:gd name="csY366" fmla="*/ 1302639 h 1679162"/>
                <a:gd name="csX367" fmla="*/ 309146 w 1778248"/>
                <a:gd name="csY367" fmla="*/ 1281501 h 1679162"/>
                <a:gd name="csX368" fmla="*/ 307825 w 1778248"/>
                <a:gd name="csY368" fmla="*/ 1265647 h 1679162"/>
                <a:gd name="csX369" fmla="*/ 293293 w 1778248"/>
                <a:gd name="csY369" fmla="*/ 1252436 h 1679162"/>
                <a:gd name="csX370" fmla="*/ 301219 w 1778248"/>
                <a:gd name="csY370" fmla="*/ 1239225 h 1679162"/>
                <a:gd name="csX371" fmla="*/ 298577 w 1778248"/>
                <a:gd name="csY371" fmla="*/ 1223371 h 1679162"/>
                <a:gd name="csX372" fmla="*/ 289329 w 1778248"/>
                <a:gd name="csY372" fmla="*/ 1211481 h 1679162"/>
                <a:gd name="csX373" fmla="*/ 286687 w 1778248"/>
                <a:gd name="csY373" fmla="*/ 1196948 h 1679162"/>
                <a:gd name="csX374" fmla="*/ 287069 w 1778248"/>
                <a:gd name="csY374" fmla="*/ 1196471 h 1679162"/>
                <a:gd name="csX375" fmla="*/ 270833 w 1778248"/>
                <a:gd name="csY375" fmla="*/ 1194306 h 1679162"/>
                <a:gd name="csX376" fmla="*/ 248373 w 1778248"/>
                <a:gd name="csY376" fmla="*/ 1207517 h 1679162"/>
                <a:gd name="csX377" fmla="*/ 235162 w 1778248"/>
                <a:gd name="csY377" fmla="*/ 1192985 h 1679162"/>
                <a:gd name="csX378" fmla="*/ 200812 w 1778248"/>
                <a:gd name="csY378" fmla="*/ 1194306 h 1679162"/>
                <a:gd name="csX379" fmla="*/ 166463 w 1778248"/>
                <a:gd name="csY379" fmla="*/ 1191664 h 1679162"/>
                <a:gd name="csX380" fmla="*/ 145325 w 1778248"/>
                <a:gd name="csY380" fmla="*/ 1203554 h 1679162"/>
                <a:gd name="csX381" fmla="*/ 122865 w 1778248"/>
                <a:gd name="csY381" fmla="*/ 1183737 h 1679162"/>
                <a:gd name="csX382" fmla="*/ 121544 w 1778248"/>
                <a:gd name="csY382" fmla="*/ 1169205 h 1679162"/>
                <a:gd name="csX383" fmla="*/ 109654 w 1778248"/>
                <a:gd name="csY383" fmla="*/ 1171847 h 1679162"/>
                <a:gd name="csX384" fmla="*/ 101727 w 1778248"/>
                <a:gd name="csY384" fmla="*/ 1148067 h 1679162"/>
                <a:gd name="csX385" fmla="*/ 105691 w 1778248"/>
                <a:gd name="csY385" fmla="*/ 1133534 h 1679162"/>
                <a:gd name="csX386" fmla="*/ 128150 w 1778248"/>
                <a:gd name="csY386" fmla="*/ 1132213 h 1679162"/>
                <a:gd name="csX387" fmla="*/ 136077 w 1778248"/>
                <a:gd name="csY387" fmla="*/ 1119001 h 1679162"/>
                <a:gd name="csX388" fmla="*/ 142682 w 1778248"/>
                <a:gd name="csY388" fmla="*/ 1088615 h 1679162"/>
                <a:gd name="csX389" fmla="*/ 146646 w 1778248"/>
                <a:gd name="csY389" fmla="*/ 1072762 h 1679162"/>
                <a:gd name="csX390" fmla="*/ 137398 w 1778248"/>
                <a:gd name="csY390" fmla="*/ 1055587 h 1679162"/>
                <a:gd name="csX391" fmla="*/ 125508 w 1778248"/>
                <a:gd name="csY391" fmla="*/ 1066156 h 1679162"/>
                <a:gd name="csX392" fmla="*/ 108333 w 1778248"/>
                <a:gd name="csY392" fmla="*/ 1066156 h 1679162"/>
                <a:gd name="csX393" fmla="*/ 101727 w 1778248"/>
                <a:gd name="csY393" fmla="*/ 1052945 h 1679162"/>
                <a:gd name="csX394" fmla="*/ 117581 w 1778248"/>
                <a:gd name="csY394" fmla="*/ 1034449 h 1679162"/>
                <a:gd name="csX395" fmla="*/ 140040 w 1778248"/>
                <a:gd name="csY395" fmla="*/ 1027843 h 1679162"/>
                <a:gd name="csX396" fmla="*/ 149288 w 1778248"/>
                <a:gd name="csY396" fmla="*/ 1013311 h 1679162"/>
                <a:gd name="csX397" fmla="*/ 150610 w 1778248"/>
                <a:gd name="csY397" fmla="*/ 992173 h 1679162"/>
                <a:gd name="csX398" fmla="*/ 152521 w 1778248"/>
                <a:gd name="csY398" fmla="*/ 983762 h 1679162"/>
                <a:gd name="csX399" fmla="*/ 138719 w 1778248"/>
                <a:gd name="csY399" fmla="*/ 978962 h 1679162"/>
                <a:gd name="csX400" fmla="*/ 121544 w 1778248"/>
                <a:gd name="csY400" fmla="*/ 988209 h 1679162"/>
                <a:gd name="csX401" fmla="*/ 105691 w 1778248"/>
                <a:gd name="csY401" fmla="*/ 978962 h 1679162"/>
                <a:gd name="csX402" fmla="*/ 93801 w 1778248"/>
                <a:gd name="csY402" fmla="*/ 996136 h 1679162"/>
                <a:gd name="csX403" fmla="*/ 84552 w 1778248"/>
                <a:gd name="csY403" fmla="*/ 990852 h 1679162"/>
                <a:gd name="csX404" fmla="*/ 85873 w 1778248"/>
                <a:gd name="csY404" fmla="*/ 974998 h 1679162"/>
                <a:gd name="csX405" fmla="*/ 95122 w 1778248"/>
                <a:gd name="csY405" fmla="*/ 957823 h 1679162"/>
                <a:gd name="csX406" fmla="*/ 85873 w 1778248"/>
                <a:gd name="csY406" fmla="*/ 939327 h 1679162"/>
                <a:gd name="csX407" fmla="*/ 75304 w 1778248"/>
                <a:gd name="csY407" fmla="*/ 927437 h 1679162"/>
                <a:gd name="csX408" fmla="*/ 60772 w 1778248"/>
                <a:gd name="csY408" fmla="*/ 930079 h 1679162"/>
                <a:gd name="csX409" fmla="*/ 43597 w 1778248"/>
                <a:gd name="csY409" fmla="*/ 919510 h 1679162"/>
                <a:gd name="csX410" fmla="*/ 38313 w 1778248"/>
                <a:gd name="csY410" fmla="*/ 901014 h 1679162"/>
                <a:gd name="csX411" fmla="*/ 29065 w 1778248"/>
                <a:gd name="csY411" fmla="*/ 885161 h 1679162"/>
                <a:gd name="csX412" fmla="*/ 29065 w 1778248"/>
                <a:gd name="csY412" fmla="*/ 874592 h 1679162"/>
                <a:gd name="csX413" fmla="*/ 30386 w 1778248"/>
                <a:gd name="csY413" fmla="*/ 862702 h 1679162"/>
                <a:gd name="csX414" fmla="*/ 27743 w 1778248"/>
                <a:gd name="csY414" fmla="*/ 850811 h 1679162"/>
                <a:gd name="csX415" fmla="*/ 7927 w 1778248"/>
                <a:gd name="csY415" fmla="*/ 841564 h 1679162"/>
                <a:gd name="csX416" fmla="*/ 0 w 1778248"/>
                <a:gd name="csY416" fmla="*/ 838921 h 1679162"/>
                <a:gd name="csX417" fmla="*/ 0 w 1778248"/>
                <a:gd name="csY417" fmla="*/ 827031 h 1679162"/>
                <a:gd name="csX418" fmla="*/ 14532 w 1778248"/>
                <a:gd name="csY418" fmla="*/ 812498 h 1679162"/>
                <a:gd name="csX419" fmla="*/ 19817 w 1778248"/>
                <a:gd name="csY419" fmla="*/ 796645 h 1679162"/>
                <a:gd name="csX420" fmla="*/ 19817 w 1778248"/>
                <a:gd name="csY420" fmla="*/ 791360 h 1679162"/>
                <a:gd name="csX421" fmla="*/ 28644 w 1778248"/>
                <a:gd name="csY421" fmla="*/ 794148 h 1679162"/>
                <a:gd name="csX422" fmla="*/ 28239 w 1778248"/>
                <a:gd name="csY422" fmla="*/ 791524 h 1679162"/>
                <a:gd name="csX423" fmla="*/ 31932 w 1778248"/>
                <a:gd name="csY423" fmla="*/ 784754 h 1679162"/>
                <a:gd name="csX424" fmla="*/ 23781 w 1778248"/>
                <a:gd name="csY424" fmla="*/ 784754 h 1679162"/>
                <a:gd name="csX425" fmla="*/ 23781 w 1778248"/>
                <a:gd name="csY425" fmla="*/ 770221 h 1679162"/>
                <a:gd name="csX426" fmla="*/ 39634 w 1778248"/>
                <a:gd name="csY426" fmla="*/ 755689 h 1679162"/>
                <a:gd name="csX427" fmla="*/ 46240 w 1778248"/>
                <a:gd name="csY427" fmla="*/ 739835 h 1679162"/>
                <a:gd name="csX428" fmla="*/ 46239 w 1778248"/>
                <a:gd name="csY428" fmla="*/ 720019 h 1679162"/>
                <a:gd name="csX429" fmla="*/ 46240 w 1778248"/>
                <a:gd name="csY429" fmla="*/ 706807 h 1679162"/>
                <a:gd name="csX430" fmla="*/ 62094 w 1778248"/>
                <a:gd name="csY430" fmla="*/ 686990 h 1679162"/>
                <a:gd name="csX431" fmla="*/ 63415 w 1778248"/>
                <a:gd name="csY431" fmla="*/ 673779 h 1679162"/>
                <a:gd name="csX432" fmla="*/ 51524 w 1778248"/>
                <a:gd name="csY432" fmla="*/ 661889 h 1679162"/>
                <a:gd name="csX433" fmla="*/ 51524 w 1778248"/>
                <a:gd name="csY433" fmla="*/ 646035 h 1679162"/>
                <a:gd name="csX434" fmla="*/ 55488 w 1778248"/>
                <a:gd name="csY434" fmla="*/ 638108 h 1679162"/>
                <a:gd name="csX435" fmla="*/ 71342 w 1778248"/>
                <a:gd name="csY435" fmla="*/ 646035 h 1679162"/>
                <a:gd name="csX436" fmla="*/ 104370 w 1778248"/>
                <a:gd name="csY436" fmla="*/ 644714 h 1679162"/>
                <a:gd name="csX437" fmla="*/ 114939 w 1778248"/>
                <a:gd name="csY437" fmla="*/ 624897 h 1679162"/>
                <a:gd name="csX438" fmla="*/ 121544 w 1778248"/>
                <a:gd name="csY438" fmla="*/ 613006 h 1679162"/>
                <a:gd name="csX439" fmla="*/ 149288 w 1778248"/>
                <a:gd name="csY439" fmla="*/ 605080 h 1679162"/>
                <a:gd name="csX440" fmla="*/ 155894 w 1778248"/>
                <a:gd name="csY440" fmla="*/ 590547 h 1679162"/>
                <a:gd name="csX441" fmla="*/ 153252 w 1778248"/>
                <a:gd name="csY441" fmla="*/ 578657 h 1679162"/>
                <a:gd name="csX442" fmla="*/ 155894 w 1778248"/>
                <a:gd name="csY442" fmla="*/ 562804 h 1679162"/>
                <a:gd name="csX443" fmla="*/ 166463 w 1778248"/>
                <a:gd name="csY443" fmla="*/ 562804 h 1679162"/>
                <a:gd name="csX444" fmla="*/ 178353 w 1778248"/>
                <a:gd name="csY444" fmla="*/ 565446 h 1679162"/>
                <a:gd name="csX445" fmla="*/ 187601 w 1778248"/>
                <a:gd name="csY445" fmla="*/ 557519 h 1679162"/>
                <a:gd name="csX446" fmla="*/ 202134 w 1778248"/>
                <a:gd name="csY446" fmla="*/ 562804 h 1679162"/>
                <a:gd name="csX447" fmla="*/ 216666 w 1778248"/>
                <a:gd name="csY447" fmla="*/ 557519 h 1679162"/>
                <a:gd name="csX448" fmla="*/ 220630 w 1778248"/>
                <a:gd name="csY448" fmla="*/ 544307 h 1679162"/>
                <a:gd name="csX449" fmla="*/ 233841 w 1778248"/>
                <a:gd name="csY449" fmla="*/ 536381 h 1679162"/>
                <a:gd name="csX450" fmla="*/ 247052 w 1778248"/>
                <a:gd name="csY450" fmla="*/ 537702 h 1679162"/>
                <a:gd name="csX451" fmla="*/ 257621 w 1778248"/>
                <a:gd name="csY451" fmla="*/ 533738 h 1679162"/>
                <a:gd name="csX452" fmla="*/ 251016 w 1778248"/>
                <a:gd name="csY452" fmla="*/ 521848 h 1679162"/>
                <a:gd name="csX453" fmla="*/ 254979 w 1778248"/>
                <a:gd name="csY453" fmla="*/ 520527 h 1679162"/>
                <a:gd name="csX454" fmla="*/ 270153 w 1778248"/>
                <a:gd name="csY454" fmla="*/ 522550 h 1679162"/>
                <a:gd name="csX455" fmla="*/ 271127 w 1778248"/>
                <a:gd name="csY455" fmla="*/ 517680 h 1679162"/>
                <a:gd name="csX456" fmla="*/ 271943 w 1778248"/>
                <a:gd name="csY456" fmla="*/ 514009 h 1679162"/>
                <a:gd name="csX457" fmla="*/ 270833 w 1778248"/>
                <a:gd name="csY457" fmla="*/ 513923 h 1679162"/>
                <a:gd name="csX458" fmla="*/ 272188 w 1778248"/>
                <a:gd name="csY458" fmla="*/ 512907 h 1679162"/>
                <a:gd name="csX459" fmla="*/ 275889 w 1778248"/>
                <a:gd name="csY459" fmla="*/ 496249 h 1679162"/>
                <a:gd name="csX460" fmla="*/ 286687 w 1778248"/>
                <a:gd name="csY460" fmla="*/ 494562 h 1679162"/>
                <a:gd name="csX461" fmla="*/ 286687 w 1778248"/>
                <a:gd name="csY461" fmla="*/ 492785 h 1679162"/>
                <a:gd name="csX462" fmla="*/ 293293 w 1778248"/>
                <a:gd name="csY462" fmla="*/ 486178 h 1679162"/>
                <a:gd name="csX463" fmla="*/ 303862 w 1778248"/>
                <a:gd name="csY463" fmla="*/ 469004 h 1679162"/>
                <a:gd name="csX464" fmla="*/ 314431 w 1778248"/>
                <a:gd name="csY464" fmla="*/ 443902 h 1679162"/>
                <a:gd name="csX465" fmla="*/ 306504 w 1778248"/>
                <a:gd name="csY465" fmla="*/ 430691 h 1679162"/>
                <a:gd name="csX466" fmla="*/ 291971 w 1778248"/>
                <a:gd name="csY466" fmla="*/ 418801 h 1679162"/>
                <a:gd name="csX467" fmla="*/ 274797 w 1778248"/>
                <a:gd name="csY467" fmla="*/ 418801 h 1679162"/>
                <a:gd name="csX468" fmla="*/ 269512 w 1778248"/>
                <a:gd name="csY468" fmla="*/ 410874 h 1679162"/>
                <a:gd name="csX469" fmla="*/ 276118 w 1778248"/>
                <a:gd name="csY469" fmla="*/ 400305 h 1679162"/>
                <a:gd name="csX470" fmla="*/ 273476 w 1778248"/>
                <a:gd name="csY470" fmla="*/ 385772 h 1679162"/>
                <a:gd name="csX471" fmla="*/ 285366 w 1778248"/>
                <a:gd name="csY471" fmla="*/ 372561 h 1679162"/>
                <a:gd name="csX472" fmla="*/ 290650 w 1778248"/>
                <a:gd name="csY472" fmla="*/ 360671 h 1679162"/>
                <a:gd name="csX473" fmla="*/ 297256 w 1778248"/>
                <a:gd name="csY473" fmla="*/ 339533 h 1679162"/>
                <a:gd name="csX474" fmla="*/ 315752 w 1778248"/>
                <a:gd name="csY474" fmla="*/ 326321 h 1679162"/>
                <a:gd name="csX475" fmla="*/ 322358 w 1778248"/>
                <a:gd name="csY475" fmla="*/ 326321 h 1679162"/>
                <a:gd name="csX476" fmla="*/ 338211 w 1778248"/>
                <a:gd name="csY476" fmla="*/ 331606 h 1679162"/>
                <a:gd name="csX477" fmla="*/ 351423 w 1778248"/>
                <a:gd name="csY477" fmla="*/ 325000 h 1679162"/>
                <a:gd name="csX478" fmla="*/ 361992 w 1778248"/>
                <a:gd name="csY478" fmla="*/ 313110 h 1679162"/>
                <a:gd name="csX479" fmla="*/ 360671 w 1778248"/>
                <a:gd name="csY479" fmla="*/ 297256 h 1679162"/>
                <a:gd name="csX480" fmla="*/ 356708 w 1778248"/>
                <a:gd name="csY480" fmla="*/ 262907 h 1679162"/>
                <a:gd name="csX481" fmla="*/ 339532 w 1778248"/>
                <a:gd name="csY481" fmla="*/ 225915 h 1679162"/>
                <a:gd name="csX482" fmla="*/ 376524 w 1778248"/>
                <a:gd name="csY482" fmla="*/ 223273 h 1679162"/>
                <a:gd name="csX483" fmla="*/ 387093 w 1778248"/>
                <a:gd name="csY483" fmla="*/ 219309 h 1679162"/>
                <a:gd name="csX484" fmla="*/ 398984 w 1778248"/>
                <a:gd name="csY484" fmla="*/ 245732 h 1679162"/>
                <a:gd name="csX485" fmla="*/ 414838 w 1778248"/>
                <a:gd name="csY485" fmla="*/ 260265 h 1679162"/>
                <a:gd name="csX486" fmla="*/ 426728 w 1778248"/>
                <a:gd name="csY486" fmla="*/ 294614 h 1679162"/>
                <a:gd name="csX487" fmla="*/ 435976 w 1778248"/>
                <a:gd name="csY487" fmla="*/ 315752 h 1679162"/>
                <a:gd name="csX488" fmla="*/ 463719 w 1778248"/>
                <a:gd name="csY488" fmla="*/ 334248 h 1679162"/>
                <a:gd name="csX489" fmla="*/ 498069 w 1778248"/>
                <a:gd name="csY489" fmla="*/ 347459 h 1679162"/>
                <a:gd name="csX490" fmla="*/ 516565 w 1778248"/>
                <a:gd name="csY490" fmla="*/ 361992 h 1679162"/>
                <a:gd name="csX491" fmla="*/ 552236 w 1778248"/>
                <a:gd name="csY491" fmla="*/ 380488 h 1679162"/>
                <a:gd name="csX492" fmla="*/ 560162 w 1778248"/>
                <a:gd name="csY492" fmla="*/ 395020 h 1679162"/>
                <a:gd name="csX493" fmla="*/ 556199 w 1778248"/>
                <a:gd name="csY493" fmla="*/ 401626 h 1679162"/>
                <a:gd name="csX494" fmla="*/ 542988 w 1778248"/>
                <a:gd name="csY494" fmla="*/ 414837 h 1679162"/>
                <a:gd name="csX495" fmla="*/ 540055 w 1778248"/>
                <a:gd name="csY495" fmla="*/ 414837 h 1679162"/>
                <a:gd name="csX496" fmla="*/ 552009 w 1778248"/>
                <a:gd name="csY496" fmla="*/ 423376 h 1679162"/>
                <a:gd name="csX497" fmla="*/ 564125 w 1778248"/>
                <a:gd name="csY497" fmla="*/ 408232 h 1679162"/>
                <a:gd name="csX498" fmla="*/ 570730 w 1778248"/>
                <a:gd name="csY498" fmla="*/ 408232 h 1679162"/>
                <a:gd name="csX499" fmla="*/ 568088 w 1778248"/>
                <a:gd name="csY499" fmla="*/ 441260 h 1679162"/>
                <a:gd name="csX500" fmla="*/ 566767 w 1778248"/>
                <a:gd name="csY500" fmla="*/ 459755 h 1679162"/>
                <a:gd name="csX501" fmla="*/ 570730 w 1778248"/>
                <a:gd name="csY501" fmla="*/ 476931 h 1679162"/>
                <a:gd name="csX502" fmla="*/ 578658 w 1778248"/>
                <a:gd name="csY502" fmla="*/ 478252 h 1679162"/>
                <a:gd name="csX503" fmla="*/ 582620 w 1778248"/>
                <a:gd name="csY503" fmla="*/ 470325 h 1679162"/>
                <a:gd name="csX504" fmla="*/ 586584 w 1778248"/>
                <a:gd name="csY504" fmla="*/ 480894 h 1679162"/>
                <a:gd name="csX505" fmla="*/ 587905 w 1778248"/>
                <a:gd name="csY505" fmla="*/ 503353 h 1679162"/>
                <a:gd name="csX506" fmla="*/ 579979 w 1778248"/>
                <a:gd name="csY506" fmla="*/ 524491 h 1679162"/>
                <a:gd name="csX507" fmla="*/ 582620 w 1778248"/>
                <a:gd name="csY507" fmla="*/ 539024 h 1679162"/>
                <a:gd name="csX508" fmla="*/ 591869 w 1778248"/>
                <a:gd name="csY508" fmla="*/ 566768 h 1679162"/>
                <a:gd name="csX509" fmla="*/ 595832 w 1778248"/>
                <a:gd name="csY509" fmla="*/ 586584 h 1679162"/>
                <a:gd name="csX510" fmla="*/ 602438 w 1778248"/>
                <a:gd name="csY510" fmla="*/ 601117 h 1679162"/>
                <a:gd name="csX511" fmla="*/ 610365 w 1778248"/>
                <a:gd name="csY511" fmla="*/ 595832 h 1679162"/>
                <a:gd name="csX512" fmla="*/ 603759 w 1778248"/>
                <a:gd name="csY512" fmla="*/ 577337 h 1679162"/>
                <a:gd name="csX513" fmla="*/ 607722 w 1778248"/>
                <a:gd name="csY513" fmla="*/ 557520 h 1679162"/>
                <a:gd name="csX514" fmla="*/ 603759 w 1778248"/>
                <a:gd name="csY514" fmla="*/ 537703 h 1679162"/>
                <a:gd name="csX515" fmla="*/ 597153 w 1778248"/>
                <a:gd name="csY515" fmla="*/ 519207 h 1679162"/>
                <a:gd name="csX516" fmla="*/ 597153 w 1778248"/>
                <a:gd name="csY516" fmla="*/ 505995 h 1679162"/>
                <a:gd name="csX517" fmla="*/ 603759 w 1778248"/>
                <a:gd name="csY517" fmla="*/ 500711 h 1679162"/>
                <a:gd name="csX518" fmla="*/ 605080 w 1778248"/>
                <a:gd name="csY518" fmla="*/ 484857 h 1679162"/>
                <a:gd name="csX519" fmla="*/ 616970 w 1778248"/>
                <a:gd name="csY519" fmla="*/ 478252 h 1679162"/>
                <a:gd name="csX520" fmla="*/ 615649 w 1778248"/>
                <a:gd name="csY520" fmla="*/ 467683 h 1679162"/>
                <a:gd name="csX521" fmla="*/ 595832 w 1778248"/>
                <a:gd name="csY521" fmla="*/ 465040 h 1679162"/>
                <a:gd name="csX522" fmla="*/ 595832 w 1778248"/>
                <a:gd name="csY522" fmla="*/ 454471 h 1679162"/>
                <a:gd name="csX523" fmla="*/ 605080 w 1778248"/>
                <a:gd name="csY523" fmla="*/ 442581 h 1679162"/>
                <a:gd name="csX524" fmla="*/ 622255 w 1778248"/>
                <a:gd name="csY524" fmla="*/ 426727 h 1679162"/>
                <a:gd name="csX525" fmla="*/ 634145 w 1778248"/>
                <a:gd name="csY525" fmla="*/ 413516 h 1679162"/>
                <a:gd name="csX526" fmla="*/ 623576 w 1778248"/>
                <a:gd name="csY526" fmla="*/ 408232 h 1679162"/>
                <a:gd name="csX527" fmla="*/ 640750 w 1778248"/>
                <a:gd name="csY527" fmla="*/ 388414 h 1679162"/>
                <a:gd name="csX528" fmla="*/ 647357 w 1778248"/>
                <a:gd name="csY528" fmla="*/ 373882 h 1679162"/>
                <a:gd name="csX529" fmla="*/ 663210 w 1778248"/>
                <a:gd name="csY529" fmla="*/ 367276 h 1679162"/>
                <a:gd name="csX530" fmla="*/ 671658 w 1778248"/>
                <a:gd name="csY530" fmla="*/ 362668 h 1679162"/>
                <a:gd name="csX531" fmla="*/ 673977 w 1778248"/>
                <a:gd name="csY531" fmla="*/ 343187 h 1679162"/>
                <a:gd name="csX532" fmla="*/ 664531 w 1778248"/>
                <a:gd name="csY532" fmla="*/ 336890 h 1679162"/>
                <a:gd name="csX533" fmla="*/ 661888 w 1778248"/>
                <a:gd name="csY533" fmla="*/ 325000 h 1679162"/>
                <a:gd name="csX534" fmla="*/ 649998 w 1778248"/>
                <a:gd name="csY534" fmla="*/ 343495 h 1679162"/>
                <a:gd name="csX535" fmla="*/ 638108 w 1778248"/>
                <a:gd name="csY535" fmla="*/ 344817 h 1679162"/>
                <a:gd name="csX536" fmla="*/ 652641 w 1778248"/>
                <a:gd name="csY536" fmla="*/ 319715 h 1679162"/>
                <a:gd name="csX537" fmla="*/ 652641 w 1778248"/>
                <a:gd name="csY537" fmla="*/ 291971 h 1679162"/>
                <a:gd name="csX538" fmla="*/ 660567 w 1778248"/>
                <a:gd name="csY538" fmla="*/ 274796 h 1679162"/>
                <a:gd name="csX539" fmla="*/ 672457 w 1778248"/>
                <a:gd name="csY539" fmla="*/ 249695 h 1679162"/>
                <a:gd name="csX540" fmla="*/ 686990 w 1778248"/>
                <a:gd name="csY540" fmla="*/ 221951 h 1679162"/>
                <a:gd name="csX541" fmla="*/ 694917 w 1778248"/>
                <a:gd name="csY541" fmla="*/ 203455 h 1679162"/>
                <a:gd name="csX542" fmla="*/ 708128 w 1778248"/>
                <a:gd name="csY542" fmla="*/ 190243 h 1679162"/>
                <a:gd name="csX543" fmla="*/ 712092 w 1778248"/>
                <a:gd name="csY543" fmla="*/ 180996 h 1679162"/>
                <a:gd name="csX544" fmla="*/ 702844 w 1778248"/>
                <a:gd name="csY544" fmla="*/ 178353 h 1679162"/>
                <a:gd name="csX545" fmla="*/ 704165 w 1778248"/>
                <a:gd name="csY545" fmla="*/ 171748 h 1679162"/>
                <a:gd name="csX546" fmla="*/ 706807 w 1778248"/>
                <a:gd name="csY546" fmla="*/ 144004 h 1679162"/>
                <a:gd name="csX547" fmla="*/ 714734 w 1778248"/>
                <a:gd name="csY547" fmla="*/ 121544 h 1679162"/>
                <a:gd name="csX548" fmla="*/ 720018 w 1778248"/>
                <a:gd name="csY548" fmla="*/ 99085 h 1679162"/>
                <a:gd name="csX549" fmla="*/ 726624 w 1778248"/>
                <a:gd name="csY549" fmla="*/ 85874 h 1679162"/>
                <a:gd name="csX550" fmla="*/ 746441 w 1778248"/>
                <a:gd name="csY550" fmla="*/ 75305 h 1679162"/>
                <a:gd name="csX551" fmla="*/ 755689 w 1778248"/>
                <a:gd name="csY551" fmla="*/ 60772 h 1679162"/>
                <a:gd name="csX552" fmla="*/ 760974 w 1778248"/>
                <a:gd name="csY552" fmla="*/ 48882 h 1679162"/>
                <a:gd name="csX553" fmla="*/ 776827 w 1778248"/>
                <a:gd name="csY553" fmla="*/ 48882 h 1679162"/>
                <a:gd name="csX554" fmla="*/ 796644 w 1778248"/>
                <a:gd name="csY554" fmla="*/ 48882 h 1679162"/>
                <a:gd name="csX555" fmla="*/ 816462 w 1778248"/>
                <a:gd name="csY555" fmla="*/ 40955 h 1679162"/>
                <a:gd name="csX556" fmla="*/ 821746 w 1778248"/>
                <a:gd name="csY556" fmla="*/ 30386 h 1679162"/>
                <a:gd name="csX557" fmla="*/ 840242 w 1778248"/>
                <a:gd name="csY557" fmla="*/ 30386 h 16791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Lst>
              <a:rect l="l" t="t" r="r" b="b"/>
              <a:pathLst>
                <a:path w="1778248" h="1679162">
                  <a:moveTo>
                    <a:pt x="336890" y="478252"/>
                  </a:moveTo>
                  <a:lnTo>
                    <a:pt x="328963" y="483536"/>
                  </a:lnTo>
                  <a:lnTo>
                    <a:pt x="327511" y="488183"/>
                  </a:lnTo>
                  <a:lnTo>
                    <a:pt x="348523" y="484900"/>
                  </a:lnTo>
                  <a:close/>
                  <a:moveTo>
                    <a:pt x="866665" y="0"/>
                  </a:moveTo>
                  <a:lnTo>
                    <a:pt x="875913" y="7927"/>
                  </a:lnTo>
                  <a:cubicBezTo>
                    <a:pt x="877674" y="13211"/>
                    <a:pt x="870188" y="27744"/>
                    <a:pt x="871949" y="33029"/>
                  </a:cubicBezTo>
                  <a:lnTo>
                    <a:pt x="881197" y="50203"/>
                  </a:lnTo>
                  <a:lnTo>
                    <a:pt x="903656" y="64736"/>
                  </a:lnTo>
                  <a:lnTo>
                    <a:pt x="919510" y="80589"/>
                  </a:lnTo>
                  <a:lnTo>
                    <a:pt x="923473" y="96443"/>
                  </a:lnTo>
                  <a:lnTo>
                    <a:pt x="926115" y="108333"/>
                  </a:lnTo>
                  <a:lnTo>
                    <a:pt x="952538" y="124187"/>
                  </a:lnTo>
                  <a:lnTo>
                    <a:pt x="949896" y="166463"/>
                  </a:lnTo>
                  <a:lnTo>
                    <a:pt x="943291" y="179674"/>
                  </a:lnTo>
                  <a:lnTo>
                    <a:pt x="943291" y="196849"/>
                  </a:lnTo>
                  <a:lnTo>
                    <a:pt x="951217" y="217987"/>
                  </a:lnTo>
                  <a:lnTo>
                    <a:pt x="961786" y="243089"/>
                  </a:lnTo>
                  <a:lnTo>
                    <a:pt x="990852" y="257622"/>
                  </a:lnTo>
                  <a:lnTo>
                    <a:pt x="1021237" y="254980"/>
                  </a:lnTo>
                  <a:lnTo>
                    <a:pt x="1046339" y="251016"/>
                  </a:lnTo>
                  <a:lnTo>
                    <a:pt x="1066156" y="227235"/>
                  </a:lnTo>
                  <a:lnTo>
                    <a:pt x="1078046" y="220630"/>
                  </a:lnTo>
                  <a:lnTo>
                    <a:pt x="1099184" y="219308"/>
                  </a:lnTo>
                  <a:lnTo>
                    <a:pt x="1130892" y="216666"/>
                  </a:lnTo>
                  <a:lnTo>
                    <a:pt x="1149388" y="214024"/>
                  </a:lnTo>
                  <a:lnTo>
                    <a:pt x="1159957" y="211381"/>
                  </a:lnTo>
                  <a:lnTo>
                    <a:pt x="1159957" y="198170"/>
                  </a:lnTo>
                  <a:lnTo>
                    <a:pt x="1166562" y="182317"/>
                  </a:lnTo>
                  <a:lnTo>
                    <a:pt x="1170526" y="157215"/>
                  </a:lnTo>
                  <a:lnTo>
                    <a:pt x="1179773" y="149288"/>
                  </a:lnTo>
                  <a:lnTo>
                    <a:pt x="1183737" y="136077"/>
                  </a:lnTo>
                  <a:lnTo>
                    <a:pt x="1177131" y="124187"/>
                  </a:lnTo>
                  <a:lnTo>
                    <a:pt x="1162599" y="114939"/>
                  </a:lnTo>
                  <a:lnTo>
                    <a:pt x="1155993" y="104370"/>
                  </a:lnTo>
                  <a:lnTo>
                    <a:pt x="1155993" y="89837"/>
                  </a:lnTo>
                  <a:lnTo>
                    <a:pt x="1166562" y="79268"/>
                  </a:lnTo>
                  <a:lnTo>
                    <a:pt x="1174489" y="81910"/>
                  </a:lnTo>
                  <a:lnTo>
                    <a:pt x="1185058" y="79268"/>
                  </a:lnTo>
                  <a:lnTo>
                    <a:pt x="1195627" y="81910"/>
                  </a:lnTo>
                  <a:lnTo>
                    <a:pt x="1203554" y="77947"/>
                  </a:lnTo>
                  <a:lnTo>
                    <a:pt x="1207518" y="67378"/>
                  </a:lnTo>
                  <a:lnTo>
                    <a:pt x="1203554" y="58130"/>
                  </a:lnTo>
                  <a:lnTo>
                    <a:pt x="1212802" y="52845"/>
                  </a:lnTo>
                  <a:lnTo>
                    <a:pt x="1223371" y="52845"/>
                  </a:lnTo>
                  <a:lnTo>
                    <a:pt x="1239225" y="40955"/>
                  </a:lnTo>
                  <a:lnTo>
                    <a:pt x="1252436" y="30386"/>
                  </a:lnTo>
                  <a:lnTo>
                    <a:pt x="1264326" y="34350"/>
                  </a:lnTo>
                  <a:lnTo>
                    <a:pt x="1269611" y="44919"/>
                  </a:lnTo>
                  <a:lnTo>
                    <a:pt x="1278859" y="43598"/>
                  </a:lnTo>
                  <a:lnTo>
                    <a:pt x="1280180" y="51524"/>
                  </a:lnTo>
                  <a:lnTo>
                    <a:pt x="1289428" y="59451"/>
                  </a:lnTo>
                  <a:lnTo>
                    <a:pt x="1289428" y="52845"/>
                  </a:lnTo>
                  <a:lnTo>
                    <a:pt x="1296033" y="51524"/>
                  </a:lnTo>
                  <a:lnTo>
                    <a:pt x="1314530" y="56809"/>
                  </a:lnTo>
                  <a:lnTo>
                    <a:pt x="1317172" y="71341"/>
                  </a:lnTo>
                  <a:lnTo>
                    <a:pt x="1325099" y="72662"/>
                  </a:lnTo>
                  <a:lnTo>
                    <a:pt x="1326420" y="79268"/>
                  </a:lnTo>
                  <a:lnTo>
                    <a:pt x="1336989" y="77947"/>
                  </a:lnTo>
                  <a:lnTo>
                    <a:pt x="1344916" y="80589"/>
                  </a:lnTo>
                  <a:lnTo>
                    <a:pt x="1346237" y="95121"/>
                  </a:lnTo>
                  <a:lnTo>
                    <a:pt x="1347558" y="103049"/>
                  </a:lnTo>
                  <a:lnTo>
                    <a:pt x="1356806" y="108333"/>
                  </a:lnTo>
                  <a:lnTo>
                    <a:pt x="1368696" y="101728"/>
                  </a:lnTo>
                  <a:lnTo>
                    <a:pt x="1376623" y="100406"/>
                  </a:lnTo>
                  <a:lnTo>
                    <a:pt x="1383229" y="105691"/>
                  </a:lnTo>
                  <a:lnTo>
                    <a:pt x="1383229" y="122866"/>
                  </a:lnTo>
                  <a:lnTo>
                    <a:pt x="1395119" y="128150"/>
                  </a:lnTo>
                  <a:lnTo>
                    <a:pt x="1413615" y="142682"/>
                  </a:lnTo>
                  <a:lnTo>
                    <a:pt x="1446643" y="169105"/>
                  </a:lnTo>
                  <a:lnTo>
                    <a:pt x="1454570" y="187601"/>
                  </a:lnTo>
                  <a:lnTo>
                    <a:pt x="1458533" y="192886"/>
                  </a:lnTo>
                  <a:lnTo>
                    <a:pt x="1480992" y="199491"/>
                  </a:lnTo>
                  <a:lnTo>
                    <a:pt x="1490240" y="195528"/>
                  </a:lnTo>
                  <a:lnTo>
                    <a:pt x="1510058" y="192886"/>
                  </a:lnTo>
                  <a:lnTo>
                    <a:pt x="1541765" y="198170"/>
                  </a:lnTo>
                  <a:lnTo>
                    <a:pt x="1552334" y="198170"/>
                  </a:lnTo>
                  <a:lnTo>
                    <a:pt x="1564224" y="194207"/>
                  </a:lnTo>
                  <a:lnTo>
                    <a:pt x="1573472" y="184959"/>
                  </a:lnTo>
                  <a:lnTo>
                    <a:pt x="1584041" y="202134"/>
                  </a:lnTo>
                  <a:lnTo>
                    <a:pt x="1593289" y="202134"/>
                  </a:lnTo>
                  <a:lnTo>
                    <a:pt x="1598574" y="208739"/>
                  </a:lnTo>
                  <a:lnTo>
                    <a:pt x="1601216" y="216666"/>
                  </a:lnTo>
                  <a:lnTo>
                    <a:pt x="1617069" y="216666"/>
                  </a:lnTo>
                  <a:lnTo>
                    <a:pt x="1639529" y="224593"/>
                  </a:lnTo>
                  <a:lnTo>
                    <a:pt x="1643492" y="224593"/>
                  </a:lnTo>
                  <a:lnTo>
                    <a:pt x="1651419" y="210060"/>
                  </a:lnTo>
                  <a:lnTo>
                    <a:pt x="1654061" y="204776"/>
                  </a:lnTo>
                  <a:lnTo>
                    <a:pt x="1669915" y="210060"/>
                  </a:lnTo>
                  <a:lnTo>
                    <a:pt x="1683126" y="225914"/>
                  </a:lnTo>
                  <a:lnTo>
                    <a:pt x="1681805" y="236484"/>
                  </a:lnTo>
                  <a:lnTo>
                    <a:pt x="1693696" y="236484"/>
                  </a:lnTo>
                  <a:lnTo>
                    <a:pt x="1697659" y="254980"/>
                  </a:lnTo>
                  <a:lnTo>
                    <a:pt x="1698980" y="265549"/>
                  </a:lnTo>
                  <a:lnTo>
                    <a:pt x="1718797" y="265549"/>
                  </a:lnTo>
                  <a:lnTo>
                    <a:pt x="1726724" y="270833"/>
                  </a:lnTo>
                  <a:lnTo>
                    <a:pt x="1738614" y="266870"/>
                  </a:lnTo>
                  <a:lnTo>
                    <a:pt x="1758431" y="273475"/>
                  </a:lnTo>
                  <a:lnTo>
                    <a:pt x="1763716" y="286687"/>
                  </a:lnTo>
                  <a:lnTo>
                    <a:pt x="1778248" y="293292"/>
                  </a:lnTo>
                  <a:lnTo>
                    <a:pt x="1778248" y="301219"/>
                  </a:lnTo>
                  <a:lnTo>
                    <a:pt x="1769000" y="306504"/>
                  </a:lnTo>
                  <a:lnTo>
                    <a:pt x="1771642" y="314431"/>
                  </a:lnTo>
                  <a:lnTo>
                    <a:pt x="1769000" y="319715"/>
                  </a:lnTo>
                  <a:lnTo>
                    <a:pt x="1762395" y="330284"/>
                  </a:lnTo>
                  <a:lnTo>
                    <a:pt x="1741256" y="327642"/>
                  </a:lnTo>
                  <a:lnTo>
                    <a:pt x="1735972" y="336890"/>
                  </a:lnTo>
                  <a:lnTo>
                    <a:pt x="1724081" y="332926"/>
                  </a:lnTo>
                  <a:lnTo>
                    <a:pt x="1702943" y="330284"/>
                  </a:lnTo>
                  <a:lnTo>
                    <a:pt x="1692374" y="335569"/>
                  </a:lnTo>
                  <a:lnTo>
                    <a:pt x="1692374" y="347459"/>
                  </a:lnTo>
                  <a:lnTo>
                    <a:pt x="1679163" y="355386"/>
                  </a:lnTo>
                  <a:lnTo>
                    <a:pt x="1663309" y="358028"/>
                  </a:lnTo>
                  <a:lnTo>
                    <a:pt x="1665951" y="373882"/>
                  </a:lnTo>
                  <a:lnTo>
                    <a:pt x="1648777" y="379166"/>
                  </a:lnTo>
                  <a:lnTo>
                    <a:pt x="1638208" y="402947"/>
                  </a:lnTo>
                  <a:lnTo>
                    <a:pt x="1630281" y="398983"/>
                  </a:lnTo>
                  <a:lnTo>
                    <a:pt x="1627639" y="406910"/>
                  </a:lnTo>
                  <a:lnTo>
                    <a:pt x="1611785" y="421442"/>
                  </a:lnTo>
                  <a:lnTo>
                    <a:pt x="1601216" y="429370"/>
                  </a:lnTo>
                  <a:lnTo>
                    <a:pt x="1588005" y="422763"/>
                  </a:lnTo>
                  <a:lnTo>
                    <a:pt x="1588005" y="449333"/>
                  </a:lnTo>
                  <a:lnTo>
                    <a:pt x="1601216" y="454471"/>
                  </a:lnTo>
                  <a:lnTo>
                    <a:pt x="1621033" y="455792"/>
                  </a:lnTo>
                  <a:lnTo>
                    <a:pt x="1619712" y="469003"/>
                  </a:lnTo>
                  <a:lnTo>
                    <a:pt x="1631602" y="463719"/>
                  </a:lnTo>
                  <a:lnTo>
                    <a:pt x="1634244" y="474288"/>
                  </a:lnTo>
                  <a:lnTo>
                    <a:pt x="1638208" y="490141"/>
                  </a:lnTo>
                  <a:lnTo>
                    <a:pt x="1652740" y="504674"/>
                  </a:lnTo>
                  <a:lnTo>
                    <a:pt x="1671236" y="504674"/>
                  </a:lnTo>
                  <a:lnTo>
                    <a:pt x="1675199" y="517885"/>
                  </a:lnTo>
                  <a:lnTo>
                    <a:pt x="1671236" y="533739"/>
                  </a:lnTo>
                  <a:lnTo>
                    <a:pt x="1663309" y="536381"/>
                  </a:lnTo>
                  <a:lnTo>
                    <a:pt x="1667273" y="546950"/>
                  </a:lnTo>
                  <a:lnTo>
                    <a:pt x="1671236" y="566768"/>
                  </a:lnTo>
                  <a:lnTo>
                    <a:pt x="1671236" y="583942"/>
                  </a:lnTo>
                  <a:lnTo>
                    <a:pt x="1668594" y="598475"/>
                  </a:lnTo>
                  <a:lnTo>
                    <a:pt x="1681805" y="619613"/>
                  </a:lnTo>
                  <a:lnTo>
                    <a:pt x="1675199" y="631503"/>
                  </a:lnTo>
                  <a:lnTo>
                    <a:pt x="1661988" y="631503"/>
                  </a:lnTo>
                  <a:lnTo>
                    <a:pt x="1654061" y="656605"/>
                  </a:lnTo>
                  <a:lnTo>
                    <a:pt x="1648777" y="681706"/>
                  </a:lnTo>
                  <a:lnTo>
                    <a:pt x="1643492" y="694917"/>
                  </a:lnTo>
                  <a:lnTo>
                    <a:pt x="1642171" y="709450"/>
                  </a:lnTo>
                  <a:lnTo>
                    <a:pt x="1632923" y="716056"/>
                  </a:lnTo>
                  <a:lnTo>
                    <a:pt x="1635566" y="737194"/>
                  </a:lnTo>
                  <a:lnTo>
                    <a:pt x="1623675" y="739836"/>
                  </a:lnTo>
                  <a:lnTo>
                    <a:pt x="1622354" y="764938"/>
                  </a:lnTo>
                  <a:lnTo>
                    <a:pt x="1626318" y="764938"/>
                  </a:lnTo>
                  <a:lnTo>
                    <a:pt x="1628960" y="779470"/>
                  </a:lnTo>
                  <a:lnTo>
                    <a:pt x="1603858" y="780791"/>
                  </a:lnTo>
                  <a:lnTo>
                    <a:pt x="1592242" y="787245"/>
                  </a:lnTo>
                  <a:lnTo>
                    <a:pt x="1587896" y="800905"/>
                  </a:lnTo>
                  <a:lnTo>
                    <a:pt x="1593290" y="799287"/>
                  </a:lnTo>
                  <a:lnTo>
                    <a:pt x="1588005" y="827031"/>
                  </a:lnTo>
                  <a:lnTo>
                    <a:pt x="1590647" y="838921"/>
                  </a:lnTo>
                  <a:lnTo>
                    <a:pt x="1585363" y="849490"/>
                  </a:lnTo>
                  <a:lnTo>
                    <a:pt x="1588005" y="867986"/>
                  </a:lnTo>
                  <a:lnTo>
                    <a:pt x="1601216" y="883840"/>
                  </a:lnTo>
                  <a:lnTo>
                    <a:pt x="1588005" y="895730"/>
                  </a:lnTo>
                  <a:lnTo>
                    <a:pt x="1598574" y="911583"/>
                  </a:lnTo>
                  <a:lnTo>
                    <a:pt x="1607822" y="936685"/>
                  </a:lnTo>
                  <a:lnTo>
                    <a:pt x="1605738" y="952315"/>
                  </a:lnTo>
                  <a:lnTo>
                    <a:pt x="1609143" y="967071"/>
                  </a:lnTo>
                  <a:lnTo>
                    <a:pt x="1607822" y="976319"/>
                  </a:lnTo>
                  <a:lnTo>
                    <a:pt x="1594611" y="968392"/>
                  </a:lnTo>
                  <a:lnTo>
                    <a:pt x="1585363" y="974998"/>
                  </a:lnTo>
                  <a:lnTo>
                    <a:pt x="1576114" y="977640"/>
                  </a:lnTo>
                  <a:lnTo>
                    <a:pt x="1568188" y="978961"/>
                  </a:lnTo>
                  <a:lnTo>
                    <a:pt x="1566867" y="996136"/>
                  </a:lnTo>
                  <a:lnTo>
                    <a:pt x="1581399" y="1009347"/>
                  </a:lnTo>
                  <a:lnTo>
                    <a:pt x="1584042" y="1021238"/>
                  </a:lnTo>
                  <a:lnTo>
                    <a:pt x="1588005" y="1038412"/>
                  </a:lnTo>
                  <a:lnTo>
                    <a:pt x="1594611" y="1050302"/>
                  </a:lnTo>
                  <a:lnTo>
                    <a:pt x="1597253" y="1066156"/>
                  </a:lnTo>
                  <a:lnTo>
                    <a:pt x="1589326" y="1085973"/>
                  </a:lnTo>
                  <a:lnTo>
                    <a:pt x="1574793" y="1107111"/>
                  </a:lnTo>
                  <a:lnTo>
                    <a:pt x="1562903" y="1126928"/>
                  </a:lnTo>
                  <a:lnTo>
                    <a:pt x="1562903" y="1140139"/>
                  </a:lnTo>
                  <a:lnTo>
                    <a:pt x="1564224" y="1155993"/>
                  </a:lnTo>
                  <a:lnTo>
                    <a:pt x="1565545" y="1171847"/>
                  </a:lnTo>
                  <a:lnTo>
                    <a:pt x="1572151" y="1183737"/>
                  </a:lnTo>
                  <a:lnTo>
                    <a:pt x="1568188" y="1200912"/>
                  </a:lnTo>
                  <a:lnTo>
                    <a:pt x="1557619" y="1207517"/>
                  </a:lnTo>
                  <a:lnTo>
                    <a:pt x="1541765" y="1214123"/>
                  </a:lnTo>
                  <a:lnTo>
                    <a:pt x="1536481" y="1229976"/>
                  </a:lnTo>
                  <a:lnTo>
                    <a:pt x="1533838" y="1247151"/>
                  </a:lnTo>
                  <a:lnTo>
                    <a:pt x="1525912" y="1269611"/>
                  </a:lnTo>
                  <a:cubicBezTo>
                    <a:pt x="1525912" y="1277537"/>
                    <a:pt x="1527893" y="1288767"/>
                    <a:pt x="1525912" y="1293391"/>
                  </a:cubicBezTo>
                  <a:cubicBezTo>
                    <a:pt x="1523930" y="1298015"/>
                    <a:pt x="1518424" y="1297794"/>
                    <a:pt x="1514021" y="1297354"/>
                  </a:cubicBezTo>
                  <a:cubicBezTo>
                    <a:pt x="1509617" y="1296913"/>
                    <a:pt x="1503452" y="1289868"/>
                    <a:pt x="1499489" y="1290749"/>
                  </a:cubicBezTo>
                  <a:lnTo>
                    <a:pt x="1488920" y="1313208"/>
                  </a:lnTo>
                  <a:lnTo>
                    <a:pt x="1477030" y="1325098"/>
                  </a:lnTo>
                  <a:lnTo>
                    <a:pt x="1471745" y="1340952"/>
                  </a:lnTo>
                  <a:lnTo>
                    <a:pt x="1469103" y="1368695"/>
                  </a:lnTo>
                  <a:lnTo>
                    <a:pt x="1457213" y="1377943"/>
                  </a:lnTo>
                  <a:lnTo>
                    <a:pt x="1451928" y="1387191"/>
                  </a:lnTo>
                  <a:lnTo>
                    <a:pt x="1455892" y="1408330"/>
                  </a:lnTo>
                  <a:lnTo>
                    <a:pt x="1437395" y="1424183"/>
                  </a:lnTo>
                  <a:lnTo>
                    <a:pt x="1421542" y="1417578"/>
                  </a:lnTo>
                  <a:lnTo>
                    <a:pt x="1404367" y="1420220"/>
                  </a:lnTo>
                  <a:lnTo>
                    <a:pt x="1397762" y="1409651"/>
                  </a:lnTo>
                  <a:lnTo>
                    <a:pt x="1380586" y="1404366"/>
                  </a:lnTo>
                  <a:lnTo>
                    <a:pt x="1372660" y="1387191"/>
                  </a:lnTo>
                  <a:lnTo>
                    <a:pt x="1350201" y="1377943"/>
                  </a:lnTo>
                  <a:lnTo>
                    <a:pt x="1321136" y="1367374"/>
                  </a:lnTo>
                  <a:lnTo>
                    <a:pt x="1319477" y="1364055"/>
                  </a:lnTo>
                  <a:lnTo>
                    <a:pt x="1309352" y="1365405"/>
                  </a:lnTo>
                  <a:lnTo>
                    <a:pt x="1304321" y="1367250"/>
                  </a:lnTo>
                  <a:lnTo>
                    <a:pt x="1305282" y="1373980"/>
                  </a:lnTo>
                  <a:lnTo>
                    <a:pt x="1318494" y="1392476"/>
                  </a:lnTo>
                  <a:lnTo>
                    <a:pt x="1330384" y="1409651"/>
                  </a:lnTo>
                  <a:lnTo>
                    <a:pt x="1322457" y="1434753"/>
                  </a:lnTo>
                  <a:lnTo>
                    <a:pt x="1319815" y="1461175"/>
                  </a:lnTo>
                  <a:lnTo>
                    <a:pt x="1329063" y="1478350"/>
                  </a:lnTo>
                  <a:lnTo>
                    <a:pt x="1323779" y="1488919"/>
                  </a:lnTo>
                  <a:lnTo>
                    <a:pt x="1327742" y="1504772"/>
                  </a:lnTo>
                  <a:lnTo>
                    <a:pt x="1323779" y="1523269"/>
                  </a:lnTo>
                  <a:lnTo>
                    <a:pt x="1296034" y="1540443"/>
                  </a:lnTo>
                  <a:lnTo>
                    <a:pt x="1268291" y="1554976"/>
                  </a:lnTo>
                  <a:lnTo>
                    <a:pt x="1253758" y="1551012"/>
                  </a:lnTo>
                  <a:lnTo>
                    <a:pt x="1252437" y="1564223"/>
                  </a:lnTo>
                  <a:lnTo>
                    <a:pt x="1264327" y="1585362"/>
                  </a:lnTo>
                  <a:lnTo>
                    <a:pt x="1261685" y="1603858"/>
                  </a:lnTo>
                  <a:lnTo>
                    <a:pt x="1243189" y="1593289"/>
                  </a:lnTo>
                  <a:lnTo>
                    <a:pt x="1232620" y="1589325"/>
                  </a:lnTo>
                  <a:lnTo>
                    <a:pt x="1223372" y="1589325"/>
                  </a:lnTo>
                  <a:lnTo>
                    <a:pt x="1208840" y="1581399"/>
                  </a:lnTo>
                  <a:lnTo>
                    <a:pt x="1199592" y="1586683"/>
                  </a:lnTo>
                  <a:lnTo>
                    <a:pt x="1179774" y="1613106"/>
                  </a:lnTo>
                  <a:lnTo>
                    <a:pt x="1175811" y="1623675"/>
                  </a:lnTo>
                  <a:lnTo>
                    <a:pt x="1175811" y="1636886"/>
                  </a:lnTo>
                  <a:lnTo>
                    <a:pt x="1182417" y="1652740"/>
                  </a:lnTo>
                  <a:lnTo>
                    <a:pt x="1154673" y="1679162"/>
                  </a:lnTo>
                  <a:lnTo>
                    <a:pt x="1148067" y="1667272"/>
                  </a:lnTo>
                  <a:lnTo>
                    <a:pt x="1120323" y="1651418"/>
                  </a:lnTo>
                  <a:lnTo>
                    <a:pt x="1105791" y="1638207"/>
                  </a:lnTo>
                  <a:lnTo>
                    <a:pt x="1079368" y="1635565"/>
                  </a:lnTo>
                  <a:lnTo>
                    <a:pt x="1075405" y="1630280"/>
                  </a:lnTo>
                  <a:lnTo>
                    <a:pt x="1058230" y="1638207"/>
                  </a:lnTo>
                  <a:lnTo>
                    <a:pt x="1058230" y="1654061"/>
                  </a:lnTo>
                  <a:lnTo>
                    <a:pt x="1030486" y="1661988"/>
                  </a:lnTo>
                  <a:lnTo>
                    <a:pt x="1014633" y="1650098"/>
                  </a:lnTo>
                  <a:lnTo>
                    <a:pt x="1010669" y="1647455"/>
                  </a:lnTo>
                  <a:lnTo>
                    <a:pt x="1043698" y="1636886"/>
                  </a:lnTo>
                  <a:lnTo>
                    <a:pt x="1060872" y="1617069"/>
                  </a:lnTo>
                  <a:lnTo>
                    <a:pt x="1070943" y="1595810"/>
                  </a:lnTo>
                  <a:lnTo>
                    <a:pt x="1070121" y="1595931"/>
                  </a:lnTo>
                  <a:lnTo>
                    <a:pt x="1075405" y="1585362"/>
                  </a:lnTo>
                  <a:lnTo>
                    <a:pt x="1075405" y="1573471"/>
                  </a:lnTo>
                  <a:cubicBezTo>
                    <a:pt x="1075846" y="1563343"/>
                    <a:pt x="1076286" y="1553214"/>
                    <a:pt x="1076726" y="1543085"/>
                  </a:cubicBezTo>
                  <a:lnTo>
                    <a:pt x="1067478" y="1523269"/>
                  </a:lnTo>
                  <a:lnTo>
                    <a:pt x="1072763" y="1523269"/>
                  </a:lnTo>
                  <a:lnTo>
                    <a:pt x="1074084" y="1512700"/>
                  </a:lnTo>
                  <a:lnTo>
                    <a:pt x="1071442" y="1496846"/>
                  </a:lnTo>
                  <a:lnTo>
                    <a:pt x="1058230" y="1496846"/>
                  </a:lnTo>
                  <a:lnTo>
                    <a:pt x="1047661" y="1490240"/>
                  </a:lnTo>
                  <a:lnTo>
                    <a:pt x="1042376" y="1467781"/>
                  </a:lnTo>
                  <a:lnTo>
                    <a:pt x="1037092" y="1449285"/>
                  </a:lnTo>
                  <a:lnTo>
                    <a:pt x="1025202" y="1446643"/>
                  </a:lnTo>
                  <a:lnTo>
                    <a:pt x="1014633" y="1446643"/>
                  </a:lnTo>
                  <a:lnTo>
                    <a:pt x="988210" y="1440037"/>
                  </a:lnTo>
                  <a:lnTo>
                    <a:pt x="965751" y="1432110"/>
                  </a:lnTo>
                  <a:lnTo>
                    <a:pt x="948576" y="1430789"/>
                  </a:lnTo>
                  <a:lnTo>
                    <a:pt x="940649" y="1424183"/>
                  </a:lnTo>
                  <a:lnTo>
                    <a:pt x="931401" y="1401724"/>
                  </a:lnTo>
                  <a:lnTo>
                    <a:pt x="920832" y="1389834"/>
                  </a:lnTo>
                  <a:lnTo>
                    <a:pt x="906300" y="1379265"/>
                  </a:lnTo>
                  <a:lnTo>
                    <a:pt x="897052" y="1384549"/>
                  </a:lnTo>
                  <a:lnTo>
                    <a:pt x="885162" y="1384549"/>
                  </a:lnTo>
                  <a:lnTo>
                    <a:pt x="873706" y="1375640"/>
                  </a:lnTo>
                  <a:lnTo>
                    <a:pt x="863399" y="1386553"/>
                  </a:lnTo>
                  <a:lnTo>
                    <a:pt x="866665" y="1388513"/>
                  </a:lnTo>
                  <a:lnTo>
                    <a:pt x="867986" y="1399082"/>
                  </a:lnTo>
                  <a:lnTo>
                    <a:pt x="866665" y="1414935"/>
                  </a:lnTo>
                  <a:lnTo>
                    <a:pt x="862702" y="1428147"/>
                  </a:lnTo>
                  <a:lnTo>
                    <a:pt x="860060" y="1444001"/>
                  </a:lnTo>
                  <a:lnTo>
                    <a:pt x="846848" y="1450606"/>
                  </a:lnTo>
                  <a:lnTo>
                    <a:pt x="836279" y="1465139"/>
                  </a:lnTo>
                  <a:lnTo>
                    <a:pt x="842885" y="1483634"/>
                  </a:lnTo>
                  <a:lnTo>
                    <a:pt x="857417" y="1483634"/>
                  </a:lnTo>
                  <a:lnTo>
                    <a:pt x="867986" y="1487598"/>
                  </a:lnTo>
                  <a:lnTo>
                    <a:pt x="862702" y="1495524"/>
                  </a:lnTo>
                  <a:lnTo>
                    <a:pt x="856096" y="1503451"/>
                  </a:lnTo>
                  <a:lnTo>
                    <a:pt x="862702" y="1517984"/>
                  </a:lnTo>
                  <a:lnTo>
                    <a:pt x="848170" y="1519305"/>
                  </a:lnTo>
                  <a:lnTo>
                    <a:pt x="850812" y="1535159"/>
                  </a:lnTo>
                  <a:lnTo>
                    <a:pt x="846848" y="1540443"/>
                  </a:lnTo>
                  <a:lnTo>
                    <a:pt x="834958" y="1531195"/>
                  </a:lnTo>
                  <a:lnTo>
                    <a:pt x="825710" y="1533838"/>
                  </a:lnTo>
                  <a:lnTo>
                    <a:pt x="824389" y="1520626"/>
                  </a:lnTo>
                  <a:lnTo>
                    <a:pt x="817783" y="1507415"/>
                  </a:lnTo>
                  <a:lnTo>
                    <a:pt x="808535" y="1492882"/>
                  </a:lnTo>
                  <a:lnTo>
                    <a:pt x="792682" y="1488919"/>
                  </a:lnTo>
                  <a:lnTo>
                    <a:pt x="780792" y="1492882"/>
                  </a:lnTo>
                  <a:lnTo>
                    <a:pt x="763617" y="1499488"/>
                  </a:lnTo>
                  <a:lnTo>
                    <a:pt x="738515" y="1491561"/>
                  </a:lnTo>
                  <a:lnTo>
                    <a:pt x="721341" y="1495524"/>
                  </a:lnTo>
                  <a:lnTo>
                    <a:pt x="710771" y="1504772"/>
                  </a:lnTo>
                  <a:lnTo>
                    <a:pt x="700202" y="1499488"/>
                  </a:lnTo>
                  <a:lnTo>
                    <a:pt x="697560" y="1487598"/>
                  </a:lnTo>
                  <a:lnTo>
                    <a:pt x="684349" y="1482313"/>
                  </a:lnTo>
                  <a:lnTo>
                    <a:pt x="673780" y="1467781"/>
                  </a:lnTo>
                  <a:lnTo>
                    <a:pt x="665853" y="1459854"/>
                  </a:lnTo>
                  <a:lnTo>
                    <a:pt x="652642" y="1463817"/>
                  </a:lnTo>
                  <a:lnTo>
                    <a:pt x="643393" y="1478350"/>
                  </a:lnTo>
                  <a:lnTo>
                    <a:pt x="634145" y="1480992"/>
                  </a:lnTo>
                  <a:lnTo>
                    <a:pt x="622255" y="1498167"/>
                  </a:lnTo>
                  <a:lnTo>
                    <a:pt x="607723" y="1482313"/>
                  </a:lnTo>
                  <a:lnTo>
                    <a:pt x="606402" y="1469102"/>
                  </a:lnTo>
                  <a:lnTo>
                    <a:pt x="595833" y="1455891"/>
                  </a:lnTo>
                  <a:lnTo>
                    <a:pt x="583942" y="1432110"/>
                  </a:lnTo>
                  <a:lnTo>
                    <a:pt x="569410" y="1425504"/>
                  </a:lnTo>
                  <a:lnTo>
                    <a:pt x="550914" y="1422862"/>
                  </a:lnTo>
                  <a:lnTo>
                    <a:pt x="546951" y="1413614"/>
                  </a:lnTo>
                  <a:lnTo>
                    <a:pt x="549593" y="1400403"/>
                  </a:lnTo>
                  <a:lnTo>
                    <a:pt x="541666" y="1391155"/>
                  </a:lnTo>
                  <a:lnTo>
                    <a:pt x="544308" y="1371338"/>
                  </a:lnTo>
                  <a:lnTo>
                    <a:pt x="533739" y="1364733"/>
                  </a:lnTo>
                  <a:lnTo>
                    <a:pt x="517885" y="1366054"/>
                  </a:lnTo>
                  <a:lnTo>
                    <a:pt x="508637" y="1370017"/>
                  </a:lnTo>
                  <a:lnTo>
                    <a:pt x="498068" y="1384549"/>
                  </a:lnTo>
                  <a:lnTo>
                    <a:pt x="488821" y="1400403"/>
                  </a:lnTo>
                  <a:lnTo>
                    <a:pt x="492784" y="1414935"/>
                  </a:lnTo>
                  <a:lnTo>
                    <a:pt x="482215" y="1429468"/>
                  </a:lnTo>
                  <a:lnTo>
                    <a:pt x="490142" y="1441358"/>
                  </a:lnTo>
                  <a:lnTo>
                    <a:pt x="487499" y="1451927"/>
                  </a:lnTo>
                  <a:lnTo>
                    <a:pt x="466361" y="1453248"/>
                  </a:lnTo>
                  <a:lnTo>
                    <a:pt x="455792" y="1465139"/>
                  </a:lnTo>
                  <a:lnTo>
                    <a:pt x="443902" y="1466460"/>
                  </a:lnTo>
                  <a:lnTo>
                    <a:pt x="433333" y="1477029"/>
                  </a:lnTo>
                  <a:lnTo>
                    <a:pt x="418800" y="1482313"/>
                  </a:lnTo>
                  <a:lnTo>
                    <a:pt x="406910" y="1478350"/>
                  </a:lnTo>
                  <a:lnTo>
                    <a:pt x="393699" y="1486277"/>
                  </a:lnTo>
                  <a:lnTo>
                    <a:pt x="396341" y="1504772"/>
                  </a:lnTo>
                  <a:lnTo>
                    <a:pt x="383130" y="1514020"/>
                  </a:lnTo>
                  <a:lnTo>
                    <a:pt x="373882" y="1533838"/>
                  </a:lnTo>
                  <a:lnTo>
                    <a:pt x="350101" y="1552333"/>
                  </a:lnTo>
                  <a:lnTo>
                    <a:pt x="335569" y="1543085"/>
                  </a:lnTo>
                  <a:lnTo>
                    <a:pt x="322357" y="1549691"/>
                  </a:lnTo>
                  <a:lnTo>
                    <a:pt x="307825" y="1543085"/>
                  </a:lnTo>
                  <a:lnTo>
                    <a:pt x="290650" y="1537801"/>
                  </a:lnTo>
                  <a:lnTo>
                    <a:pt x="274796" y="1533838"/>
                  </a:lnTo>
                  <a:lnTo>
                    <a:pt x="256300" y="1545728"/>
                  </a:lnTo>
                  <a:lnTo>
                    <a:pt x="251016" y="1541764"/>
                  </a:lnTo>
                  <a:lnTo>
                    <a:pt x="243089" y="1533838"/>
                  </a:lnTo>
                  <a:lnTo>
                    <a:pt x="225914" y="1540443"/>
                  </a:lnTo>
                  <a:lnTo>
                    <a:pt x="220630" y="1531195"/>
                  </a:lnTo>
                  <a:lnTo>
                    <a:pt x="210060" y="1496846"/>
                  </a:lnTo>
                  <a:lnTo>
                    <a:pt x="199491" y="1473065"/>
                  </a:lnTo>
                  <a:lnTo>
                    <a:pt x="195528" y="1461175"/>
                  </a:lnTo>
                  <a:lnTo>
                    <a:pt x="204776" y="1451927"/>
                  </a:lnTo>
                  <a:lnTo>
                    <a:pt x="216666" y="1451927"/>
                  </a:lnTo>
                  <a:lnTo>
                    <a:pt x="224593" y="1432110"/>
                  </a:lnTo>
                  <a:lnTo>
                    <a:pt x="223272" y="1420220"/>
                  </a:lnTo>
                  <a:lnTo>
                    <a:pt x="223272" y="1409651"/>
                  </a:lnTo>
                  <a:lnTo>
                    <a:pt x="237804" y="1403045"/>
                  </a:lnTo>
                  <a:lnTo>
                    <a:pt x="244410" y="1385871"/>
                  </a:lnTo>
                  <a:lnTo>
                    <a:pt x="243089" y="1373980"/>
                  </a:lnTo>
                  <a:lnTo>
                    <a:pt x="237804" y="1362090"/>
                  </a:lnTo>
                  <a:lnTo>
                    <a:pt x="248373" y="1347557"/>
                  </a:lnTo>
                  <a:lnTo>
                    <a:pt x="253658" y="1344915"/>
                  </a:lnTo>
                  <a:lnTo>
                    <a:pt x="272154" y="1343594"/>
                  </a:lnTo>
                  <a:lnTo>
                    <a:pt x="285366" y="1335667"/>
                  </a:lnTo>
                  <a:lnTo>
                    <a:pt x="291971" y="1326419"/>
                  </a:lnTo>
                  <a:lnTo>
                    <a:pt x="307825" y="1314529"/>
                  </a:lnTo>
                  <a:lnTo>
                    <a:pt x="309146" y="1302639"/>
                  </a:lnTo>
                  <a:lnTo>
                    <a:pt x="309146" y="1281501"/>
                  </a:lnTo>
                  <a:lnTo>
                    <a:pt x="307825" y="1265647"/>
                  </a:lnTo>
                  <a:lnTo>
                    <a:pt x="293293" y="1252436"/>
                  </a:lnTo>
                  <a:lnTo>
                    <a:pt x="301219" y="1239225"/>
                  </a:lnTo>
                  <a:lnTo>
                    <a:pt x="298577" y="1223371"/>
                  </a:lnTo>
                  <a:lnTo>
                    <a:pt x="289329" y="1211481"/>
                  </a:lnTo>
                  <a:lnTo>
                    <a:pt x="286687" y="1196948"/>
                  </a:lnTo>
                  <a:lnTo>
                    <a:pt x="287069" y="1196471"/>
                  </a:lnTo>
                  <a:lnTo>
                    <a:pt x="270833" y="1194306"/>
                  </a:lnTo>
                  <a:lnTo>
                    <a:pt x="248373" y="1207517"/>
                  </a:lnTo>
                  <a:lnTo>
                    <a:pt x="235162" y="1192985"/>
                  </a:lnTo>
                  <a:lnTo>
                    <a:pt x="200812" y="1194306"/>
                  </a:lnTo>
                  <a:lnTo>
                    <a:pt x="166463" y="1191664"/>
                  </a:lnTo>
                  <a:lnTo>
                    <a:pt x="145325" y="1203554"/>
                  </a:lnTo>
                  <a:lnTo>
                    <a:pt x="122865" y="1183737"/>
                  </a:lnTo>
                  <a:lnTo>
                    <a:pt x="121544" y="1169205"/>
                  </a:lnTo>
                  <a:lnTo>
                    <a:pt x="109654" y="1171847"/>
                  </a:lnTo>
                  <a:lnTo>
                    <a:pt x="101727" y="1148067"/>
                  </a:lnTo>
                  <a:lnTo>
                    <a:pt x="105691" y="1133534"/>
                  </a:lnTo>
                  <a:lnTo>
                    <a:pt x="128150" y="1132213"/>
                  </a:lnTo>
                  <a:lnTo>
                    <a:pt x="136077" y="1119001"/>
                  </a:lnTo>
                  <a:lnTo>
                    <a:pt x="142682" y="1088615"/>
                  </a:lnTo>
                  <a:lnTo>
                    <a:pt x="146646" y="1072762"/>
                  </a:lnTo>
                  <a:lnTo>
                    <a:pt x="137398" y="1055587"/>
                  </a:lnTo>
                  <a:lnTo>
                    <a:pt x="125508" y="1066156"/>
                  </a:lnTo>
                  <a:lnTo>
                    <a:pt x="108333" y="1066156"/>
                  </a:lnTo>
                  <a:lnTo>
                    <a:pt x="101727" y="1052945"/>
                  </a:lnTo>
                  <a:lnTo>
                    <a:pt x="117581" y="1034449"/>
                  </a:lnTo>
                  <a:lnTo>
                    <a:pt x="140040" y="1027843"/>
                  </a:lnTo>
                  <a:lnTo>
                    <a:pt x="149288" y="1013311"/>
                  </a:lnTo>
                  <a:lnTo>
                    <a:pt x="150610" y="992173"/>
                  </a:lnTo>
                  <a:lnTo>
                    <a:pt x="152521" y="983762"/>
                  </a:lnTo>
                  <a:lnTo>
                    <a:pt x="138719" y="978962"/>
                  </a:lnTo>
                  <a:lnTo>
                    <a:pt x="121544" y="988209"/>
                  </a:lnTo>
                  <a:lnTo>
                    <a:pt x="105691" y="978962"/>
                  </a:lnTo>
                  <a:lnTo>
                    <a:pt x="93801" y="996136"/>
                  </a:lnTo>
                  <a:lnTo>
                    <a:pt x="84552" y="990852"/>
                  </a:lnTo>
                  <a:lnTo>
                    <a:pt x="85873" y="974998"/>
                  </a:lnTo>
                  <a:lnTo>
                    <a:pt x="95122" y="957823"/>
                  </a:lnTo>
                  <a:lnTo>
                    <a:pt x="85873" y="939327"/>
                  </a:lnTo>
                  <a:lnTo>
                    <a:pt x="75304" y="927437"/>
                  </a:lnTo>
                  <a:lnTo>
                    <a:pt x="60772" y="930079"/>
                  </a:lnTo>
                  <a:lnTo>
                    <a:pt x="43597" y="919510"/>
                  </a:lnTo>
                  <a:lnTo>
                    <a:pt x="38313" y="901014"/>
                  </a:lnTo>
                  <a:lnTo>
                    <a:pt x="29065" y="885161"/>
                  </a:lnTo>
                  <a:lnTo>
                    <a:pt x="29065" y="874592"/>
                  </a:lnTo>
                  <a:lnTo>
                    <a:pt x="30386" y="862702"/>
                  </a:lnTo>
                  <a:lnTo>
                    <a:pt x="27743" y="850811"/>
                  </a:lnTo>
                  <a:lnTo>
                    <a:pt x="7927" y="841564"/>
                  </a:lnTo>
                  <a:lnTo>
                    <a:pt x="0" y="838921"/>
                  </a:lnTo>
                  <a:lnTo>
                    <a:pt x="0" y="827031"/>
                  </a:lnTo>
                  <a:lnTo>
                    <a:pt x="14532" y="812498"/>
                  </a:lnTo>
                  <a:lnTo>
                    <a:pt x="19817" y="796645"/>
                  </a:lnTo>
                  <a:lnTo>
                    <a:pt x="19817" y="791360"/>
                  </a:lnTo>
                  <a:lnTo>
                    <a:pt x="28644" y="794148"/>
                  </a:lnTo>
                  <a:lnTo>
                    <a:pt x="28239" y="791524"/>
                  </a:lnTo>
                  <a:lnTo>
                    <a:pt x="31932" y="784754"/>
                  </a:lnTo>
                  <a:lnTo>
                    <a:pt x="23781" y="784754"/>
                  </a:lnTo>
                  <a:lnTo>
                    <a:pt x="23781" y="770221"/>
                  </a:lnTo>
                  <a:lnTo>
                    <a:pt x="39634" y="755689"/>
                  </a:lnTo>
                  <a:lnTo>
                    <a:pt x="46240" y="739835"/>
                  </a:lnTo>
                  <a:cubicBezTo>
                    <a:pt x="46240" y="733230"/>
                    <a:pt x="46239" y="726624"/>
                    <a:pt x="46239" y="720019"/>
                  </a:cubicBezTo>
                  <a:cubicBezTo>
                    <a:pt x="46239" y="715615"/>
                    <a:pt x="46240" y="711211"/>
                    <a:pt x="46240" y="706807"/>
                  </a:cubicBezTo>
                  <a:lnTo>
                    <a:pt x="62094" y="686990"/>
                  </a:lnTo>
                  <a:lnTo>
                    <a:pt x="63415" y="673779"/>
                  </a:lnTo>
                  <a:lnTo>
                    <a:pt x="51524" y="661889"/>
                  </a:lnTo>
                  <a:lnTo>
                    <a:pt x="51524" y="646035"/>
                  </a:lnTo>
                  <a:lnTo>
                    <a:pt x="55488" y="638108"/>
                  </a:lnTo>
                  <a:lnTo>
                    <a:pt x="71342" y="646035"/>
                  </a:lnTo>
                  <a:lnTo>
                    <a:pt x="104370" y="644714"/>
                  </a:lnTo>
                  <a:lnTo>
                    <a:pt x="114939" y="624897"/>
                  </a:lnTo>
                  <a:lnTo>
                    <a:pt x="121544" y="613006"/>
                  </a:lnTo>
                  <a:lnTo>
                    <a:pt x="149288" y="605080"/>
                  </a:lnTo>
                  <a:lnTo>
                    <a:pt x="155894" y="590547"/>
                  </a:lnTo>
                  <a:lnTo>
                    <a:pt x="153252" y="578657"/>
                  </a:lnTo>
                  <a:lnTo>
                    <a:pt x="155894" y="562804"/>
                  </a:lnTo>
                  <a:lnTo>
                    <a:pt x="166463" y="562804"/>
                  </a:lnTo>
                  <a:lnTo>
                    <a:pt x="178353" y="565446"/>
                  </a:lnTo>
                  <a:lnTo>
                    <a:pt x="187601" y="557519"/>
                  </a:lnTo>
                  <a:lnTo>
                    <a:pt x="202134" y="562804"/>
                  </a:lnTo>
                  <a:lnTo>
                    <a:pt x="216666" y="557519"/>
                  </a:lnTo>
                  <a:lnTo>
                    <a:pt x="220630" y="544307"/>
                  </a:lnTo>
                  <a:lnTo>
                    <a:pt x="233841" y="536381"/>
                  </a:lnTo>
                  <a:lnTo>
                    <a:pt x="247052" y="537702"/>
                  </a:lnTo>
                  <a:lnTo>
                    <a:pt x="257621" y="533738"/>
                  </a:lnTo>
                  <a:lnTo>
                    <a:pt x="251016" y="521848"/>
                  </a:lnTo>
                  <a:lnTo>
                    <a:pt x="254979" y="520527"/>
                  </a:lnTo>
                  <a:lnTo>
                    <a:pt x="270153" y="522550"/>
                  </a:lnTo>
                  <a:lnTo>
                    <a:pt x="271127" y="517680"/>
                  </a:lnTo>
                  <a:lnTo>
                    <a:pt x="271943" y="514009"/>
                  </a:lnTo>
                  <a:lnTo>
                    <a:pt x="270833" y="513923"/>
                  </a:lnTo>
                  <a:lnTo>
                    <a:pt x="272188" y="512907"/>
                  </a:lnTo>
                  <a:lnTo>
                    <a:pt x="275889" y="496249"/>
                  </a:lnTo>
                  <a:lnTo>
                    <a:pt x="286687" y="494562"/>
                  </a:lnTo>
                  <a:lnTo>
                    <a:pt x="286687" y="492785"/>
                  </a:lnTo>
                  <a:lnTo>
                    <a:pt x="293293" y="486178"/>
                  </a:lnTo>
                  <a:lnTo>
                    <a:pt x="303862" y="469004"/>
                  </a:lnTo>
                  <a:lnTo>
                    <a:pt x="314431" y="443902"/>
                  </a:lnTo>
                  <a:lnTo>
                    <a:pt x="306504" y="430691"/>
                  </a:lnTo>
                  <a:lnTo>
                    <a:pt x="291971" y="418801"/>
                  </a:lnTo>
                  <a:lnTo>
                    <a:pt x="274797" y="418801"/>
                  </a:lnTo>
                  <a:lnTo>
                    <a:pt x="269512" y="410874"/>
                  </a:lnTo>
                  <a:lnTo>
                    <a:pt x="276118" y="400305"/>
                  </a:lnTo>
                  <a:lnTo>
                    <a:pt x="273476" y="385772"/>
                  </a:lnTo>
                  <a:lnTo>
                    <a:pt x="285366" y="372561"/>
                  </a:lnTo>
                  <a:lnTo>
                    <a:pt x="290650" y="360671"/>
                  </a:lnTo>
                  <a:lnTo>
                    <a:pt x="297256" y="339533"/>
                  </a:lnTo>
                  <a:lnTo>
                    <a:pt x="315752" y="326321"/>
                  </a:lnTo>
                  <a:lnTo>
                    <a:pt x="322358" y="326321"/>
                  </a:lnTo>
                  <a:lnTo>
                    <a:pt x="338211" y="331606"/>
                  </a:lnTo>
                  <a:lnTo>
                    <a:pt x="351423" y="325000"/>
                  </a:lnTo>
                  <a:lnTo>
                    <a:pt x="361992" y="313110"/>
                  </a:lnTo>
                  <a:lnTo>
                    <a:pt x="360671" y="297256"/>
                  </a:lnTo>
                  <a:lnTo>
                    <a:pt x="356708" y="262907"/>
                  </a:lnTo>
                  <a:lnTo>
                    <a:pt x="339532" y="225915"/>
                  </a:lnTo>
                  <a:lnTo>
                    <a:pt x="376524" y="223273"/>
                  </a:lnTo>
                  <a:lnTo>
                    <a:pt x="387093" y="219309"/>
                  </a:lnTo>
                  <a:lnTo>
                    <a:pt x="398984" y="245732"/>
                  </a:lnTo>
                  <a:lnTo>
                    <a:pt x="414838" y="260265"/>
                  </a:lnTo>
                  <a:lnTo>
                    <a:pt x="426728" y="294614"/>
                  </a:lnTo>
                  <a:lnTo>
                    <a:pt x="435976" y="315752"/>
                  </a:lnTo>
                  <a:lnTo>
                    <a:pt x="463719" y="334248"/>
                  </a:lnTo>
                  <a:lnTo>
                    <a:pt x="498069" y="347459"/>
                  </a:lnTo>
                  <a:lnTo>
                    <a:pt x="516565" y="361992"/>
                  </a:lnTo>
                  <a:lnTo>
                    <a:pt x="552236" y="380488"/>
                  </a:lnTo>
                  <a:lnTo>
                    <a:pt x="560162" y="395020"/>
                  </a:lnTo>
                  <a:lnTo>
                    <a:pt x="556199" y="401626"/>
                  </a:lnTo>
                  <a:lnTo>
                    <a:pt x="542988" y="414837"/>
                  </a:lnTo>
                  <a:lnTo>
                    <a:pt x="540055" y="414837"/>
                  </a:lnTo>
                  <a:lnTo>
                    <a:pt x="552009" y="423376"/>
                  </a:lnTo>
                  <a:lnTo>
                    <a:pt x="564125" y="408232"/>
                  </a:lnTo>
                  <a:lnTo>
                    <a:pt x="570730" y="408232"/>
                  </a:lnTo>
                  <a:lnTo>
                    <a:pt x="568088" y="441260"/>
                  </a:lnTo>
                  <a:lnTo>
                    <a:pt x="566767" y="459755"/>
                  </a:lnTo>
                  <a:lnTo>
                    <a:pt x="570730" y="476931"/>
                  </a:lnTo>
                  <a:lnTo>
                    <a:pt x="578658" y="478252"/>
                  </a:lnTo>
                  <a:lnTo>
                    <a:pt x="582620" y="470325"/>
                  </a:lnTo>
                  <a:lnTo>
                    <a:pt x="586584" y="480894"/>
                  </a:lnTo>
                  <a:lnTo>
                    <a:pt x="587905" y="503353"/>
                  </a:lnTo>
                  <a:lnTo>
                    <a:pt x="579979" y="524491"/>
                  </a:lnTo>
                  <a:lnTo>
                    <a:pt x="582620" y="539024"/>
                  </a:lnTo>
                  <a:lnTo>
                    <a:pt x="591869" y="566768"/>
                  </a:lnTo>
                  <a:lnTo>
                    <a:pt x="595832" y="586584"/>
                  </a:lnTo>
                  <a:lnTo>
                    <a:pt x="602438" y="601117"/>
                  </a:lnTo>
                  <a:lnTo>
                    <a:pt x="610365" y="595832"/>
                  </a:lnTo>
                  <a:lnTo>
                    <a:pt x="603759" y="577337"/>
                  </a:lnTo>
                  <a:lnTo>
                    <a:pt x="607722" y="557520"/>
                  </a:lnTo>
                  <a:lnTo>
                    <a:pt x="603759" y="537703"/>
                  </a:lnTo>
                  <a:lnTo>
                    <a:pt x="597153" y="519207"/>
                  </a:lnTo>
                  <a:lnTo>
                    <a:pt x="597153" y="505995"/>
                  </a:lnTo>
                  <a:lnTo>
                    <a:pt x="603759" y="500711"/>
                  </a:lnTo>
                  <a:lnTo>
                    <a:pt x="605080" y="484857"/>
                  </a:lnTo>
                  <a:lnTo>
                    <a:pt x="616970" y="478252"/>
                  </a:lnTo>
                  <a:lnTo>
                    <a:pt x="615649" y="467683"/>
                  </a:lnTo>
                  <a:lnTo>
                    <a:pt x="595832" y="465040"/>
                  </a:lnTo>
                  <a:lnTo>
                    <a:pt x="595832" y="454471"/>
                  </a:lnTo>
                  <a:lnTo>
                    <a:pt x="605080" y="442581"/>
                  </a:lnTo>
                  <a:lnTo>
                    <a:pt x="622255" y="426727"/>
                  </a:lnTo>
                  <a:lnTo>
                    <a:pt x="634145" y="413516"/>
                  </a:lnTo>
                  <a:lnTo>
                    <a:pt x="623576" y="408232"/>
                  </a:lnTo>
                  <a:lnTo>
                    <a:pt x="640750" y="388414"/>
                  </a:lnTo>
                  <a:lnTo>
                    <a:pt x="647357" y="373882"/>
                  </a:lnTo>
                  <a:lnTo>
                    <a:pt x="663210" y="367276"/>
                  </a:lnTo>
                  <a:lnTo>
                    <a:pt x="671658" y="362668"/>
                  </a:lnTo>
                  <a:lnTo>
                    <a:pt x="673977" y="343187"/>
                  </a:lnTo>
                  <a:lnTo>
                    <a:pt x="664531" y="336890"/>
                  </a:lnTo>
                  <a:lnTo>
                    <a:pt x="661888" y="325000"/>
                  </a:lnTo>
                  <a:cubicBezTo>
                    <a:pt x="657925" y="328523"/>
                    <a:pt x="653962" y="339972"/>
                    <a:pt x="649998" y="343495"/>
                  </a:cubicBezTo>
                  <a:lnTo>
                    <a:pt x="638108" y="344817"/>
                  </a:lnTo>
                  <a:lnTo>
                    <a:pt x="652641" y="319715"/>
                  </a:lnTo>
                  <a:lnTo>
                    <a:pt x="652641" y="291971"/>
                  </a:lnTo>
                  <a:lnTo>
                    <a:pt x="660567" y="274796"/>
                  </a:lnTo>
                  <a:lnTo>
                    <a:pt x="672457" y="249695"/>
                  </a:lnTo>
                  <a:lnTo>
                    <a:pt x="686990" y="221951"/>
                  </a:lnTo>
                  <a:lnTo>
                    <a:pt x="694917" y="203455"/>
                  </a:lnTo>
                  <a:lnTo>
                    <a:pt x="708128" y="190243"/>
                  </a:lnTo>
                  <a:lnTo>
                    <a:pt x="712092" y="180996"/>
                  </a:lnTo>
                  <a:lnTo>
                    <a:pt x="702844" y="178353"/>
                  </a:lnTo>
                  <a:lnTo>
                    <a:pt x="704165" y="171748"/>
                  </a:lnTo>
                  <a:lnTo>
                    <a:pt x="706807" y="144004"/>
                  </a:lnTo>
                  <a:lnTo>
                    <a:pt x="714734" y="121544"/>
                  </a:lnTo>
                  <a:lnTo>
                    <a:pt x="720018" y="99085"/>
                  </a:lnTo>
                  <a:lnTo>
                    <a:pt x="726624" y="85874"/>
                  </a:lnTo>
                  <a:lnTo>
                    <a:pt x="746441" y="75305"/>
                  </a:lnTo>
                  <a:lnTo>
                    <a:pt x="755689" y="60772"/>
                  </a:lnTo>
                  <a:lnTo>
                    <a:pt x="760974" y="48882"/>
                  </a:lnTo>
                  <a:lnTo>
                    <a:pt x="776827" y="48882"/>
                  </a:lnTo>
                  <a:lnTo>
                    <a:pt x="796644" y="48882"/>
                  </a:lnTo>
                  <a:lnTo>
                    <a:pt x="816462" y="40955"/>
                  </a:lnTo>
                  <a:lnTo>
                    <a:pt x="821746" y="30386"/>
                  </a:lnTo>
                  <a:lnTo>
                    <a:pt x="840242" y="30386"/>
                  </a:lnTo>
                  <a:close/>
                </a:path>
              </a:pathLst>
            </a:custGeom>
            <a:noFill/>
            <a:ln w="31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31" name="자유형: 도형 230">
              <a:extLst>
                <a:ext uri="{FF2B5EF4-FFF2-40B4-BE49-F238E27FC236}">
                  <a16:creationId xmlns:a16="http://schemas.microsoft.com/office/drawing/2014/main" id="{6625E834-C73E-60F7-DDFE-D6EAA872B364}"/>
                </a:ext>
              </a:extLst>
            </p:cNvPr>
            <p:cNvSpPr/>
            <p:nvPr/>
          </p:nvSpPr>
          <p:spPr>
            <a:xfrm>
              <a:off x="2468270" y="2354961"/>
              <a:ext cx="1966860" cy="2354762"/>
            </a:xfrm>
            <a:custGeom>
              <a:avLst/>
              <a:gdLst>
                <a:gd name="csX0" fmla="*/ 605079 w 1520626"/>
                <a:gd name="csY0" fmla="*/ 0 h 1820523"/>
                <a:gd name="csX1" fmla="*/ 613006 w 1520626"/>
                <a:gd name="csY1" fmla="*/ 6606 h 1820523"/>
                <a:gd name="csX2" fmla="*/ 602437 w 1520626"/>
                <a:gd name="csY2" fmla="*/ 38313 h 1820523"/>
                <a:gd name="csX3" fmla="*/ 610364 w 1520626"/>
                <a:gd name="csY3" fmla="*/ 75305 h 1820523"/>
                <a:gd name="csX4" fmla="*/ 651319 w 1520626"/>
                <a:gd name="csY4" fmla="*/ 107012 h 1820523"/>
                <a:gd name="csX5" fmla="*/ 673778 w 1520626"/>
                <a:gd name="csY5" fmla="*/ 133435 h 1820523"/>
                <a:gd name="csX6" fmla="*/ 683026 w 1520626"/>
                <a:gd name="csY6" fmla="*/ 110975 h 1820523"/>
                <a:gd name="csX7" fmla="*/ 705485 w 1520626"/>
                <a:gd name="csY7" fmla="*/ 114938 h 1820523"/>
                <a:gd name="csX8" fmla="*/ 709448 w 1520626"/>
                <a:gd name="csY8" fmla="*/ 89837 h 1820523"/>
                <a:gd name="csX9" fmla="*/ 735871 w 1520626"/>
                <a:gd name="csY9" fmla="*/ 80589 h 1820523"/>
                <a:gd name="csX10" fmla="*/ 750404 w 1520626"/>
                <a:gd name="csY10" fmla="*/ 62093 h 1820523"/>
                <a:gd name="csX11" fmla="*/ 762294 w 1520626"/>
                <a:gd name="csY11" fmla="*/ 47561 h 1820523"/>
                <a:gd name="csX12" fmla="*/ 772863 w 1520626"/>
                <a:gd name="csY12" fmla="*/ 34349 h 1820523"/>
                <a:gd name="csX13" fmla="*/ 767578 w 1520626"/>
                <a:gd name="csY13" fmla="*/ 21138 h 1820523"/>
                <a:gd name="csX14" fmla="*/ 803249 w 1520626"/>
                <a:gd name="csY14" fmla="*/ 13211 h 1820523"/>
                <a:gd name="csX15" fmla="*/ 820424 w 1520626"/>
                <a:gd name="csY15" fmla="*/ 36992 h 1820523"/>
                <a:gd name="csX16" fmla="*/ 841562 w 1520626"/>
                <a:gd name="csY16" fmla="*/ 40955 h 1820523"/>
                <a:gd name="csX17" fmla="*/ 815139 w 1520626"/>
                <a:gd name="csY17" fmla="*/ 60772 h 1820523"/>
                <a:gd name="csX18" fmla="*/ 816461 w 1520626"/>
                <a:gd name="csY18" fmla="*/ 79268 h 1820523"/>
                <a:gd name="csX19" fmla="*/ 811176 w 1520626"/>
                <a:gd name="csY19" fmla="*/ 93800 h 1820523"/>
                <a:gd name="csX20" fmla="*/ 799286 w 1520626"/>
                <a:gd name="csY20" fmla="*/ 133435 h 1820523"/>
                <a:gd name="csX21" fmla="*/ 790038 w 1520626"/>
                <a:gd name="csY21" fmla="*/ 141361 h 1820523"/>
                <a:gd name="csX22" fmla="*/ 796644 w 1520626"/>
                <a:gd name="csY22" fmla="*/ 173068 h 1820523"/>
                <a:gd name="csX23" fmla="*/ 815139 w 1520626"/>
                <a:gd name="csY23" fmla="*/ 195528 h 1820523"/>
                <a:gd name="csX24" fmla="*/ 841562 w 1520626"/>
                <a:gd name="csY24" fmla="*/ 199491 h 1820523"/>
                <a:gd name="csX25" fmla="*/ 865343 w 1520626"/>
                <a:gd name="csY25" fmla="*/ 186280 h 1820523"/>
                <a:gd name="csX26" fmla="*/ 881196 w 1520626"/>
                <a:gd name="csY26" fmla="*/ 249694 h 1820523"/>
                <a:gd name="csX27" fmla="*/ 910261 w 1520626"/>
                <a:gd name="csY27" fmla="*/ 260263 h 1820523"/>
                <a:gd name="csX28" fmla="*/ 923473 w 1520626"/>
                <a:gd name="csY28" fmla="*/ 265548 h 1820523"/>
                <a:gd name="csX29" fmla="*/ 926115 w 1520626"/>
                <a:gd name="csY29" fmla="*/ 235162 h 1820523"/>
                <a:gd name="csX30" fmla="*/ 959143 w 1520626"/>
                <a:gd name="csY30" fmla="*/ 220629 h 1820523"/>
                <a:gd name="csX31" fmla="*/ 992172 w 1520626"/>
                <a:gd name="csY31" fmla="*/ 214024 h 1820523"/>
                <a:gd name="csX32" fmla="*/ 997456 w 1520626"/>
                <a:gd name="csY32" fmla="*/ 191564 h 1820523"/>
                <a:gd name="csX33" fmla="*/ 1019915 w 1520626"/>
                <a:gd name="csY33" fmla="*/ 183637 h 1820523"/>
                <a:gd name="csX34" fmla="*/ 1025200 w 1520626"/>
                <a:gd name="csY34" fmla="*/ 203454 h 1820523"/>
                <a:gd name="csX35" fmla="*/ 1062192 w 1520626"/>
                <a:gd name="csY35" fmla="*/ 200813 h 1820523"/>
                <a:gd name="csX36" fmla="*/ 1071440 w 1520626"/>
                <a:gd name="csY36" fmla="*/ 228556 h 1820523"/>
                <a:gd name="csX37" fmla="*/ 1092578 w 1520626"/>
                <a:gd name="csY37" fmla="*/ 229877 h 1820523"/>
                <a:gd name="csX38" fmla="*/ 1113716 w 1520626"/>
                <a:gd name="csY38" fmla="*/ 212703 h 1820523"/>
                <a:gd name="csX39" fmla="*/ 1113716 w 1520626"/>
                <a:gd name="csY39" fmla="*/ 195528 h 1820523"/>
                <a:gd name="csX40" fmla="*/ 1126927 w 1520626"/>
                <a:gd name="csY40" fmla="*/ 191564 h 1820523"/>
                <a:gd name="csX41" fmla="*/ 1133533 w 1520626"/>
                <a:gd name="csY41" fmla="*/ 211382 h 1820523"/>
                <a:gd name="csX42" fmla="*/ 1150708 w 1520626"/>
                <a:gd name="csY42" fmla="*/ 225914 h 1820523"/>
                <a:gd name="csX43" fmla="*/ 1154671 w 1520626"/>
                <a:gd name="csY43" fmla="*/ 291971 h 1820523"/>
                <a:gd name="csX44" fmla="*/ 1149387 w 1520626"/>
                <a:gd name="csY44" fmla="*/ 334247 h 1820523"/>
                <a:gd name="csX45" fmla="*/ 1146744 w 1520626"/>
                <a:gd name="csY45" fmla="*/ 369918 h 1820523"/>
                <a:gd name="csX46" fmla="*/ 1146629 w 1520626"/>
                <a:gd name="csY46" fmla="*/ 370038 h 1820523"/>
                <a:gd name="csX47" fmla="*/ 1155735 w 1520626"/>
                <a:gd name="csY47" fmla="*/ 379750 h 1820523"/>
                <a:gd name="csX48" fmla="*/ 1161278 w 1520626"/>
                <a:gd name="csY48" fmla="*/ 373881 h 1820523"/>
                <a:gd name="csX49" fmla="*/ 1174489 w 1520626"/>
                <a:gd name="csY49" fmla="*/ 389735 h 1820523"/>
                <a:gd name="csX50" fmla="*/ 1179773 w 1520626"/>
                <a:gd name="csY50" fmla="*/ 439938 h 1820523"/>
                <a:gd name="csX51" fmla="*/ 1191664 w 1520626"/>
                <a:gd name="csY51" fmla="*/ 474287 h 1820523"/>
                <a:gd name="csX52" fmla="*/ 1206196 w 1520626"/>
                <a:gd name="csY52" fmla="*/ 491462 h 1820523"/>
                <a:gd name="csX53" fmla="*/ 1236582 w 1520626"/>
                <a:gd name="csY53" fmla="*/ 492783 h 1820523"/>
                <a:gd name="csX54" fmla="*/ 1253757 w 1520626"/>
                <a:gd name="csY54" fmla="*/ 492783 h 1820523"/>
                <a:gd name="csX55" fmla="*/ 1268289 w 1520626"/>
                <a:gd name="csY55" fmla="*/ 499389 h 1820523"/>
                <a:gd name="csX56" fmla="*/ 1282822 w 1520626"/>
                <a:gd name="csY56" fmla="*/ 512601 h 1820523"/>
                <a:gd name="csX57" fmla="*/ 1290748 w 1520626"/>
                <a:gd name="csY57" fmla="*/ 503353 h 1820523"/>
                <a:gd name="csX58" fmla="*/ 1321135 w 1520626"/>
                <a:gd name="csY58" fmla="*/ 502032 h 1820523"/>
                <a:gd name="csX59" fmla="*/ 1342273 w 1520626"/>
                <a:gd name="csY59" fmla="*/ 499389 h 1820523"/>
                <a:gd name="csX60" fmla="*/ 1355484 w 1520626"/>
                <a:gd name="csY60" fmla="*/ 504674 h 1820523"/>
                <a:gd name="csX61" fmla="*/ 1364732 w 1520626"/>
                <a:gd name="csY61" fmla="*/ 516564 h 1820523"/>
                <a:gd name="csX62" fmla="*/ 1366054 w 1520626"/>
                <a:gd name="csY62" fmla="*/ 540344 h 1820523"/>
                <a:gd name="csX63" fmla="*/ 1372659 w 1520626"/>
                <a:gd name="csY63" fmla="*/ 560161 h 1820523"/>
                <a:gd name="csX64" fmla="*/ 1363411 w 1520626"/>
                <a:gd name="csY64" fmla="*/ 582621 h 1820523"/>
                <a:gd name="csX65" fmla="*/ 1372659 w 1520626"/>
                <a:gd name="csY65" fmla="*/ 594511 h 1820523"/>
                <a:gd name="csX66" fmla="*/ 1385870 w 1520626"/>
                <a:gd name="csY66" fmla="*/ 597153 h 1820523"/>
                <a:gd name="csX67" fmla="*/ 1409651 w 1520626"/>
                <a:gd name="csY67" fmla="*/ 606401 h 1820523"/>
                <a:gd name="csX68" fmla="*/ 1424184 w 1520626"/>
                <a:gd name="csY68" fmla="*/ 606401 h 1820523"/>
                <a:gd name="csX69" fmla="*/ 1440037 w 1520626"/>
                <a:gd name="csY69" fmla="*/ 607722 h 1820523"/>
                <a:gd name="csX70" fmla="*/ 1454569 w 1520626"/>
                <a:gd name="csY70" fmla="*/ 607722 h 1820523"/>
                <a:gd name="csX71" fmla="*/ 1473065 w 1520626"/>
                <a:gd name="csY71" fmla="*/ 619612 h 1820523"/>
                <a:gd name="csX72" fmla="*/ 1484955 w 1520626"/>
                <a:gd name="csY72" fmla="*/ 623576 h 1820523"/>
                <a:gd name="csX73" fmla="*/ 1491561 w 1520626"/>
                <a:gd name="csY73" fmla="*/ 635466 h 1820523"/>
                <a:gd name="csX74" fmla="*/ 1494204 w 1520626"/>
                <a:gd name="csY74" fmla="*/ 649999 h 1820523"/>
                <a:gd name="csX75" fmla="*/ 1508736 w 1520626"/>
                <a:gd name="csY75" fmla="*/ 656604 h 1820523"/>
                <a:gd name="csX76" fmla="*/ 1508736 w 1520626"/>
                <a:gd name="csY76" fmla="*/ 675100 h 1820523"/>
                <a:gd name="csX77" fmla="*/ 1517984 w 1520626"/>
                <a:gd name="csY77" fmla="*/ 697559 h 1820523"/>
                <a:gd name="csX78" fmla="*/ 1508736 w 1520626"/>
                <a:gd name="csY78" fmla="*/ 710771 h 1820523"/>
                <a:gd name="csX79" fmla="*/ 1512699 w 1520626"/>
                <a:gd name="csY79" fmla="*/ 725303 h 1820523"/>
                <a:gd name="csX80" fmla="*/ 1520626 w 1520626"/>
                <a:gd name="csY80" fmla="*/ 742478 h 1820523"/>
                <a:gd name="csX81" fmla="*/ 1519305 w 1520626"/>
                <a:gd name="csY81" fmla="*/ 767579 h 1820523"/>
                <a:gd name="csX82" fmla="*/ 1506094 w 1520626"/>
                <a:gd name="csY82" fmla="*/ 782112 h 1820523"/>
                <a:gd name="csX83" fmla="*/ 1498167 w 1520626"/>
                <a:gd name="csY83" fmla="*/ 799287 h 1820523"/>
                <a:gd name="csX84" fmla="*/ 1504773 w 1520626"/>
                <a:gd name="csY84" fmla="*/ 813819 h 1820523"/>
                <a:gd name="csX85" fmla="*/ 1506094 w 1520626"/>
                <a:gd name="csY85" fmla="*/ 840242 h 1820523"/>
                <a:gd name="csX86" fmla="*/ 1494204 w 1520626"/>
                <a:gd name="csY86" fmla="*/ 841563 h 1820523"/>
                <a:gd name="csX87" fmla="*/ 1458533 w 1520626"/>
                <a:gd name="csY87" fmla="*/ 837599 h 1820523"/>
                <a:gd name="csX88" fmla="*/ 1433431 w 1520626"/>
                <a:gd name="csY88" fmla="*/ 845526 h 1820523"/>
                <a:gd name="csX89" fmla="*/ 1416256 w 1520626"/>
                <a:gd name="csY89" fmla="*/ 867986 h 1820523"/>
                <a:gd name="csX90" fmla="*/ 1414935 w 1520626"/>
                <a:gd name="csY90" fmla="*/ 894408 h 1820523"/>
                <a:gd name="csX91" fmla="*/ 1395118 w 1520626"/>
                <a:gd name="csY91" fmla="*/ 890445 h 1820523"/>
                <a:gd name="csX92" fmla="*/ 1379265 w 1520626"/>
                <a:gd name="csY92" fmla="*/ 901014 h 1820523"/>
                <a:gd name="csX93" fmla="*/ 1383228 w 1520626"/>
                <a:gd name="csY93" fmla="*/ 922152 h 1820523"/>
                <a:gd name="csX94" fmla="*/ 1363411 w 1520626"/>
                <a:gd name="csY94" fmla="*/ 920831 h 1820523"/>
                <a:gd name="csX95" fmla="*/ 1343594 w 1520626"/>
                <a:gd name="csY95" fmla="*/ 924795 h 1820523"/>
                <a:gd name="csX96" fmla="*/ 1325098 w 1520626"/>
                <a:gd name="csY96" fmla="*/ 952538 h 1820523"/>
                <a:gd name="csX97" fmla="*/ 1325098 w 1520626"/>
                <a:gd name="csY97" fmla="*/ 978961 h 1820523"/>
                <a:gd name="csX98" fmla="*/ 1343594 w 1520626"/>
                <a:gd name="csY98" fmla="*/ 990851 h 1820523"/>
                <a:gd name="csX99" fmla="*/ 1352842 w 1520626"/>
                <a:gd name="csY99" fmla="*/ 1005384 h 1820523"/>
                <a:gd name="csX100" fmla="*/ 1343594 w 1520626"/>
                <a:gd name="csY100" fmla="*/ 1025201 h 1820523"/>
                <a:gd name="csX101" fmla="*/ 1321135 w 1520626"/>
                <a:gd name="csY101" fmla="*/ 1048981 h 1820523"/>
                <a:gd name="csX102" fmla="*/ 1317171 w 1520626"/>
                <a:gd name="csY102" fmla="*/ 1062192 h 1820523"/>
                <a:gd name="csX103" fmla="*/ 1331704 w 1520626"/>
                <a:gd name="csY103" fmla="*/ 1084652 h 1820523"/>
                <a:gd name="csX104" fmla="*/ 1350200 w 1520626"/>
                <a:gd name="csY104" fmla="*/ 1101826 h 1820523"/>
                <a:gd name="csX105" fmla="*/ 1371338 w 1520626"/>
                <a:gd name="csY105" fmla="*/ 1126928 h 1820523"/>
                <a:gd name="csX106" fmla="*/ 1368696 w 1520626"/>
                <a:gd name="csY106" fmla="*/ 1158635 h 1820523"/>
                <a:gd name="csX107" fmla="*/ 1356805 w 1520626"/>
                <a:gd name="csY107" fmla="*/ 1178452 h 1820523"/>
                <a:gd name="csX108" fmla="*/ 1315850 w 1520626"/>
                <a:gd name="csY108" fmla="*/ 1203553 h 1820523"/>
                <a:gd name="csX109" fmla="*/ 1299997 w 1520626"/>
                <a:gd name="csY109" fmla="*/ 1219407 h 1820523"/>
                <a:gd name="csX110" fmla="*/ 1288106 w 1520626"/>
                <a:gd name="csY110" fmla="*/ 1249793 h 1820523"/>
                <a:gd name="csX111" fmla="*/ 1301077 w 1520626"/>
                <a:gd name="csY111" fmla="*/ 1269250 h 1820523"/>
                <a:gd name="csX112" fmla="*/ 1311887 w 1520626"/>
                <a:gd name="csY112" fmla="*/ 1273574 h 1820523"/>
                <a:gd name="csX113" fmla="*/ 1317599 w 1520626"/>
                <a:gd name="csY113" fmla="*/ 1275478 h 1820523"/>
                <a:gd name="csX114" fmla="*/ 1318493 w 1520626"/>
                <a:gd name="csY114" fmla="*/ 1265647 h 1820523"/>
                <a:gd name="csX115" fmla="*/ 1331704 w 1520626"/>
                <a:gd name="csY115" fmla="*/ 1249793 h 1820523"/>
                <a:gd name="csX116" fmla="*/ 1350200 w 1520626"/>
                <a:gd name="csY116" fmla="*/ 1251114 h 1820523"/>
                <a:gd name="csX117" fmla="*/ 1368696 w 1520626"/>
                <a:gd name="csY117" fmla="*/ 1261683 h 1820523"/>
                <a:gd name="csX118" fmla="*/ 1372659 w 1520626"/>
                <a:gd name="csY118" fmla="*/ 1248472 h 1820523"/>
                <a:gd name="csX119" fmla="*/ 1397761 w 1520626"/>
                <a:gd name="csY119" fmla="*/ 1241867 h 1820523"/>
                <a:gd name="csX120" fmla="*/ 1401724 w 1520626"/>
                <a:gd name="csY120" fmla="*/ 1263005 h 1820523"/>
                <a:gd name="csX121" fmla="*/ 1393797 w 1520626"/>
                <a:gd name="csY121" fmla="*/ 1281500 h 1820523"/>
                <a:gd name="csX122" fmla="*/ 1385870 w 1520626"/>
                <a:gd name="csY122" fmla="*/ 1306602 h 1820523"/>
                <a:gd name="csX123" fmla="*/ 1379265 w 1520626"/>
                <a:gd name="csY123" fmla="*/ 1338309 h 1820523"/>
                <a:gd name="csX124" fmla="*/ 1371338 w 1520626"/>
                <a:gd name="csY124" fmla="*/ 1389834 h 1820523"/>
                <a:gd name="csX125" fmla="*/ 1383228 w 1520626"/>
                <a:gd name="csY125" fmla="*/ 1412293 h 1820523"/>
                <a:gd name="csX126" fmla="*/ 1368696 w 1520626"/>
                <a:gd name="csY126" fmla="*/ 1416257 h 1820523"/>
                <a:gd name="csX127" fmla="*/ 1363411 w 1520626"/>
                <a:gd name="csY127" fmla="*/ 1442679 h 1820523"/>
                <a:gd name="csX128" fmla="*/ 1344915 w 1520626"/>
                <a:gd name="csY128" fmla="*/ 1444000 h 1820523"/>
                <a:gd name="csX129" fmla="*/ 1344915 w 1520626"/>
                <a:gd name="csY129" fmla="*/ 1465138 h 1820523"/>
                <a:gd name="csX130" fmla="*/ 1366054 w 1520626"/>
                <a:gd name="csY130" fmla="*/ 1491561 h 1820523"/>
                <a:gd name="csX131" fmla="*/ 1391155 w 1520626"/>
                <a:gd name="csY131" fmla="*/ 1511378 h 1820523"/>
                <a:gd name="csX132" fmla="*/ 1392476 w 1520626"/>
                <a:gd name="csY132" fmla="*/ 1531195 h 1820523"/>
                <a:gd name="csX133" fmla="*/ 1416256 w 1520626"/>
                <a:gd name="csY133" fmla="*/ 1553654 h 1820523"/>
                <a:gd name="csX134" fmla="*/ 1405687 w 1520626"/>
                <a:gd name="csY134" fmla="*/ 1572150 h 1820523"/>
                <a:gd name="csX135" fmla="*/ 1397761 w 1520626"/>
                <a:gd name="csY135" fmla="*/ 1609142 h 1820523"/>
                <a:gd name="csX136" fmla="*/ 1387192 w 1520626"/>
                <a:gd name="csY136" fmla="*/ 1617069 h 1820523"/>
                <a:gd name="csX137" fmla="*/ 1348878 w 1520626"/>
                <a:gd name="csY137" fmla="*/ 1619711 h 1820523"/>
                <a:gd name="csX138" fmla="*/ 1311887 w 1520626"/>
                <a:gd name="csY138" fmla="*/ 1623674 h 1820523"/>
                <a:gd name="csX139" fmla="*/ 1297355 w 1520626"/>
                <a:gd name="csY139" fmla="*/ 1644813 h 1820523"/>
                <a:gd name="csX140" fmla="*/ 1281501 w 1520626"/>
                <a:gd name="csY140" fmla="*/ 1656703 h 1820523"/>
                <a:gd name="csX141" fmla="*/ 1263005 w 1520626"/>
                <a:gd name="csY141" fmla="*/ 1659345 h 1820523"/>
                <a:gd name="csX142" fmla="*/ 1232619 w 1520626"/>
                <a:gd name="csY142" fmla="*/ 1652739 h 1820523"/>
                <a:gd name="csX143" fmla="*/ 1216765 w 1520626"/>
                <a:gd name="csY143" fmla="*/ 1638207 h 1820523"/>
                <a:gd name="csX144" fmla="*/ 1207517 w 1520626"/>
                <a:gd name="csY144" fmla="*/ 1607821 h 1820523"/>
                <a:gd name="csX145" fmla="*/ 1215444 w 1520626"/>
                <a:gd name="csY145" fmla="*/ 1582719 h 1820523"/>
                <a:gd name="csX146" fmla="*/ 1214123 w 1520626"/>
                <a:gd name="csY146" fmla="*/ 1558939 h 1820523"/>
                <a:gd name="csX147" fmla="*/ 1215444 w 1520626"/>
                <a:gd name="csY147" fmla="*/ 1532516 h 1820523"/>
                <a:gd name="csX148" fmla="*/ 1200911 w 1520626"/>
                <a:gd name="csY148" fmla="*/ 1524589 h 1820523"/>
                <a:gd name="csX149" fmla="*/ 1182416 w 1520626"/>
                <a:gd name="csY149" fmla="*/ 1510057 h 1820523"/>
                <a:gd name="csX150" fmla="*/ 1178452 w 1520626"/>
                <a:gd name="csY150" fmla="*/ 1490240 h 1820523"/>
                <a:gd name="csX151" fmla="*/ 1165241 w 1520626"/>
                <a:gd name="csY151" fmla="*/ 1474386 h 1820523"/>
                <a:gd name="csX152" fmla="*/ 1142781 w 1520626"/>
                <a:gd name="csY152" fmla="*/ 1455890 h 1820523"/>
                <a:gd name="csX153" fmla="*/ 1133534 w 1520626"/>
                <a:gd name="csY153" fmla="*/ 1437395 h 1820523"/>
                <a:gd name="csX154" fmla="*/ 1149387 w 1520626"/>
                <a:gd name="csY154" fmla="*/ 1421541 h 1820523"/>
                <a:gd name="csX155" fmla="*/ 1136176 w 1520626"/>
                <a:gd name="csY155" fmla="*/ 1414935 h 1820523"/>
                <a:gd name="csX156" fmla="*/ 1115038 w 1520626"/>
                <a:gd name="csY156" fmla="*/ 1389834 h 1820523"/>
                <a:gd name="csX157" fmla="*/ 1108432 w 1520626"/>
                <a:gd name="csY157" fmla="*/ 1404366 h 1820523"/>
                <a:gd name="csX158" fmla="*/ 1103148 w 1520626"/>
                <a:gd name="csY158" fmla="*/ 1416257 h 1820523"/>
                <a:gd name="csX159" fmla="*/ 1085973 w 1520626"/>
                <a:gd name="csY159" fmla="*/ 1429468 h 1820523"/>
                <a:gd name="csX160" fmla="*/ 1064835 w 1520626"/>
                <a:gd name="csY160" fmla="*/ 1434752 h 1820523"/>
                <a:gd name="csX161" fmla="*/ 1051623 w 1520626"/>
                <a:gd name="csY161" fmla="*/ 1450606 h 1820523"/>
                <a:gd name="csX162" fmla="*/ 1017274 w 1520626"/>
                <a:gd name="csY162" fmla="*/ 1447964 h 1820523"/>
                <a:gd name="csX163" fmla="*/ 1019312 w 1520626"/>
                <a:gd name="csY163" fmla="*/ 1440832 h 1820523"/>
                <a:gd name="csX164" fmla="*/ 1000367 w 1520626"/>
                <a:gd name="csY164" fmla="*/ 1443538 h 1820523"/>
                <a:gd name="csX165" fmla="*/ 998778 w 1520626"/>
                <a:gd name="csY165" fmla="*/ 1449284 h 1820523"/>
                <a:gd name="csX166" fmla="*/ 960465 w 1520626"/>
                <a:gd name="csY166" fmla="*/ 1488918 h 1820523"/>
                <a:gd name="csX167" fmla="*/ 947253 w 1520626"/>
                <a:gd name="csY167" fmla="*/ 1525910 h 1820523"/>
                <a:gd name="csX168" fmla="*/ 936684 w 1520626"/>
                <a:gd name="csY168" fmla="*/ 1561581 h 1820523"/>
                <a:gd name="csX169" fmla="*/ 927437 w 1520626"/>
                <a:gd name="csY169" fmla="*/ 1617069 h 1820523"/>
                <a:gd name="csX170" fmla="*/ 899692 w 1520626"/>
                <a:gd name="csY170" fmla="*/ 1664630 h 1820523"/>
                <a:gd name="csX171" fmla="*/ 883839 w 1520626"/>
                <a:gd name="csY171" fmla="*/ 1701621 h 1820523"/>
                <a:gd name="csX172" fmla="*/ 854774 w 1520626"/>
                <a:gd name="csY172" fmla="*/ 1741255 h 1820523"/>
                <a:gd name="csX173" fmla="*/ 854774 w 1520626"/>
                <a:gd name="csY173" fmla="*/ 1761072 h 1820523"/>
                <a:gd name="csX174" fmla="*/ 852131 w 1520626"/>
                <a:gd name="csY174" fmla="*/ 1780889 h 1820523"/>
                <a:gd name="csX175" fmla="*/ 852131 w 1520626"/>
                <a:gd name="csY175" fmla="*/ 1807312 h 1820523"/>
                <a:gd name="csX176" fmla="*/ 842884 w 1520626"/>
                <a:gd name="csY176" fmla="*/ 1820523 h 1820523"/>
                <a:gd name="csX177" fmla="*/ 827030 w 1520626"/>
                <a:gd name="csY177" fmla="*/ 1811275 h 1820523"/>
                <a:gd name="csX178" fmla="*/ 821746 w 1520626"/>
                <a:gd name="csY178" fmla="*/ 1786174 h 1820523"/>
                <a:gd name="csX179" fmla="*/ 767579 w 1520626"/>
                <a:gd name="csY179" fmla="*/ 1755788 h 1820523"/>
                <a:gd name="csX180" fmla="*/ 749083 w 1520626"/>
                <a:gd name="csY180" fmla="*/ 1738613 h 1820523"/>
                <a:gd name="csX181" fmla="*/ 726624 w 1520626"/>
                <a:gd name="csY181" fmla="*/ 1729365 h 1820523"/>
                <a:gd name="csX182" fmla="*/ 698880 w 1520626"/>
                <a:gd name="csY182" fmla="*/ 1675199 h 1820523"/>
                <a:gd name="csX183" fmla="*/ 665851 w 1520626"/>
                <a:gd name="csY183" fmla="*/ 1652739 h 1820523"/>
                <a:gd name="csX184" fmla="*/ 646034 w 1520626"/>
                <a:gd name="csY184" fmla="*/ 1617069 h 1820523"/>
                <a:gd name="csX185" fmla="*/ 622254 w 1520626"/>
                <a:gd name="csY185" fmla="*/ 1598573 h 1820523"/>
                <a:gd name="csX186" fmla="*/ 598473 w 1520626"/>
                <a:gd name="csY186" fmla="*/ 1615747 h 1820523"/>
                <a:gd name="csX187" fmla="*/ 579978 w 1520626"/>
                <a:gd name="csY187" fmla="*/ 1624995 h 1820523"/>
                <a:gd name="csX188" fmla="*/ 587330 w 1520626"/>
                <a:gd name="csY188" fmla="*/ 1608657 h 1820523"/>
                <a:gd name="csX189" fmla="*/ 560161 w 1520626"/>
                <a:gd name="csY189" fmla="*/ 1626317 h 1820523"/>
                <a:gd name="csX190" fmla="*/ 541666 w 1520626"/>
                <a:gd name="csY190" fmla="*/ 1650097 h 1820523"/>
                <a:gd name="csX191" fmla="*/ 523169 w 1520626"/>
                <a:gd name="csY191" fmla="*/ 1646133 h 1820523"/>
                <a:gd name="csX192" fmla="*/ 500710 w 1520626"/>
                <a:gd name="csY192" fmla="*/ 1659345 h 1820523"/>
                <a:gd name="csX193" fmla="*/ 484857 w 1520626"/>
                <a:gd name="csY193" fmla="*/ 1660666 h 1820523"/>
                <a:gd name="csX194" fmla="*/ 457113 w 1520626"/>
                <a:gd name="csY194" fmla="*/ 1683125 h 1820523"/>
                <a:gd name="csX195" fmla="*/ 433332 w 1520626"/>
                <a:gd name="csY195" fmla="*/ 1681804 h 1820523"/>
                <a:gd name="csX196" fmla="*/ 438617 w 1520626"/>
                <a:gd name="csY196" fmla="*/ 1651418 h 1820523"/>
                <a:gd name="csX197" fmla="*/ 437296 w 1520626"/>
                <a:gd name="csY197" fmla="*/ 1642170 h 1820523"/>
                <a:gd name="csX198" fmla="*/ 450507 w 1520626"/>
                <a:gd name="csY198" fmla="*/ 1628959 h 1820523"/>
                <a:gd name="csX199" fmla="*/ 459755 w 1520626"/>
                <a:gd name="csY199" fmla="*/ 1614426 h 1820523"/>
                <a:gd name="csX200" fmla="*/ 470324 w 1520626"/>
                <a:gd name="csY200" fmla="*/ 1597251 h 1820523"/>
                <a:gd name="csX201" fmla="*/ 463718 w 1520626"/>
                <a:gd name="csY201" fmla="*/ 1578755 h 1820523"/>
                <a:gd name="csX202" fmla="*/ 472967 w 1520626"/>
                <a:gd name="csY202" fmla="*/ 1551012 h 1820523"/>
                <a:gd name="csX203" fmla="*/ 466360 w 1520626"/>
                <a:gd name="csY203" fmla="*/ 1523268 h 1820523"/>
                <a:gd name="csX204" fmla="*/ 442580 w 1520626"/>
                <a:gd name="csY204" fmla="*/ 1517983 h 1820523"/>
                <a:gd name="csX205" fmla="*/ 441259 w 1520626"/>
                <a:gd name="csY205" fmla="*/ 1512699 h 1820523"/>
                <a:gd name="csX206" fmla="*/ 455791 w 1520626"/>
                <a:gd name="csY206" fmla="*/ 1498166 h 1820523"/>
                <a:gd name="csX207" fmla="*/ 452264 w 1520626"/>
                <a:gd name="csY207" fmla="*/ 1480530 h 1820523"/>
                <a:gd name="csX208" fmla="*/ 443069 w 1520626"/>
                <a:gd name="csY208" fmla="*/ 1468270 h 1820523"/>
                <a:gd name="csX209" fmla="*/ 442082 w 1520626"/>
                <a:gd name="csY209" fmla="*/ 1446057 h 1820523"/>
                <a:gd name="csX210" fmla="*/ 437295 w 1520626"/>
                <a:gd name="csY210" fmla="*/ 1445321 h 1820523"/>
                <a:gd name="csX211" fmla="*/ 418799 w 1520626"/>
                <a:gd name="csY211" fmla="*/ 1445321 h 1820523"/>
                <a:gd name="csX212" fmla="*/ 410872 w 1520626"/>
                <a:gd name="csY212" fmla="*/ 1430788 h 1820523"/>
                <a:gd name="csX213" fmla="*/ 424084 w 1520626"/>
                <a:gd name="csY213" fmla="*/ 1418898 h 1820523"/>
                <a:gd name="csX214" fmla="*/ 420121 w 1520626"/>
                <a:gd name="csY214" fmla="*/ 1407008 h 1820523"/>
                <a:gd name="csX215" fmla="*/ 422763 w 1520626"/>
                <a:gd name="csY215" fmla="*/ 1395118 h 1820523"/>
                <a:gd name="csX216" fmla="*/ 418799 w 1520626"/>
                <a:gd name="csY216" fmla="*/ 1373980 h 1820523"/>
                <a:gd name="csX217" fmla="*/ 425405 w 1520626"/>
                <a:gd name="csY217" fmla="*/ 1356805 h 1820523"/>
                <a:gd name="csX218" fmla="*/ 425405 w 1520626"/>
                <a:gd name="csY218" fmla="*/ 1334345 h 1820523"/>
                <a:gd name="csX219" fmla="*/ 413514 w 1520626"/>
                <a:gd name="csY219" fmla="*/ 1329061 h 1820523"/>
                <a:gd name="csX220" fmla="*/ 397660 w 1520626"/>
                <a:gd name="csY220" fmla="*/ 1330382 h 1820523"/>
                <a:gd name="csX221" fmla="*/ 392376 w 1520626"/>
                <a:gd name="csY221" fmla="*/ 1327740 h 1820523"/>
                <a:gd name="csX222" fmla="*/ 401283 w 1520626"/>
                <a:gd name="csY222" fmla="*/ 1318833 h 1820523"/>
                <a:gd name="csX223" fmla="*/ 365081 w 1520626"/>
                <a:gd name="csY223" fmla="*/ 1312129 h 1820523"/>
                <a:gd name="csX224" fmla="*/ 342173 w 1520626"/>
                <a:gd name="csY224" fmla="*/ 1318492 h 1820523"/>
                <a:gd name="csX225" fmla="*/ 338210 w 1520626"/>
                <a:gd name="csY225" fmla="*/ 1333025 h 1820523"/>
                <a:gd name="csX226" fmla="*/ 322356 w 1520626"/>
                <a:gd name="csY226" fmla="*/ 1336988 h 1820523"/>
                <a:gd name="csX227" fmla="*/ 314430 w 1520626"/>
                <a:gd name="csY227" fmla="*/ 1330382 h 1820523"/>
                <a:gd name="csX228" fmla="*/ 310466 w 1520626"/>
                <a:gd name="csY228" fmla="*/ 1317171 h 1820523"/>
                <a:gd name="csX229" fmla="*/ 291970 w 1520626"/>
                <a:gd name="csY229" fmla="*/ 1310565 h 1820523"/>
                <a:gd name="csX230" fmla="*/ 278759 w 1520626"/>
                <a:gd name="csY230" fmla="*/ 1327740 h 1820523"/>
                <a:gd name="csX231" fmla="*/ 273474 w 1520626"/>
                <a:gd name="csY231" fmla="*/ 1322455 h 1820523"/>
                <a:gd name="csX232" fmla="*/ 277438 w 1520626"/>
                <a:gd name="csY232" fmla="*/ 1309244 h 1820523"/>
                <a:gd name="csX233" fmla="*/ 270832 w 1520626"/>
                <a:gd name="csY233" fmla="*/ 1297354 h 1820523"/>
                <a:gd name="csX234" fmla="*/ 239124 w 1520626"/>
                <a:gd name="csY234" fmla="*/ 1299996 h 1820523"/>
                <a:gd name="csX235" fmla="*/ 236947 w 1520626"/>
                <a:gd name="csY235" fmla="*/ 1292740 h 1820523"/>
                <a:gd name="csX236" fmla="*/ 222334 w 1520626"/>
                <a:gd name="csY236" fmla="*/ 1297187 h 1820523"/>
                <a:gd name="csX237" fmla="*/ 224593 w 1520626"/>
                <a:gd name="csY237" fmla="*/ 1306603 h 1820523"/>
                <a:gd name="csX238" fmla="*/ 207418 w 1520626"/>
                <a:gd name="csY238" fmla="*/ 1321135 h 1820523"/>
                <a:gd name="csX239" fmla="*/ 210060 w 1520626"/>
                <a:gd name="csY239" fmla="*/ 1343594 h 1820523"/>
                <a:gd name="csX240" fmla="*/ 182317 w 1520626"/>
                <a:gd name="csY240" fmla="*/ 1356806 h 1820523"/>
                <a:gd name="csX241" fmla="*/ 180995 w 1520626"/>
                <a:gd name="csY241" fmla="*/ 1348879 h 1820523"/>
                <a:gd name="csX242" fmla="*/ 146646 w 1520626"/>
                <a:gd name="csY242" fmla="*/ 1338310 h 1820523"/>
                <a:gd name="csX243" fmla="*/ 140041 w 1520626"/>
                <a:gd name="csY243" fmla="*/ 1326420 h 1820523"/>
                <a:gd name="csX244" fmla="*/ 121544 w 1520626"/>
                <a:gd name="csY244" fmla="*/ 1322456 h 1820523"/>
                <a:gd name="csX245" fmla="*/ 95122 w 1520626"/>
                <a:gd name="csY245" fmla="*/ 1325098 h 1820523"/>
                <a:gd name="csX246" fmla="*/ 73983 w 1520626"/>
                <a:gd name="csY246" fmla="*/ 1348879 h 1820523"/>
                <a:gd name="csX247" fmla="*/ 70020 w 1520626"/>
                <a:gd name="csY247" fmla="*/ 1376623 h 1820523"/>
                <a:gd name="csX248" fmla="*/ 54166 w 1520626"/>
                <a:gd name="csY248" fmla="*/ 1380586 h 1820523"/>
                <a:gd name="csX249" fmla="*/ 25101 w 1520626"/>
                <a:gd name="csY249" fmla="*/ 1383228 h 1820523"/>
                <a:gd name="csX250" fmla="*/ 29065 w 1520626"/>
                <a:gd name="csY250" fmla="*/ 1380586 h 1820523"/>
                <a:gd name="csX251" fmla="*/ 30386 w 1520626"/>
                <a:gd name="csY251" fmla="*/ 1363412 h 1820523"/>
                <a:gd name="csX252" fmla="*/ 34350 w 1520626"/>
                <a:gd name="csY252" fmla="*/ 1350200 h 1820523"/>
                <a:gd name="csX253" fmla="*/ 44919 w 1520626"/>
                <a:gd name="csY253" fmla="*/ 1329062 h 1820523"/>
                <a:gd name="csX254" fmla="*/ 55488 w 1520626"/>
                <a:gd name="csY254" fmla="*/ 1285464 h 1820523"/>
                <a:gd name="csX255" fmla="*/ 51524 w 1520626"/>
                <a:gd name="csY255" fmla="*/ 1274895 h 1820523"/>
                <a:gd name="csX256" fmla="*/ 48882 w 1520626"/>
                <a:gd name="csY256" fmla="*/ 1247152 h 1820523"/>
                <a:gd name="csX257" fmla="*/ 52845 w 1520626"/>
                <a:gd name="csY257" fmla="*/ 1236583 h 1820523"/>
                <a:gd name="csX258" fmla="*/ 70020 w 1520626"/>
                <a:gd name="csY258" fmla="*/ 1224692 h 1820523"/>
                <a:gd name="csX259" fmla="*/ 68699 w 1520626"/>
                <a:gd name="csY259" fmla="*/ 1203554 h 1820523"/>
                <a:gd name="csX260" fmla="*/ 60772 w 1520626"/>
                <a:gd name="csY260" fmla="*/ 1178453 h 1820523"/>
                <a:gd name="csX261" fmla="*/ 55488 w 1520626"/>
                <a:gd name="csY261" fmla="*/ 1165241 h 1820523"/>
                <a:gd name="csX262" fmla="*/ 63414 w 1520626"/>
                <a:gd name="csY262" fmla="*/ 1112396 h 1820523"/>
                <a:gd name="csX263" fmla="*/ 70020 w 1520626"/>
                <a:gd name="csY263" fmla="*/ 1093900 h 1820523"/>
                <a:gd name="csX264" fmla="*/ 58130 w 1520626"/>
                <a:gd name="csY264" fmla="*/ 1083331 h 1820523"/>
                <a:gd name="csX265" fmla="*/ 34350 w 1520626"/>
                <a:gd name="csY265" fmla="*/ 1085973 h 1820523"/>
                <a:gd name="csX266" fmla="*/ 18496 w 1520626"/>
                <a:gd name="csY266" fmla="*/ 1072762 h 1820523"/>
                <a:gd name="csX267" fmla="*/ 2642 w 1520626"/>
                <a:gd name="csY267" fmla="*/ 1068798 h 1820523"/>
                <a:gd name="csX268" fmla="*/ 1321 w 1520626"/>
                <a:gd name="csY268" fmla="*/ 1048981 h 1820523"/>
                <a:gd name="csX269" fmla="*/ 15853 w 1520626"/>
                <a:gd name="csY269" fmla="*/ 1031806 h 1820523"/>
                <a:gd name="csX270" fmla="*/ 13211 w 1520626"/>
                <a:gd name="csY270" fmla="*/ 1008026 h 1820523"/>
                <a:gd name="csX271" fmla="*/ 2642 w 1520626"/>
                <a:gd name="csY271" fmla="*/ 992172 h 1820523"/>
                <a:gd name="csX272" fmla="*/ 0 w 1520626"/>
                <a:gd name="csY272" fmla="*/ 977640 h 1820523"/>
                <a:gd name="csX273" fmla="*/ 19817 w 1520626"/>
                <a:gd name="csY273" fmla="*/ 967071 h 1820523"/>
                <a:gd name="csX274" fmla="*/ 13211 w 1520626"/>
                <a:gd name="csY274" fmla="*/ 952538 h 1820523"/>
                <a:gd name="csX275" fmla="*/ 33028 w 1520626"/>
                <a:gd name="csY275" fmla="*/ 945933 h 1820523"/>
                <a:gd name="csX276" fmla="*/ 55488 w 1520626"/>
                <a:gd name="csY276" fmla="*/ 952538 h 1820523"/>
                <a:gd name="csX277" fmla="*/ 63414 w 1520626"/>
                <a:gd name="csY277" fmla="*/ 938006 h 1820523"/>
                <a:gd name="csX278" fmla="*/ 76626 w 1520626"/>
                <a:gd name="csY278" fmla="*/ 907619 h 1820523"/>
                <a:gd name="csX279" fmla="*/ 91158 w 1520626"/>
                <a:gd name="csY279" fmla="*/ 857417 h 1820523"/>
                <a:gd name="csX280" fmla="*/ 92480 w 1520626"/>
                <a:gd name="csY280" fmla="*/ 815140 h 1820523"/>
                <a:gd name="csX281" fmla="*/ 96443 w 1520626"/>
                <a:gd name="csY281" fmla="*/ 782112 h 1820523"/>
                <a:gd name="csX282" fmla="*/ 101727 w 1520626"/>
                <a:gd name="csY282" fmla="*/ 767579 h 1820523"/>
                <a:gd name="csX283" fmla="*/ 108333 w 1520626"/>
                <a:gd name="csY283" fmla="*/ 749083 h 1820523"/>
                <a:gd name="csX284" fmla="*/ 101727 w 1520626"/>
                <a:gd name="csY284" fmla="*/ 731909 h 1820523"/>
                <a:gd name="csX285" fmla="*/ 113618 w 1520626"/>
                <a:gd name="csY285" fmla="*/ 725303 h 1820523"/>
                <a:gd name="csX286" fmla="*/ 124187 w 1520626"/>
                <a:gd name="csY286" fmla="*/ 723982 h 1820523"/>
                <a:gd name="csX287" fmla="*/ 136077 w 1520626"/>
                <a:gd name="csY287" fmla="*/ 708128 h 1820523"/>
                <a:gd name="csX288" fmla="*/ 134756 w 1520626"/>
                <a:gd name="csY288" fmla="*/ 688311 h 1820523"/>
                <a:gd name="csX289" fmla="*/ 141362 w 1520626"/>
                <a:gd name="csY289" fmla="*/ 681706 h 1820523"/>
                <a:gd name="csX290" fmla="*/ 158536 w 1520626"/>
                <a:gd name="csY290" fmla="*/ 679063 h 1820523"/>
                <a:gd name="csX291" fmla="*/ 180995 w 1520626"/>
                <a:gd name="csY291" fmla="*/ 683027 h 1820523"/>
                <a:gd name="csX292" fmla="*/ 202134 w 1520626"/>
                <a:gd name="csY292" fmla="*/ 683027 h 1820523"/>
                <a:gd name="csX293" fmla="*/ 212703 w 1520626"/>
                <a:gd name="csY293" fmla="*/ 697559 h 1820523"/>
                <a:gd name="csX294" fmla="*/ 214711 w 1520626"/>
                <a:gd name="csY294" fmla="*/ 712620 h 1820523"/>
                <a:gd name="csX295" fmla="*/ 231665 w 1520626"/>
                <a:gd name="csY295" fmla="*/ 712620 h 1820523"/>
                <a:gd name="csX296" fmla="*/ 229877 w 1520626"/>
                <a:gd name="csY296" fmla="*/ 706807 h 1820523"/>
                <a:gd name="csX297" fmla="*/ 239124 w 1520626"/>
                <a:gd name="csY297" fmla="*/ 692275 h 1820523"/>
                <a:gd name="csX298" fmla="*/ 257620 w 1520626"/>
                <a:gd name="csY298" fmla="*/ 672458 h 1820523"/>
                <a:gd name="csX299" fmla="*/ 270831 w 1520626"/>
                <a:gd name="csY299" fmla="*/ 653961 h 1820523"/>
                <a:gd name="csX300" fmla="*/ 269510 w 1520626"/>
                <a:gd name="csY300" fmla="*/ 632823 h 1820523"/>
                <a:gd name="csX301" fmla="*/ 281401 w 1520626"/>
                <a:gd name="csY301" fmla="*/ 626218 h 1820523"/>
                <a:gd name="csX302" fmla="*/ 302539 w 1520626"/>
                <a:gd name="csY302" fmla="*/ 610364 h 1820523"/>
                <a:gd name="csX303" fmla="*/ 307823 w 1520626"/>
                <a:gd name="csY303" fmla="*/ 586584 h 1820523"/>
                <a:gd name="csX304" fmla="*/ 318392 w 1520626"/>
                <a:gd name="csY304" fmla="*/ 568088 h 1820523"/>
                <a:gd name="csX305" fmla="*/ 334246 w 1520626"/>
                <a:gd name="csY305" fmla="*/ 562803 h 1820523"/>
                <a:gd name="csX306" fmla="*/ 350100 w 1520626"/>
                <a:gd name="csY306" fmla="*/ 574693 h 1820523"/>
                <a:gd name="csX307" fmla="*/ 380486 w 1520626"/>
                <a:gd name="csY307" fmla="*/ 582620 h 1820523"/>
                <a:gd name="csX308" fmla="*/ 388611 w 1520626"/>
                <a:gd name="csY308" fmla="*/ 593647 h 1820523"/>
                <a:gd name="csX309" fmla="*/ 403092 w 1520626"/>
                <a:gd name="csY309" fmla="*/ 582574 h 1820523"/>
                <a:gd name="csX310" fmla="*/ 398982 w 1520626"/>
                <a:gd name="csY310" fmla="*/ 581299 h 1820523"/>
                <a:gd name="csX311" fmla="*/ 402945 w 1520626"/>
                <a:gd name="csY311" fmla="*/ 552234 h 1820523"/>
                <a:gd name="csX312" fmla="*/ 428047 w 1520626"/>
                <a:gd name="csY312" fmla="*/ 539023 h 1820523"/>
                <a:gd name="csX313" fmla="*/ 443901 w 1520626"/>
                <a:gd name="csY313" fmla="*/ 546949 h 1820523"/>
                <a:gd name="csX314" fmla="*/ 461075 w 1520626"/>
                <a:gd name="csY314" fmla="*/ 569409 h 1820523"/>
                <a:gd name="csX315" fmla="*/ 480892 w 1520626"/>
                <a:gd name="csY315" fmla="*/ 554876 h 1820523"/>
                <a:gd name="csX316" fmla="*/ 502030 w 1520626"/>
                <a:gd name="csY316" fmla="*/ 539023 h 1820523"/>
                <a:gd name="csX317" fmla="*/ 525811 w 1520626"/>
                <a:gd name="csY317" fmla="*/ 528454 h 1820523"/>
                <a:gd name="csX318" fmla="*/ 529774 w 1520626"/>
                <a:gd name="csY318" fmla="*/ 498068 h 1820523"/>
                <a:gd name="csX319" fmla="*/ 520527 w 1520626"/>
                <a:gd name="csY319" fmla="*/ 463718 h 1820523"/>
                <a:gd name="csX320" fmla="*/ 492782 w 1520626"/>
                <a:gd name="csY320" fmla="*/ 428048 h 1820523"/>
                <a:gd name="csX321" fmla="*/ 482213 w 1520626"/>
                <a:gd name="csY321" fmla="*/ 406909 h 1820523"/>
                <a:gd name="csX322" fmla="*/ 455791 w 1520626"/>
                <a:gd name="csY322" fmla="*/ 395019 h 1820523"/>
                <a:gd name="csX323" fmla="*/ 449185 w 1520626"/>
                <a:gd name="csY323" fmla="*/ 365954 h 1820523"/>
                <a:gd name="csX324" fmla="*/ 462397 w 1520626"/>
                <a:gd name="csY324" fmla="*/ 342173 h 1820523"/>
                <a:gd name="csX325" fmla="*/ 494104 w 1520626"/>
                <a:gd name="csY325" fmla="*/ 335568 h 1820523"/>
                <a:gd name="csX326" fmla="*/ 504673 w 1520626"/>
                <a:gd name="csY326" fmla="*/ 322357 h 1820523"/>
                <a:gd name="csX327" fmla="*/ 509958 w 1520626"/>
                <a:gd name="csY327" fmla="*/ 332926 h 1820523"/>
                <a:gd name="csX328" fmla="*/ 521848 w 1520626"/>
                <a:gd name="csY328" fmla="*/ 360670 h 1820523"/>
                <a:gd name="csX329" fmla="*/ 545628 w 1520626"/>
                <a:gd name="csY329" fmla="*/ 343495 h 1820523"/>
                <a:gd name="csX330" fmla="*/ 561481 w 1520626"/>
                <a:gd name="csY330" fmla="*/ 343495 h 1820523"/>
                <a:gd name="csX331" fmla="*/ 576014 w 1520626"/>
                <a:gd name="csY331" fmla="*/ 328962 h 1820523"/>
                <a:gd name="csX332" fmla="*/ 606400 w 1520626"/>
                <a:gd name="csY332" fmla="*/ 342173 h 1820523"/>
                <a:gd name="csX333" fmla="*/ 619611 w 1520626"/>
                <a:gd name="csY333" fmla="*/ 326320 h 1820523"/>
                <a:gd name="csX334" fmla="*/ 613006 w 1520626"/>
                <a:gd name="csY334" fmla="*/ 295934 h 1820523"/>
                <a:gd name="csX335" fmla="*/ 616969 w 1520626"/>
                <a:gd name="csY335" fmla="*/ 274796 h 1820523"/>
                <a:gd name="csX336" fmla="*/ 597152 w 1520626"/>
                <a:gd name="csY336" fmla="*/ 254979 h 1820523"/>
                <a:gd name="csX337" fmla="*/ 598473 w 1520626"/>
                <a:gd name="csY337" fmla="*/ 194206 h 1820523"/>
                <a:gd name="csX338" fmla="*/ 578657 w 1520626"/>
                <a:gd name="csY338" fmla="*/ 174390 h 1820523"/>
                <a:gd name="csX339" fmla="*/ 586583 w 1520626"/>
                <a:gd name="csY339" fmla="*/ 151930 h 1820523"/>
                <a:gd name="csX340" fmla="*/ 576014 w 1520626"/>
                <a:gd name="csY340" fmla="*/ 134756 h 1820523"/>
                <a:gd name="csX341" fmla="*/ 576014 w 1520626"/>
                <a:gd name="csY341" fmla="*/ 120223 h 1820523"/>
                <a:gd name="csX342" fmla="*/ 586583 w 1520626"/>
                <a:gd name="csY342" fmla="*/ 103048 h 1820523"/>
                <a:gd name="csX343" fmla="*/ 579978 w 1520626"/>
                <a:gd name="csY343" fmla="*/ 56808 h 1820523"/>
                <a:gd name="csX344" fmla="*/ 578657 w 1520626"/>
                <a:gd name="csY344" fmla="*/ 31707 h 1820523"/>
                <a:gd name="csX345" fmla="*/ 587904 w 1520626"/>
                <a:gd name="csY345" fmla="*/ 7927 h 1820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1520626" h="1820523">
                  <a:moveTo>
                    <a:pt x="605079" y="0"/>
                  </a:moveTo>
                  <a:lnTo>
                    <a:pt x="613006" y="6606"/>
                  </a:lnTo>
                  <a:lnTo>
                    <a:pt x="602437" y="38313"/>
                  </a:lnTo>
                  <a:lnTo>
                    <a:pt x="610364" y="75305"/>
                  </a:lnTo>
                  <a:lnTo>
                    <a:pt x="651319" y="107012"/>
                  </a:lnTo>
                  <a:lnTo>
                    <a:pt x="673778" y="133435"/>
                  </a:lnTo>
                  <a:lnTo>
                    <a:pt x="683026" y="110975"/>
                  </a:lnTo>
                  <a:lnTo>
                    <a:pt x="705485" y="114938"/>
                  </a:lnTo>
                  <a:lnTo>
                    <a:pt x="709448" y="89837"/>
                  </a:lnTo>
                  <a:lnTo>
                    <a:pt x="735871" y="80589"/>
                  </a:lnTo>
                  <a:lnTo>
                    <a:pt x="750404" y="62093"/>
                  </a:lnTo>
                  <a:lnTo>
                    <a:pt x="762294" y="47561"/>
                  </a:lnTo>
                  <a:lnTo>
                    <a:pt x="772863" y="34349"/>
                  </a:lnTo>
                  <a:lnTo>
                    <a:pt x="767578" y="21138"/>
                  </a:lnTo>
                  <a:lnTo>
                    <a:pt x="803249" y="13211"/>
                  </a:lnTo>
                  <a:lnTo>
                    <a:pt x="820424" y="36992"/>
                  </a:lnTo>
                  <a:lnTo>
                    <a:pt x="841562" y="40955"/>
                  </a:lnTo>
                  <a:lnTo>
                    <a:pt x="815139" y="60772"/>
                  </a:lnTo>
                  <a:lnTo>
                    <a:pt x="816461" y="79268"/>
                  </a:lnTo>
                  <a:lnTo>
                    <a:pt x="811176" y="93800"/>
                  </a:lnTo>
                  <a:lnTo>
                    <a:pt x="799286" y="133435"/>
                  </a:lnTo>
                  <a:lnTo>
                    <a:pt x="790038" y="141361"/>
                  </a:lnTo>
                  <a:lnTo>
                    <a:pt x="796644" y="173068"/>
                  </a:lnTo>
                  <a:lnTo>
                    <a:pt x="815139" y="195528"/>
                  </a:lnTo>
                  <a:lnTo>
                    <a:pt x="841562" y="199491"/>
                  </a:lnTo>
                  <a:lnTo>
                    <a:pt x="865343" y="186280"/>
                  </a:lnTo>
                  <a:lnTo>
                    <a:pt x="881196" y="249694"/>
                  </a:lnTo>
                  <a:lnTo>
                    <a:pt x="910261" y="260263"/>
                  </a:lnTo>
                  <a:lnTo>
                    <a:pt x="923473" y="265548"/>
                  </a:lnTo>
                  <a:lnTo>
                    <a:pt x="926115" y="235162"/>
                  </a:lnTo>
                  <a:lnTo>
                    <a:pt x="959143" y="220629"/>
                  </a:lnTo>
                  <a:lnTo>
                    <a:pt x="992172" y="214024"/>
                  </a:lnTo>
                  <a:lnTo>
                    <a:pt x="997456" y="191564"/>
                  </a:lnTo>
                  <a:lnTo>
                    <a:pt x="1019915" y="183637"/>
                  </a:lnTo>
                  <a:lnTo>
                    <a:pt x="1025200" y="203454"/>
                  </a:lnTo>
                  <a:lnTo>
                    <a:pt x="1062192" y="200813"/>
                  </a:lnTo>
                  <a:lnTo>
                    <a:pt x="1071440" y="228556"/>
                  </a:lnTo>
                  <a:lnTo>
                    <a:pt x="1092578" y="229877"/>
                  </a:lnTo>
                  <a:lnTo>
                    <a:pt x="1113716" y="212703"/>
                  </a:lnTo>
                  <a:lnTo>
                    <a:pt x="1113716" y="195528"/>
                  </a:lnTo>
                  <a:lnTo>
                    <a:pt x="1126927" y="191564"/>
                  </a:lnTo>
                  <a:lnTo>
                    <a:pt x="1133533" y="211382"/>
                  </a:lnTo>
                  <a:lnTo>
                    <a:pt x="1150708" y="225914"/>
                  </a:lnTo>
                  <a:lnTo>
                    <a:pt x="1154671" y="291971"/>
                  </a:lnTo>
                  <a:lnTo>
                    <a:pt x="1149387" y="334247"/>
                  </a:lnTo>
                  <a:lnTo>
                    <a:pt x="1146744" y="369918"/>
                  </a:lnTo>
                  <a:lnTo>
                    <a:pt x="1146629" y="370038"/>
                  </a:lnTo>
                  <a:lnTo>
                    <a:pt x="1155735" y="379750"/>
                  </a:lnTo>
                  <a:lnTo>
                    <a:pt x="1161278" y="373881"/>
                  </a:lnTo>
                  <a:lnTo>
                    <a:pt x="1174489" y="389735"/>
                  </a:lnTo>
                  <a:cubicBezTo>
                    <a:pt x="1169644" y="410433"/>
                    <a:pt x="1178012" y="423204"/>
                    <a:pt x="1179773" y="439938"/>
                  </a:cubicBezTo>
                  <a:lnTo>
                    <a:pt x="1191664" y="474287"/>
                  </a:lnTo>
                  <a:lnTo>
                    <a:pt x="1206196" y="491462"/>
                  </a:lnTo>
                  <a:lnTo>
                    <a:pt x="1236582" y="492783"/>
                  </a:lnTo>
                  <a:lnTo>
                    <a:pt x="1253757" y="492783"/>
                  </a:lnTo>
                  <a:lnTo>
                    <a:pt x="1268289" y="499389"/>
                  </a:lnTo>
                  <a:lnTo>
                    <a:pt x="1282822" y="512601"/>
                  </a:lnTo>
                  <a:lnTo>
                    <a:pt x="1290748" y="503353"/>
                  </a:lnTo>
                  <a:lnTo>
                    <a:pt x="1321135" y="502032"/>
                  </a:lnTo>
                  <a:lnTo>
                    <a:pt x="1342273" y="499389"/>
                  </a:lnTo>
                  <a:lnTo>
                    <a:pt x="1355484" y="504674"/>
                  </a:lnTo>
                  <a:lnTo>
                    <a:pt x="1364732" y="516564"/>
                  </a:lnTo>
                  <a:lnTo>
                    <a:pt x="1366054" y="540344"/>
                  </a:lnTo>
                  <a:lnTo>
                    <a:pt x="1372659" y="560161"/>
                  </a:lnTo>
                  <a:lnTo>
                    <a:pt x="1363411" y="582621"/>
                  </a:lnTo>
                  <a:lnTo>
                    <a:pt x="1372659" y="594511"/>
                  </a:lnTo>
                  <a:lnTo>
                    <a:pt x="1385870" y="597153"/>
                  </a:lnTo>
                  <a:lnTo>
                    <a:pt x="1409651" y="606401"/>
                  </a:lnTo>
                  <a:lnTo>
                    <a:pt x="1424184" y="606401"/>
                  </a:lnTo>
                  <a:lnTo>
                    <a:pt x="1440037" y="607722"/>
                  </a:lnTo>
                  <a:lnTo>
                    <a:pt x="1454569" y="607722"/>
                  </a:lnTo>
                  <a:lnTo>
                    <a:pt x="1473065" y="619612"/>
                  </a:lnTo>
                  <a:lnTo>
                    <a:pt x="1484955" y="623576"/>
                  </a:lnTo>
                  <a:lnTo>
                    <a:pt x="1491561" y="635466"/>
                  </a:lnTo>
                  <a:lnTo>
                    <a:pt x="1494204" y="649999"/>
                  </a:lnTo>
                  <a:lnTo>
                    <a:pt x="1508736" y="656604"/>
                  </a:lnTo>
                  <a:lnTo>
                    <a:pt x="1508736" y="675100"/>
                  </a:lnTo>
                  <a:lnTo>
                    <a:pt x="1517984" y="697559"/>
                  </a:lnTo>
                  <a:lnTo>
                    <a:pt x="1508736" y="710771"/>
                  </a:lnTo>
                  <a:lnTo>
                    <a:pt x="1512699" y="725303"/>
                  </a:lnTo>
                  <a:lnTo>
                    <a:pt x="1520626" y="742478"/>
                  </a:lnTo>
                  <a:lnTo>
                    <a:pt x="1519305" y="767579"/>
                  </a:lnTo>
                  <a:lnTo>
                    <a:pt x="1506094" y="782112"/>
                  </a:lnTo>
                  <a:lnTo>
                    <a:pt x="1498167" y="799287"/>
                  </a:lnTo>
                  <a:lnTo>
                    <a:pt x="1504773" y="813819"/>
                  </a:lnTo>
                  <a:lnTo>
                    <a:pt x="1506094" y="840242"/>
                  </a:lnTo>
                  <a:lnTo>
                    <a:pt x="1494204" y="841563"/>
                  </a:lnTo>
                  <a:lnTo>
                    <a:pt x="1458533" y="837599"/>
                  </a:lnTo>
                  <a:lnTo>
                    <a:pt x="1433431" y="845526"/>
                  </a:lnTo>
                  <a:lnTo>
                    <a:pt x="1416256" y="867986"/>
                  </a:lnTo>
                  <a:lnTo>
                    <a:pt x="1414935" y="894408"/>
                  </a:lnTo>
                  <a:lnTo>
                    <a:pt x="1395118" y="890445"/>
                  </a:lnTo>
                  <a:lnTo>
                    <a:pt x="1379265" y="901014"/>
                  </a:lnTo>
                  <a:lnTo>
                    <a:pt x="1383228" y="922152"/>
                  </a:lnTo>
                  <a:lnTo>
                    <a:pt x="1363411" y="920831"/>
                  </a:lnTo>
                  <a:lnTo>
                    <a:pt x="1343594" y="924795"/>
                  </a:lnTo>
                  <a:lnTo>
                    <a:pt x="1325098" y="952538"/>
                  </a:lnTo>
                  <a:lnTo>
                    <a:pt x="1325098" y="978961"/>
                  </a:lnTo>
                  <a:lnTo>
                    <a:pt x="1343594" y="990851"/>
                  </a:lnTo>
                  <a:lnTo>
                    <a:pt x="1352842" y="1005384"/>
                  </a:lnTo>
                  <a:lnTo>
                    <a:pt x="1343594" y="1025201"/>
                  </a:lnTo>
                  <a:lnTo>
                    <a:pt x="1321135" y="1048981"/>
                  </a:lnTo>
                  <a:lnTo>
                    <a:pt x="1317171" y="1062192"/>
                  </a:lnTo>
                  <a:lnTo>
                    <a:pt x="1331704" y="1084652"/>
                  </a:lnTo>
                  <a:lnTo>
                    <a:pt x="1350200" y="1101826"/>
                  </a:lnTo>
                  <a:lnTo>
                    <a:pt x="1371338" y="1126928"/>
                  </a:lnTo>
                  <a:lnTo>
                    <a:pt x="1368696" y="1158635"/>
                  </a:lnTo>
                  <a:lnTo>
                    <a:pt x="1356805" y="1178452"/>
                  </a:lnTo>
                  <a:lnTo>
                    <a:pt x="1315850" y="1203553"/>
                  </a:lnTo>
                  <a:lnTo>
                    <a:pt x="1299997" y="1219407"/>
                  </a:lnTo>
                  <a:lnTo>
                    <a:pt x="1288106" y="1249793"/>
                  </a:lnTo>
                  <a:lnTo>
                    <a:pt x="1301077" y="1269250"/>
                  </a:lnTo>
                  <a:lnTo>
                    <a:pt x="1311887" y="1273574"/>
                  </a:lnTo>
                  <a:lnTo>
                    <a:pt x="1317599" y="1275478"/>
                  </a:lnTo>
                  <a:lnTo>
                    <a:pt x="1318493" y="1265647"/>
                  </a:lnTo>
                  <a:lnTo>
                    <a:pt x="1331704" y="1249793"/>
                  </a:lnTo>
                  <a:lnTo>
                    <a:pt x="1350200" y="1251114"/>
                  </a:lnTo>
                  <a:lnTo>
                    <a:pt x="1368696" y="1261683"/>
                  </a:lnTo>
                  <a:lnTo>
                    <a:pt x="1372659" y="1248472"/>
                  </a:lnTo>
                  <a:lnTo>
                    <a:pt x="1397761" y="1241867"/>
                  </a:lnTo>
                  <a:lnTo>
                    <a:pt x="1401724" y="1263005"/>
                  </a:lnTo>
                  <a:lnTo>
                    <a:pt x="1393797" y="1281500"/>
                  </a:lnTo>
                  <a:lnTo>
                    <a:pt x="1385870" y="1306602"/>
                  </a:lnTo>
                  <a:lnTo>
                    <a:pt x="1379265" y="1338309"/>
                  </a:lnTo>
                  <a:lnTo>
                    <a:pt x="1371338" y="1389834"/>
                  </a:lnTo>
                  <a:lnTo>
                    <a:pt x="1383228" y="1412293"/>
                  </a:lnTo>
                  <a:lnTo>
                    <a:pt x="1368696" y="1416257"/>
                  </a:lnTo>
                  <a:lnTo>
                    <a:pt x="1363411" y="1442679"/>
                  </a:lnTo>
                  <a:lnTo>
                    <a:pt x="1344915" y="1444000"/>
                  </a:lnTo>
                  <a:lnTo>
                    <a:pt x="1344915" y="1465138"/>
                  </a:lnTo>
                  <a:lnTo>
                    <a:pt x="1366054" y="1491561"/>
                  </a:lnTo>
                  <a:lnTo>
                    <a:pt x="1391155" y="1511378"/>
                  </a:lnTo>
                  <a:lnTo>
                    <a:pt x="1392476" y="1531195"/>
                  </a:lnTo>
                  <a:lnTo>
                    <a:pt x="1416256" y="1553654"/>
                  </a:lnTo>
                  <a:lnTo>
                    <a:pt x="1405687" y="1572150"/>
                  </a:lnTo>
                  <a:lnTo>
                    <a:pt x="1397761" y="1609142"/>
                  </a:lnTo>
                  <a:lnTo>
                    <a:pt x="1387192" y="1617069"/>
                  </a:lnTo>
                  <a:lnTo>
                    <a:pt x="1348878" y="1619711"/>
                  </a:lnTo>
                  <a:lnTo>
                    <a:pt x="1311887" y="1623674"/>
                  </a:lnTo>
                  <a:lnTo>
                    <a:pt x="1297355" y="1644813"/>
                  </a:lnTo>
                  <a:lnTo>
                    <a:pt x="1281501" y="1656703"/>
                  </a:lnTo>
                  <a:lnTo>
                    <a:pt x="1263005" y="1659345"/>
                  </a:lnTo>
                  <a:lnTo>
                    <a:pt x="1232619" y="1652739"/>
                  </a:lnTo>
                  <a:lnTo>
                    <a:pt x="1216765" y="1638207"/>
                  </a:lnTo>
                  <a:lnTo>
                    <a:pt x="1207517" y="1607821"/>
                  </a:lnTo>
                  <a:lnTo>
                    <a:pt x="1215444" y="1582719"/>
                  </a:lnTo>
                  <a:lnTo>
                    <a:pt x="1214123" y="1558939"/>
                  </a:lnTo>
                  <a:lnTo>
                    <a:pt x="1215444" y="1532516"/>
                  </a:lnTo>
                  <a:lnTo>
                    <a:pt x="1200911" y="1524589"/>
                  </a:lnTo>
                  <a:lnTo>
                    <a:pt x="1182416" y="1510057"/>
                  </a:lnTo>
                  <a:lnTo>
                    <a:pt x="1178452" y="1490240"/>
                  </a:lnTo>
                  <a:lnTo>
                    <a:pt x="1165241" y="1474386"/>
                  </a:lnTo>
                  <a:lnTo>
                    <a:pt x="1142781" y="1455890"/>
                  </a:lnTo>
                  <a:lnTo>
                    <a:pt x="1133534" y="1437395"/>
                  </a:lnTo>
                  <a:lnTo>
                    <a:pt x="1149387" y="1421541"/>
                  </a:lnTo>
                  <a:lnTo>
                    <a:pt x="1136176" y="1414935"/>
                  </a:lnTo>
                  <a:lnTo>
                    <a:pt x="1115038" y="1389834"/>
                  </a:lnTo>
                  <a:lnTo>
                    <a:pt x="1108432" y="1404366"/>
                  </a:lnTo>
                  <a:lnTo>
                    <a:pt x="1103148" y="1416257"/>
                  </a:lnTo>
                  <a:lnTo>
                    <a:pt x="1085973" y="1429468"/>
                  </a:lnTo>
                  <a:lnTo>
                    <a:pt x="1064835" y="1434752"/>
                  </a:lnTo>
                  <a:lnTo>
                    <a:pt x="1051623" y="1450606"/>
                  </a:lnTo>
                  <a:lnTo>
                    <a:pt x="1017274" y="1447964"/>
                  </a:lnTo>
                  <a:lnTo>
                    <a:pt x="1019312" y="1440832"/>
                  </a:lnTo>
                  <a:lnTo>
                    <a:pt x="1000367" y="1443538"/>
                  </a:lnTo>
                  <a:lnTo>
                    <a:pt x="998778" y="1449284"/>
                  </a:lnTo>
                  <a:lnTo>
                    <a:pt x="960465" y="1488918"/>
                  </a:lnTo>
                  <a:lnTo>
                    <a:pt x="947253" y="1525910"/>
                  </a:lnTo>
                  <a:lnTo>
                    <a:pt x="936684" y="1561581"/>
                  </a:lnTo>
                  <a:lnTo>
                    <a:pt x="927437" y="1617069"/>
                  </a:lnTo>
                  <a:lnTo>
                    <a:pt x="899692" y="1664630"/>
                  </a:lnTo>
                  <a:lnTo>
                    <a:pt x="883839" y="1701621"/>
                  </a:lnTo>
                  <a:lnTo>
                    <a:pt x="854774" y="1741255"/>
                  </a:lnTo>
                  <a:lnTo>
                    <a:pt x="854774" y="1761072"/>
                  </a:lnTo>
                  <a:lnTo>
                    <a:pt x="852131" y="1780889"/>
                  </a:lnTo>
                  <a:lnTo>
                    <a:pt x="852131" y="1807312"/>
                  </a:lnTo>
                  <a:lnTo>
                    <a:pt x="842884" y="1820523"/>
                  </a:lnTo>
                  <a:lnTo>
                    <a:pt x="827030" y="1811275"/>
                  </a:lnTo>
                  <a:lnTo>
                    <a:pt x="821746" y="1786174"/>
                  </a:lnTo>
                  <a:lnTo>
                    <a:pt x="767579" y="1755788"/>
                  </a:lnTo>
                  <a:lnTo>
                    <a:pt x="749083" y="1738613"/>
                  </a:lnTo>
                  <a:lnTo>
                    <a:pt x="726624" y="1729365"/>
                  </a:lnTo>
                  <a:lnTo>
                    <a:pt x="698880" y="1675199"/>
                  </a:lnTo>
                  <a:lnTo>
                    <a:pt x="665851" y="1652739"/>
                  </a:lnTo>
                  <a:lnTo>
                    <a:pt x="646034" y="1617069"/>
                  </a:lnTo>
                  <a:lnTo>
                    <a:pt x="622254" y="1598573"/>
                  </a:lnTo>
                  <a:lnTo>
                    <a:pt x="598473" y="1615747"/>
                  </a:lnTo>
                  <a:lnTo>
                    <a:pt x="579978" y="1624995"/>
                  </a:lnTo>
                  <a:lnTo>
                    <a:pt x="587330" y="1608657"/>
                  </a:lnTo>
                  <a:lnTo>
                    <a:pt x="560161" y="1626317"/>
                  </a:lnTo>
                  <a:lnTo>
                    <a:pt x="541666" y="1650097"/>
                  </a:lnTo>
                  <a:lnTo>
                    <a:pt x="523169" y="1646133"/>
                  </a:lnTo>
                  <a:lnTo>
                    <a:pt x="500710" y="1659345"/>
                  </a:lnTo>
                  <a:lnTo>
                    <a:pt x="484857" y="1660666"/>
                  </a:lnTo>
                  <a:lnTo>
                    <a:pt x="457113" y="1683125"/>
                  </a:lnTo>
                  <a:lnTo>
                    <a:pt x="433332" y="1681804"/>
                  </a:lnTo>
                  <a:lnTo>
                    <a:pt x="438617" y="1651418"/>
                  </a:lnTo>
                  <a:lnTo>
                    <a:pt x="437296" y="1642170"/>
                  </a:lnTo>
                  <a:lnTo>
                    <a:pt x="450507" y="1628959"/>
                  </a:lnTo>
                  <a:lnTo>
                    <a:pt x="459755" y="1614426"/>
                  </a:lnTo>
                  <a:lnTo>
                    <a:pt x="470324" y="1597251"/>
                  </a:lnTo>
                  <a:lnTo>
                    <a:pt x="463718" y="1578755"/>
                  </a:lnTo>
                  <a:lnTo>
                    <a:pt x="472967" y="1551012"/>
                  </a:lnTo>
                  <a:lnTo>
                    <a:pt x="466360" y="1523268"/>
                  </a:lnTo>
                  <a:lnTo>
                    <a:pt x="442580" y="1517983"/>
                  </a:lnTo>
                  <a:lnTo>
                    <a:pt x="441259" y="1512699"/>
                  </a:lnTo>
                  <a:lnTo>
                    <a:pt x="455791" y="1498166"/>
                  </a:lnTo>
                  <a:lnTo>
                    <a:pt x="452264" y="1480530"/>
                  </a:lnTo>
                  <a:lnTo>
                    <a:pt x="443069" y="1468270"/>
                  </a:lnTo>
                  <a:lnTo>
                    <a:pt x="442082" y="1446057"/>
                  </a:lnTo>
                  <a:lnTo>
                    <a:pt x="437295" y="1445321"/>
                  </a:lnTo>
                  <a:lnTo>
                    <a:pt x="418799" y="1445321"/>
                  </a:lnTo>
                  <a:lnTo>
                    <a:pt x="410872" y="1430788"/>
                  </a:lnTo>
                  <a:lnTo>
                    <a:pt x="424084" y="1418898"/>
                  </a:lnTo>
                  <a:lnTo>
                    <a:pt x="420121" y="1407008"/>
                  </a:lnTo>
                  <a:lnTo>
                    <a:pt x="422763" y="1395118"/>
                  </a:lnTo>
                  <a:lnTo>
                    <a:pt x="418799" y="1373980"/>
                  </a:lnTo>
                  <a:lnTo>
                    <a:pt x="425405" y="1356805"/>
                  </a:lnTo>
                  <a:lnTo>
                    <a:pt x="425405" y="1334345"/>
                  </a:lnTo>
                  <a:lnTo>
                    <a:pt x="413514" y="1329061"/>
                  </a:lnTo>
                  <a:lnTo>
                    <a:pt x="397660" y="1330382"/>
                  </a:lnTo>
                  <a:lnTo>
                    <a:pt x="392376" y="1327740"/>
                  </a:lnTo>
                  <a:lnTo>
                    <a:pt x="401283" y="1318833"/>
                  </a:lnTo>
                  <a:lnTo>
                    <a:pt x="365081" y="1312129"/>
                  </a:lnTo>
                  <a:lnTo>
                    <a:pt x="342173" y="1318492"/>
                  </a:lnTo>
                  <a:lnTo>
                    <a:pt x="338210" y="1333025"/>
                  </a:lnTo>
                  <a:lnTo>
                    <a:pt x="322356" y="1336988"/>
                  </a:lnTo>
                  <a:lnTo>
                    <a:pt x="314430" y="1330382"/>
                  </a:lnTo>
                  <a:lnTo>
                    <a:pt x="310466" y="1317171"/>
                  </a:lnTo>
                  <a:lnTo>
                    <a:pt x="291970" y="1310565"/>
                  </a:lnTo>
                  <a:lnTo>
                    <a:pt x="278759" y="1327740"/>
                  </a:lnTo>
                  <a:lnTo>
                    <a:pt x="273474" y="1322455"/>
                  </a:lnTo>
                  <a:lnTo>
                    <a:pt x="277438" y="1309244"/>
                  </a:lnTo>
                  <a:lnTo>
                    <a:pt x="270832" y="1297354"/>
                  </a:lnTo>
                  <a:lnTo>
                    <a:pt x="239124" y="1299996"/>
                  </a:lnTo>
                  <a:lnTo>
                    <a:pt x="236947" y="1292740"/>
                  </a:lnTo>
                  <a:lnTo>
                    <a:pt x="222334" y="1297187"/>
                  </a:lnTo>
                  <a:lnTo>
                    <a:pt x="224593" y="1306603"/>
                  </a:lnTo>
                  <a:lnTo>
                    <a:pt x="207418" y="1321135"/>
                  </a:lnTo>
                  <a:lnTo>
                    <a:pt x="210060" y="1343594"/>
                  </a:lnTo>
                  <a:cubicBezTo>
                    <a:pt x="200813" y="1347998"/>
                    <a:pt x="187161" y="1355925"/>
                    <a:pt x="182317" y="1356806"/>
                  </a:cubicBezTo>
                  <a:cubicBezTo>
                    <a:pt x="177473" y="1357687"/>
                    <a:pt x="186941" y="1351961"/>
                    <a:pt x="180995" y="1348879"/>
                  </a:cubicBezTo>
                  <a:cubicBezTo>
                    <a:pt x="175050" y="1345796"/>
                    <a:pt x="158096" y="1341833"/>
                    <a:pt x="146646" y="1338310"/>
                  </a:cubicBezTo>
                  <a:lnTo>
                    <a:pt x="140041" y="1326420"/>
                  </a:lnTo>
                  <a:lnTo>
                    <a:pt x="121544" y="1322456"/>
                  </a:lnTo>
                  <a:lnTo>
                    <a:pt x="95122" y="1325098"/>
                  </a:lnTo>
                  <a:lnTo>
                    <a:pt x="73983" y="1348879"/>
                  </a:lnTo>
                  <a:lnTo>
                    <a:pt x="70020" y="1376623"/>
                  </a:lnTo>
                  <a:lnTo>
                    <a:pt x="54166" y="1380586"/>
                  </a:lnTo>
                  <a:lnTo>
                    <a:pt x="25101" y="1383228"/>
                  </a:lnTo>
                  <a:cubicBezTo>
                    <a:pt x="26422" y="1382348"/>
                    <a:pt x="28185" y="1383889"/>
                    <a:pt x="29065" y="1380586"/>
                  </a:cubicBezTo>
                  <a:cubicBezTo>
                    <a:pt x="29946" y="1377283"/>
                    <a:pt x="29946" y="1369137"/>
                    <a:pt x="30386" y="1363412"/>
                  </a:cubicBezTo>
                  <a:lnTo>
                    <a:pt x="34350" y="1350200"/>
                  </a:lnTo>
                  <a:lnTo>
                    <a:pt x="44919" y="1329062"/>
                  </a:lnTo>
                  <a:lnTo>
                    <a:pt x="55488" y="1285464"/>
                  </a:lnTo>
                  <a:lnTo>
                    <a:pt x="51524" y="1274895"/>
                  </a:lnTo>
                  <a:lnTo>
                    <a:pt x="48882" y="1247152"/>
                  </a:lnTo>
                  <a:lnTo>
                    <a:pt x="52845" y="1236583"/>
                  </a:lnTo>
                  <a:lnTo>
                    <a:pt x="70020" y="1224692"/>
                  </a:lnTo>
                  <a:lnTo>
                    <a:pt x="68699" y="1203554"/>
                  </a:lnTo>
                  <a:lnTo>
                    <a:pt x="60772" y="1178453"/>
                  </a:lnTo>
                  <a:lnTo>
                    <a:pt x="55488" y="1165241"/>
                  </a:lnTo>
                  <a:lnTo>
                    <a:pt x="63414" y="1112396"/>
                  </a:lnTo>
                  <a:lnTo>
                    <a:pt x="70020" y="1093900"/>
                  </a:lnTo>
                  <a:lnTo>
                    <a:pt x="58130" y="1083331"/>
                  </a:lnTo>
                  <a:lnTo>
                    <a:pt x="34350" y="1085973"/>
                  </a:lnTo>
                  <a:lnTo>
                    <a:pt x="18496" y="1072762"/>
                  </a:lnTo>
                  <a:lnTo>
                    <a:pt x="2642" y="1068798"/>
                  </a:lnTo>
                  <a:lnTo>
                    <a:pt x="1321" y="1048981"/>
                  </a:lnTo>
                  <a:lnTo>
                    <a:pt x="15853" y="1031806"/>
                  </a:lnTo>
                  <a:lnTo>
                    <a:pt x="13211" y="1008026"/>
                  </a:lnTo>
                  <a:lnTo>
                    <a:pt x="2642" y="992172"/>
                  </a:lnTo>
                  <a:lnTo>
                    <a:pt x="0" y="977640"/>
                  </a:lnTo>
                  <a:lnTo>
                    <a:pt x="19817" y="967071"/>
                  </a:lnTo>
                  <a:lnTo>
                    <a:pt x="13211" y="952538"/>
                  </a:lnTo>
                  <a:lnTo>
                    <a:pt x="33028" y="945933"/>
                  </a:lnTo>
                  <a:lnTo>
                    <a:pt x="55488" y="952538"/>
                  </a:lnTo>
                  <a:lnTo>
                    <a:pt x="63414" y="938006"/>
                  </a:lnTo>
                  <a:lnTo>
                    <a:pt x="76626" y="907619"/>
                  </a:lnTo>
                  <a:lnTo>
                    <a:pt x="91158" y="857417"/>
                  </a:lnTo>
                  <a:lnTo>
                    <a:pt x="92480" y="815140"/>
                  </a:lnTo>
                  <a:lnTo>
                    <a:pt x="96443" y="782112"/>
                  </a:lnTo>
                  <a:lnTo>
                    <a:pt x="101727" y="767579"/>
                  </a:lnTo>
                  <a:lnTo>
                    <a:pt x="108333" y="749083"/>
                  </a:lnTo>
                  <a:lnTo>
                    <a:pt x="101727" y="731909"/>
                  </a:lnTo>
                  <a:lnTo>
                    <a:pt x="113618" y="725303"/>
                  </a:lnTo>
                  <a:lnTo>
                    <a:pt x="124187" y="723982"/>
                  </a:lnTo>
                  <a:lnTo>
                    <a:pt x="136077" y="708128"/>
                  </a:lnTo>
                  <a:lnTo>
                    <a:pt x="134756" y="688311"/>
                  </a:lnTo>
                  <a:lnTo>
                    <a:pt x="141362" y="681706"/>
                  </a:lnTo>
                  <a:lnTo>
                    <a:pt x="158536" y="679063"/>
                  </a:lnTo>
                  <a:lnTo>
                    <a:pt x="180995" y="683027"/>
                  </a:lnTo>
                  <a:lnTo>
                    <a:pt x="202134" y="683027"/>
                  </a:lnTo>
                  <a:lnTo>
                    <a:pt x="212703" y="697559"/>
                  </a:lnTo>
                  <a:lnTo>
                    <a:pt x="214711" y="712620"/>
                  </a:lnTo>
                  <a:lnTo>
                    <a:pt x="231665" y="712620"/>
                  </a:lnTo>
                  <a:lnTo>
                    <a:pt x="229877" y="706807"/>
                  </a:lnTo>
                  <a:lnTo>
                    <a:pt x="239124" y="692275"/>
                  </a:lnTo>
                  <a:lnTo>
                    <a:pt x="257620" y="672458"/>
                  </a:lnTo>
                  <a:lnTo>
                    <a:pt x="270831" y="653961"/>
                  </a:lnTo>
                  <a:lnTo>
                    <a:pt x="269510" y="632823"/>
                  </a:lnTo>
                  <a:lnTo>
                    <a:pt x="281401" y="626218"/>
                  </a:lnTo>
                  <a:lnTo>
                    <a:pt x="302539" y="610364"/>
                  </a:lnTo>
                  <a:lnTo>
                    <a:pt x="307823" y="586584"/>
                  </a:lnTo>
                  <a:lnTo>
                    <a:pt x="318392" y="568088"/>
                  </a:lnTo>
                  <a:lnTo>
                    <a:pt x="334246" y="562803"/>
                  </a:lnTo>
                  <a:lnTo>
                    <a:pt x="350100" y="574693"/>
                  </a:lnTo>
                  <a:lnTo>
                    <a:pt x="380486" y="582620"/>
                  </a:lnTo>
                  <a:lnTo>
                    <a:pt x="388611" y="593647"/>
                  </a:lnTo>
                  <a:lnTo>
                    <a:pt x="403092" y="582574"/>
                  </a:lnTo>
                  <a:lnTo>
                    <a:pt x="398982" y="581299"/>
                  </a:lnTo>
                  <a:lnTo>
                    <a:pt x="402945" y="552234"/>
                  </a:lnTo>
                  <a:lnTo>
                    <a:pt x="428047" y="539023"/>
                  </a:lnTo>
                  <a:lnTo>
                    <a:pt x="443901" y="546949"/>
                  </a:lnTo>
                  <a:lnTo>
                    <a:pt x="461075" y="569409"/>
                  </a:lnTo>
                  <a:lnTo>
                    <a:pt x="480892" y="554876"/>
                  </a:lnTo>
                  <a:lnTo>
                    <a:pt x="502030" y="539023"/>
                  </a:lnTo>
                  <a:lnTo>
                    <a:pt x="525811" y="528454"/>
                  </a:lnTo>
                  <a:lnTo>
                    <a:pt x="529774" y="498068"/>
                  </a:lnTo>
                  <a:lnTo>
                    <a:pt x="520527" y="463718"/>
                  </a:lnTo>
                  <a:lnTo>
                    <a:pt x="492782" y="428048"/>
                  </a:lnTo>
                  <a:lnTo>
                    <a:pt x="482213" y="406909"/>
                  </a:lnTo>
                  <a:lnTo>
                    <a:pt x="455791" y="395019"/>
                  </a:lnTo>
                  <a:lnTo>
                    <a:pt x="449185" y="365954"/>
                  </a:lnTo>
                  <a:lnTo>
                    <a:pt x="462397" y="342173"/>
                  </a:lnTo>
                  <a:lnTo>
                    <a:pt x="494104" y="335568"/>
                  </a:lnTo>
                  <a:lnTo>
                    <a:pt x="504673" y="322357"/>
                  </a:lnTo>
                  <a:lnTo>
                    <a:pt x="509958" y="332926"/>
                  </a:lnTo>
                  <a:lnTo>
                    <a:pt x="521848" y="360670"/>
                  </a:lnTo>
                  <a:lnTo>
                    <a:pt x="545628" y="343495"/>
                  </a:lnTo>
                  <a:lnTo>
                    <a:pt x="561481" y="343495"/>
                  </a:lnTo>
                  <a:lnTo>
                    <a:pt x="576014" y="328962"/>
                  </a:lnTo>
                  <a:lnTo>
                    <a:pt x="606400" y="342173"/>
                  </a:lnTo>
                  <a:lnTo>
                    <a:pt x="619611" y="326320"/>
                  </a:lnTo>
                  <a:lnTo>
                    <a:pt x="613006" y="295934"/>
                  </a:lnTo>
                  <a:lnTo>
                    <a:pt x="616969" y="274796"/>
                  </a:lnTo>
                  <a:lnTo>
                    <a:pt x="597152" y="254979"/>
                  </a:lnTo>
                  <a:cubicBezTo>
                    <a:pt x="597593" y="234721"/>
                    <a:pt x="598033" y="214464"/>
                    <a:pt x="598473" y="194206"/>
                  </a:cubicBezTo>
                  <a:lnTo>
                    <a:pt x="578657" y="174390"/>
                  </a:lnTo>
                  <a:lnTo>
                    <a:pt x="586583" y="151930"/>
                  </a:lnTo>
                  <a:lnTo>
                    <a:pt x="576014" y="134756"/>
                  </a:lnTo>
                  <a:lnTo>
                    <a:pt x="576014" y="120223"/>
                  </a:lnTo>
                  <a:lnTo>
                    <a:pt x="586583" y="103048"/>
                  </a:lnTo>
                  <a:lnTo>
                    <a:pt x="579978" y="56808"/>
                  </a:lnTo>
                  <a:lnTo>
                    <a:pt x="578657" y="31707"/>
                  </a:lnTo>
                  <a:lnTo>
                    <a:pt x="587904" y="7927"/>
                  </a:lnTo>
                  <a:close/>
                </a:path>
              </a:pathLst>
            </a:custGeom>
            <a:noFill/>
            <a:ln w="3175">
              <a:solidFill>
                <a:schemeClr val="accent1">
                  <a:shade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32" name="자유형: 도형 231">
              <a:extLst>
                <a:ext uri="{FF2B5EF4-FFF2-40B4-BE49-F238E27FC236}">
                  <a16:creationId xmlns:a16="http://schemas.microsoft.com/office/drawing/2014/main" id="{0B3A5DEF-89EB-FBD2-F784-40AF665F9A31}"/>
                </a:ext>
              </a:extLst>
            </p:cNvPr>
            <p:cNvSpPr/>
            <p:nvPr/>
          </p:nvSpPr>
          <p:spPr>
            <a:xfrm>
              <a:off x="1802677" y="2163573"/>
              <a:ext cx="1431997" cy="1907051"/>
            </a:xfrm>
            <a:custGeom>
              <a:avLst/>
              <a:gdLst>
                <a:gd name="csX0" fmla="*/ 856096 w 1107111"/>
                <a:gd name="csY0" fmla="*/ 0 h 1474387"/>
                <a:gd name="csX1" fmla="*/ 866665 w 1107111"/>
                <a:gd name="csY1" fmla="*/ 17175 h 1474387"/>
                <a:gd name="csX2" fmla="*/ 895729 w 1107111"/>
                <a:gd name="csY2" fmla="*/ 13211 h 1474387"/>
                <a:gd name="csX3" fmla="*/ 910262 w 1107111"/>
                <a:gd name="csY3" fmla="*/ 9248 h 1474387"/>
                <a:gd name="csX4" fmla="*/ 930079 w 1107111"/>
                <a:gd name="csY4" fmla="*/ 9248 h 1474387"/>
                <a:gd name="csX5" fmla="*/ 945933 w 1107111"/>
                <a:gd name="csY5" fmla="*/ 2642 h 1474387"/>
                <a:gd name="csX6" fmla="*/ 961786 w 1107111"/>
                <a:gd name="csY6" fmla="*/ 27744 h 1474387"/>
                <a:gd name="csX7" fmla="*/ 988209 w 1107111"/>
                <a:gd name="csY7" fmla="*/ 34349 h 1474387"/>
                <a:gd name="csX8" fmla="*/ 1002741 w 1107111"/>
                <a:gd name="csY8" fmla="*/ 33028 h 1474387"/>
                <a:gd name="csX9" fmla="*/ 1014632 w 1107111"/>
                <a:gd name="csY9" fmla="*/ 13211 h 1474387"/>
                <a:gd name="csX10" fmla="*/ 1022558 w 1107111"/>
                <a:gd name="csY10" fmla="*/ 1321 h 1474387"/>
                <a:gd name="csX11" fmla="*/ 1041055 w 1107111"/>
                <a:gd name="csY11" fmla="*/ 7927 h 1474387"/>
                <a:gd name="csX12" fmla="*/ 1060871 w 1107111"/>
                <a:gd name="csY12" fmla="*/ 1321 h 1474387"/>
                <a:gd name="csX13" fmla="*/ 1066156 w 1107111"/>
                <a:gd name="csY13" fmla="*/ 13211 h 1474387"/>
                <a:gd name="csX14" fmla="*/ 1054266 w 1107111"/>
                <a:gd name="csY14" fmla="*/ 25101 h 1474387"/>
                <a:gd name="csX15" fmla="*/ 1058229 w 1107111"/>
                <a:gd name="csY15" fmla="*/ 38313 h 1474387"/>
                <a:gd name="csX16" fmla="*/ 1054266 w 1107111"/>
                <a:gd name="csY16" fmla="*/ 47561 h 1474387"/>
                <a:gd name="csX17" fmla="*/ 1055587 w 1107111"/>
                <a:gd name="csY17" fmla="*/ 59451 h 1474387"/>
                <a:gd name="csX18" fmla="*/ 1051624 w 1107111"/>
                <a:gd name="csY18" fmla="*/ 70020 h 1474387"/>
                <a:gd name="csX19" fmla="*/ 1079367 w 1107111"/>
                <a:gd name="csY19" fmla="*/ 80589 h 1474387"/>
                <a:gd name="csX20" fmla="*/ 1079367 w 1107111"/>
                <a:gd name="csY20" fmla="*/ 95122 h 1474387"/>
                <a:gd name="csX21" fmla="*/ 1085973 w 1107111"/>
                <a:gd name="csY21" fmla="*/ 104369 h 1474387"/>
                <a:gd name="csX22" fmla="*/ 1071440 w 1107111"/>
                <a:gd name="csY22" fmla="*/ 122866 h 1474387"/>
                <a:gd name="csX23" fmla="*/ 1087294 w 1107111"/>
                <a:gd name="csY23" fmla="*/ 146646 h 1474387"/>
                <a:gd name="csX24" fmla="*/ 1079367 w 1107111"/>
                <a:gd name="csY24" fmla="*/ 162499 h 1474387"/>
                <a:gd name="csX25" fmla="*/ 1067477 w 1107111"/>
                <a:gd name="csY25" fmla="*/ 186280 h 1474387"/>
                <a:gd name="csX26" fmla="*/ 1071440 w 1107111"/>
                <a:gd name="csY26" fmla="*/ 216666 h 1474387"/>
                <a:gd name="csX27" fmla="*/ 1076725 w 1107111"/>
                <a:gd name="csY27" fmla="*/ 244410 h 1474387"/>
                <a:gd name="csX28" fmla="*/ 1068798 w 1107111"/>
                <a:gd name="csY28" fmla="*/ 262906 h 1474387"/>
                <a:gd name="csX29" fmla="*/ 1068798 w 1107111"/>
                <a:gd name="csY29" fmla="*/ 278759 h 1474387"/>
                <a:gd name="csX30" fmla="*/ 1075404 w 1107111"/>
                <a:gd name="csY30" fmla="*/ 302540 h 1474387"/>
                <a:gd name="csX31" fmla="*/ 1067477 w 1107111"/>
                <a:gd name="csY31" fmla="*/ 319715 h 1474387"/>
                <a:gd name="csX32" fmla="*/ 1068798 w 1107111"/>
                <a:gd name="csY32" fmla="*/ 334247 h 1474387"/>
                <a:gd name="csX33" fmla="*/ 1088615 w 1107111"/>
                <a:gd name="csY33" fmla="*/ 350101 h 1474387"/>
                <a:gd name="csX34" fmla="*/ 1091257 w 1107111"/>
                <a:gd name="csY34" fmla="*/ 409552 h 1474387"/>
                <a:gd name="csX35" fmla="*/ 1107111 w 1107111"/>
                <a:gd name="csY35" fmla="*/ 433333 h 1474387"/>
                <a:gd name="csX36" fmla="*/ 1105790 w 1107111"/>
                <a:gd name="csY36" fmla="*/ 470324 h 1474387"/>
                <a:gd name="csX37" fmla="*/ 1084652 w 1107111"/>
                <a:gd name="csY37" fmla="*/ 459755 h 1474387"/>
                <a:gd name="csX38" fmla="*/ 1066156 w 1107111"/>
                <a:gd name="csY38" fmla="*/ 474287 h 1474387"/>
                <a:gd name="csX39" fmla="*/ 1050302 w 1107111"/>
                <a:gd name="csY39" fmla="*/ 466361 h 1474387"/>
                <a:gd name="csX40" fmla="*/ 1038412 w 1107111"/>
                <a:gd name="csY40" fmla="*/ 486178 h 1474387"/>
                <a:gd name="csX41" fmla="*/ 1034448 w 1107111"/>
                <a:gd name="csY41" fmla="*/ 469003 h 1474387"/>
                <a:gd name="csX42" fmla="*/ 1034448 w 1107111"/>
                <a:gd name="csY42" fmla="*/ 451828 h 1474387"/>
                <a:gd name="csX43" fmla="*/ 1005384 w 1107111"/>
                <a:gd name="csY43" fmla="*/ 438617 h 1474387"/>
                <a:gd name="csX44" fmla="*/ 997457 w 1107111"/>
                <a:gd name="csY44" fmla="*/ 461076 h 1474387"/>
                <a:gd name="csX45" fmla="*/ 980282 w 1107111"/>
                <a:gd name="csY45" fmla="*/ 476930 h 1474387"/>
                <a:gd name="csX46" fmla="*/ 969713 w 1107111"/>
                <a:gd name="csY46" fmla="*/ 474287 h 1474387"/>
                <a:gd name="csX47" fmla="*/ 948575 w 1107111"/>
                <a:gd name="csY47" fmla="*/ 484856 h 1474387"/>
                <a:gd name="csX48" fmla="*/ 938006 w 1107111"/>
                <a:gd name="csY48" fmla="*/ 509958 h 1474387"/>
                <a:gd name="csX49" fmla="*/ 941969 w 1107111"/>
                <a:gd name="csY49" fmla="*/ 531096 h 1474387"/>
                <a:gd name="csX50" fmla="*/ 941969 w 1107111"/>
                <a:gd name="csY50" fmla="*/ 554877 h 1474387"/>
                <a:gd name="csX51" fmla="*/ 965749 w 1107111"/>
                <a:gd name="csY51" fmla="*/ 560162 h 1474387"/>
                <a:gd name="csX52" fmla="*/ 988209 w 1107111"/>
                <a:gd name="csY52" fmla="*/ 582621 h 1474387"/>
                <a:gd name="csX53" fmla="*/ 1015953 w 1107111"/>
                <a:gd name="csY53" fmla="*/ 630182 h 1474387"/>
                <a:gd name="csX54" fmla="*/ 1019916 w 1107111"/>
                <a:gd name="csY54" fmla="*/ 664531 h 1474387"/>
                <a:gd name="csX55" fmla="*/ 1013310 w 1107111"/>
                <a:gd name="csY55" fmla="*/ 669815 h 1474387"/>
                <a:gd name="csX56" fmla="*/ 989530 w 1107111"/>
                <a:gd name="csY56" fmla="*/ 676421 h 1474387"/>
                <a:gd name="csX57" fmla="*/ 976319 w 1107111"/>
                <a:gd name="csY57" fmla="*/ 696238 h 1474387"/>
                <a:gd name="csX58" fmla="*/ 967071 w 1107111"/>
                <a:gd name="csY58" fmla="*/ 680384 h 1474387"/>
                <a:gd name="csX59" fmla="*/ 948575 w 1107111"/>
                <a:gd name="csY59" fmla="*/ 673779 h 1474387"/>
                <a:gd name="csX60" fmla="*/ 927437 w 1107111"/>
                <a:gd name="csY60" fmla="*/ 672458 h 1474387"/>
                <a:gd name="csX61" fmla="*/ 911583 w 1107111"/>
                <a:gd name="csY61" fmla="*/ 680384 h 1474387"/>
                <a:gd name="csX62" fmla="*/ 891766 w 1107111"/>
                <a:gd name="csY62" fmla="*/ 693596 h 1474387"/>
                <a:gd name="csX63" fmla="*/ 895729 w 1107111"/>
                <a:gd name="csY63" fmla="*/ 713413 h 1474387"/>
                <a:gd name="csX64" fmla="*/ 862701 w 1107111"/>
                <a:gd name="csY64" fmla="*/ 705486 h 1474387"/>
                <a:gd name="csX65" fmla="*/ 841563 w 1107111"/>
                <a:gd name="csY65" fmla="*/ 694917 h 1474387"/>
                <a:gd name="csX66" fmla="*/ 819104 w 1107111"/>
                <a:gd name="csY66" fmla="*/ 700202 h 1474387"/>
                <a:gd name="csX67" fmla="*/ 803250 w 1107111"/>
                <a:gd name="csY67" fmla="*/ 720019 h 1474387"/>
                <a:gd name="csX68" fmla="*/ 786075 w 1107111"/>
                <a:gd name="csY68" fmla="*/ 758332 h 1474387"/>
                <a:gd name="csX69" fmla="*/ 759652 w 1107111"/>
                <a:gd name="csY69" fmla="*/ 767580 h 1474387"/>
                <a:gd name="csX70" fmla="*/ 760974 w 1107111"/>
                <a:gd name="csY70" fmla="*/ 805892 h 1474387"/>
                <a:gd name="csX71" fmla="*/ 749083 w 1107111"/>
                <a:gd name="csY71" fmla="*/ 809856 h 1474387"/>
                <a:gd name="csX72" fmla="*/ 735872 w 1107111"/>
                <a:gd name="csY72" fmla="*/ 830994 h 1474387"/>
                <a:gd name="csX73" fmla="*/ 720018 w 1107111"/>
                <a:gd name="csY73" fmla="*/ 812498 h 1474387"/>
                <a:gd name="csX74" fmla="*/ 683027 w 1107111"/>
                <a:gd name="csY74" fmla="*/ 813820 h 1474387"/>
                <a:gd name="csX75" fmla="*/ 673779 w 1107111"/>
                <a:gd name="csY75" fmla="*/ 805892 h 1474387"/>
                <a:gd name="csX76" fmla="*/ 673909 w 1107111"/>
                <a:gd name="csY76" fmla="*/ 805459 h 1474387"/>
                <a:gd name="csX77" fmla="*/ 656604 w 1107111"/>
                <a:gd name="csY77" fmla="*/ 804593 h 1474387"/>
                <a:gd name="csX78" fmla="*/ 656604 w 1107111"/>
                <a:gd name="csY78" fmla="*/ 811177 h 1474387"/>
                <a:gd name="csX79" fmla="*/ 626218 w 1107111"/>
                <a:gd name="csY79" fmla="*/ 817783 h 1474387"/>
                <a:gd name="csX80" fmla="*/ 627539 w 1107111"/>
                <a:gd name="csY80" fmla="*/ 836279 h 1474387"/>
                <a:gd name="csX81" fmla="*/ 623576 w 1107111"/>
                <a:gd name="csY81" fmla="*/ 854774 h 1474387"/>
                <a:gd name="csX82" fmla="*/ 602438 w 1107111"/>
                <a:gd name="csY82" fmla="*/ 867986 h 1474387"/>
                <a:gd name="csX83" fmla="*/ 594510 w 1107111"/>
                <a:gd name="csY83" fmla="*/ 875912 h 1474387"/>
                <a:gd name="csX84" fmla="*/ 601116 w 1107111"/>
                <a:gd name="csY84" fmla="*/ 891766 h 1474387"/>
                <a:gd name="csX85" fmla="*/ 603759 w 1107111"/>
                <a:gd name="csY85" fmla="*/ 899693 h 1474387"/>
                <a:gd name="csX86" fmla="*/ 591868 w 1107111"/>
                <a:gd name="csY86" fmla="*/ 911583 h 1474387"/>
                <a:gd name="csX87" fmla="*/ 587905 w 1107111"/>
                <a:gd name="csY87" fmla="*/ 932721 h 1474387"/>
                <a:gd name="csX88" fmla="*/ 583941 w 1107111"/>
                <a:gd name="csY88" fmla="*/ 978961 h 1474387"/>
                <a:gd name="csX89" fmla="*/ 578657 w 1107111"/>
                <a:gd name="csY89" fmla="*/ 1015953 h 1474387"/>
                <a:gd name="csX90" fmla="*/ 564124 w 1107111"/>
                <a:gd name="csY90" fmla="*/ 1063514 h 1474387"/>
                <a:gd name="csX91" fmla="*/ 557519 w 1107111"/>
                <a:gd name="csY91" fmla="*/ 1080689 h 1474387"/>
                <a:gd name="csX92" fmla="*/ 541665 w 1107111"/>
                <a:gd name="csY92" fmla="*/ 1074083 h 1474387"/>
                <a:gd name="csX93" fmla="*/ 511279 w 1107111"/>
                <a:gd name="csY93" fmla="*/ 1087294 h 1474387"/>
                <a:gd name="csX94" fmla="*/ 509958 w 1107111"/>
                <a:gd name="csY94" fmla="*/ 1104469 h 1474387"/>
                <a:gd name="csX95" fmla="*/ 492783 w 1107111"/>
                <a:gd name="csY95" fmla="*/ 1119001 h 1474387"/>
                <a:gd name="csX96" fmla="*/ 495425 w 1107111"/>
                <a:gd name="csY96" fmla="*/ 1140140 h 1474387"/>
                <a:gd name="csX97" fmla="*/ 507316 w 1107111"/>
                <a:gd name="csY97" fmla="*/ 1161278 h 1474387"/>
                <a:gd name="csX98" fmla="*/ 508637 w 1107111"/>
                <a:gd name="csY98" fmla="*/ 1178453 h 1474387"/>
                <a:gd name="csX99" fmla="*/ 495425 w 1107111"/>
                <a:gd name="csY99" fmla="*/ 1187700 h 1474387"/>
                <a:gd name="csX100" fmla="*/ 496747 w 1107111"/>
                <a:gd name="csY100" fmla="*/ 1229977 h 1474387"/>
                <a:gd name="csX101" fmla="*/ 509958 w 1107111"/>
                <a:gd name="csY101" fmla="*/ 1236583 h 1474387"/>
                <a:gd name="csX102" fmla="*/ 521848 w 1107111"/>
                <a:gd name="csY102" fmla="*/ 1233940 h 1474387"/>
                <a:gd name="csX103" fmla="*/ 540344 w 1107111"/>
                <a:gd name="csY103" fmla="*/ 1244509 h 1474387"/>
                <a:gd name="csX104" fmla="*/ 556198 w 1107111"/>
                <a:gd name="csY104" fmla="*/ 1247152 h 1474387"/>
                <a:gd name="csX105" fmla="*/ 562803 w 1107111"/>
                <a:gd name="csY105" fmla="*/ 1244509 h 1474387"/>
                <a:gd name="csX106" fmla="*/ 557519 w 1107111"/>
                <a:gd name="csY106" fmla="*/ 1260363 h 1474387"/>
                <a:gd name="csX107" fmla="*/ 550913 w 1107111"/>
                <a:gd name="csY107" fmla="*/ 1305282 h 1474387"/>
                <a:gd name="csX108" fmla="*/ 550913 w 1107111"/>
                <a:gd name="csY108" fmla="*/ 1319814 h 1474387"/>
                <a:gd name="csX109" fmla="*/ 531096 w 1107111"/>
                <a:gd name="csY109" fmla="*/ 1323777 h 1474387"/>
                <a:gd name="csX110" fmla="*/ 503352 w 1107111"/>
                <a:gd name="csY110" fmla="*/ 1323777 h 1474387"/>
                <a:gd name="csX111" fmla="*/ 491462 w 1107111"/>
                <a:gd name="csY111" fmla="*/ 1344916 h 1474387"/>
                <a:gd name="csX112" fmla="*/ 491462 w 1107111"/>
                <a:gd name="csY112" fmla="*/ 1360769 h 1474387"/>
                <a:gd name="csX113" fmla="*/ 484856 w 1107111"/>
                <a:gd name="csY113" fmla="*/ 1381907 h 1474387"/>
                <a:gd name="csX114" fmla="*/ 465040 w 1107111"/>
                <a:gd name="csY114" fmla="*/ 1387192 h 1474387"/>
                <a:gd name="csX115" fmla="*/ 435974 w 1107111"/>
                <a:gd name="csY115" fmla="*/ 1372659 h 1474387"/>
                <a:gd name="csX116" fmla="*/ 410873 w 1107111"/>
                <a:gd name="csY116" fmla="*/ 1358127 h 1474387"/>
                <a:gd name="csX117" fmla="*/ 381808 w 1107111"/>
                <a:gd name="csY117" fmla="*/ 1358127 h 1474387"/>
                <a:gd name="csX118" fmla="*/ 356706 w 1107111"/>
                <a:gd name="csY118" fmla="*/ 1375302 h 1474387"/>
                <a:gd name="csX119" fmla="*/ 330283 w 1107111"/>
                <a:gd name="csY119" fmla="*/ 1391155 h 1474387"/>
                <a:gd name="csX120" fmla="*/ 309145 w 1107111"/>
                <a:gd name="csY120" fmla="*/ 1389835 h 1474387"/>
                <a:gd name="csX121" fmla="*/ 290650 w 1107111"/>
                <a:gd name="csY121" fmla="*/ 1370017 h 1474387"/>
                <a:gd name="csX122" fmla="*/ 268190 w 1107111"/>
                <a:gd name="csY122" fmla="*/ 1360769 h 1474387"/>
                <a:gd name="csX123" fmla="*/ 261584 w 1107111"/>
                <a:gd name="csY123" fmla="*/ 1381907 h 1474387"/>
                <a:gd name="csX124" fmla="*/ 241767 w 1107111"/>
                <a:gd name="csY124" fmla="*/ 1397761 h 1474387"/>
                <a:gd name="csX125" fmla="*/ 221951 w 1107111"/>
                <a:gd name="csY125" fmla="*/ 1420220 h 1474387"/>
                <a:gd name="csX126" fmla="*/ 212703 w 1107111"/>
                <a:gd name="csY126" fmla="*/ 1438716 h 1474387"/>
                <a:gd name="csX127" fmla="*/ 182316 w 1107111"/>
                <a:gd name="csY127" fmla="*/ 1444001 h 1474387"/>
                <a:gd name="csX128" fmla="*/ 161178 w 1107111"/>
                <a:gd name="csY128" fmla="*/ 1441358 h 1474387"/>
                <a:gd name="csX129" fmla="*/ 133434 w 1107111"/>
                <a:gd name="csY129" fmla="*/ 1436074 h 1474387"/>
                <a:gd name="csX130" fmla="*/ 101727 w 1107111"/>
                <a:gd name="csY130" fmla="*/ 1444001 h 1474387"/>
                <a:gd name="csX131" fmla="*/ 75305 w 1107111"/>
                <a:gd name="csY131" fmla="*/ 1453249 h 1474387"/>
                <a:gd name="csX132" fmla="*/ 54166 w 1107111"/>
                <a:gd name="csY132" fmla="*/ 1474387 h 1474387"/>
                <a:gd name="csX133" fmla="*/ 44918 w 1107111"/>
                <a:gd name="csY133" fmla="*/ 1462497 h 1474387"/>
                <a:gd name="csX134" fmla="*/ 48882 w 1107111"/>
                <a:gd name="csY134" fmla="*/ 1440037 h 1474387"/>
                <a:gd name="csX135" fmla="*/ 62093 w 1107111"/>
                <a:gd name="csY135" fmla="*/ 1425505 h 1474387"/>
                <a:gd name="csX136" fmla="*/ 64735 w 1107111"/>
                <a:gd name="csY136" fmla="*/ 1405688 h 1474387"/>
                <a:gd name="csX137" fmla="*/ 59451 w 1107111"/>
                <a:gd name="csY137" fmla="*/ 1395119 h 1474387"/>
                <a:gd name="csX138" fmla="*/ 62093 w 1107111"/>
                <a:gd name="csY138" fmla="*/ 1375302 h 1474387"/>
                <a:gd name="csX139" fmla="*/ 50203 w 1107111"/>
                <a:gd name="csY139" fmla="*/ 1364733 h 1474387"/>
                <a:gd name="csX140" fmla="*/ 42276 w 1107111"/>
                <a:gd name="csY140" fmla="*/ 1347558 h 1474387"/>
                <a:gd name="csX141" fmla="*/ 46239 w 1107111"/>
                <a:gd name="csY141" fmla="*/ 1319814 h 1474387"/>
                <a:gd name="csX142" fmla="*/ 54166 w 1107111"/>
                <a:gd name="csY142" fmla="*/ 1313208 h 1474387"/>
                <a:gd name="csX143" fmla="*/ 54166 w 1107111"/>
                <a:gd name="csY143" fmla="*/ 1292070 h 1474387"/>
                <a:gd name="csX144" fmla="*/ 48882 w 1107111"/>
                <a:gd name="csY144" fmla="*/ 1281501 h 1474387"/>
                <a:gd name="csX145" fmla="*/ 29065 w 1107111"/>
                <a:gd name="csY145" fmla="*/ 1274896 h 1474387"/>
                <a:gd name="csX146" fmla="*/ 19817 w 1107111"/>
                <a:gd name="csY146" fmla="*/ 1263006 h 1474387"/>
                <a:gd name="csX147" fmla="*/ 31707 w 1107111"/>
                <a:gd name="csY147" fmla="*/ 1239225 h 1474387"/>
                <a:gd name="csX148" fmla="*/ 26423 w 1107111"/>
                <a:gd name="csY148" fmla="*/ 1223371 h 1474387"/>
                <a:gd name="csX149" fmla="*/ 27744 w 1107111"/>
                <a:gd name="csY149" fmla="*/ 1208839 h 1474387"/>
                <a:gd name="csX150" fmla="*/ 40955 w 1107111"/>
                <a:gd name="csY150" fmla="*/ 1182416 h 1474387"/>
                <a:gd name="csX151" fmla="*/ 39634 w 1107111"/>
                <a:gd name="csY151" fmla="*/ 1166562 h 1474387"/>
                <a:gd name="csX152" fmla="*/ 22459 w 1107111"/>
                <a:gd name="csY152" fmla="*/ 1136177 h 1474387"/>
                <a:gd name="csX153" fmla="*/ 21138 w 1107111"/>
                <a:gd name="csY153" fmla="*/ 1113717 h 1474387"/>
                <a:gd name="csX154" fmla="*/ 2642 w 1107111"/>
                <a:gd name="csY154" fmla="*/ 1088616 h 1474387"/>
                <a:gd name="csX155" fmla="*/ 3963 w 1107111"/>
                <a:gd name="csY155" fmla="*/ 1076725 h 1474387"/>
                <a:gd name="csX156" fmla="*/ 11890 w 1107111"/>
                <a:gd name="csY156" fmla="*/ 1071440 h 1474387"/>
                <a:gd name="csX157" fmla="*/ 25101 w 1107111"/>
                <a:gd name="csY157" fmla="*/ 1072762 h 1474387"/>
                <a:gd name="csX158" fmla="*/ 23780 w 1107111"/>
                <a:gd name="csY158" fmla="*/ 1054266 h 1474387"/>
                <a:gd name="csX159" fmla="*/ 38313 w 1107111"/>
                <a:gd name="csY159" fmla="*/ 1034449 h 1474387"/>
                <a:gd name="csX160" fmla="*/ 50203 w 1107111"/>
                <a:gd name="csY160" fmla="*/ 1017274 h 1474387"/>
                <a:gd name="csX161" fmla="*/ 42276 w 1107111"/>
                <a:gd name="csY161" fmla="*/ 1001420 h 1474387"/>
                <a:gd name="csX162" fmla="*/ 35670 w 1107111"/>
                <a:gd name="csY162" fmla="*/ 997457 h 1474387"/>
                <a:gd name="csX163" fmla="*/ 26423 w 1107111"/>
                <a:gd name="csY163" fmla="*/ 1004063 h 1474387"/>
                <a:gd name="csX164" fmla="*/ 17175 w 1107111"/>
                <a:gd name="csY164" fmla="*/ 1005384 h 1474387"/>
                <a:gd name="csX165" fmla="*/ 7926 w 1107111"/>
                <a:gd name="csY165" fmla="*/ 1001420 h 1474387"/>
                <a:gd name="csX166" fmla="*/ 10569 w 1107111"/>
                <a:gd name="csY166" fmla="*/ 985567 h 1474387"/>
                <a:gd name="csX167" fmla="*/ 23780 w 1107111"/>
                <a:gd name="csY167" fmla="*/ 978961 h 1474387"/>
                <a:gd name="csX168" fmla="*/ 17175 w 1107111"/>
                <a:gd name="csY168" fmla="*/ 969713 h 1474387"/>
                <a:gd name="csX169" fmla="*/ 7926 w 1107111"/>
                <a:gd name="csY169" fmla="*/ 957823 h 1474387"/>
                <a:gd name="csX170" fmla="*/ 23780 w 1107111"/>
                <a:gd name="csY170" fmla="*/ 927437 h 1474387"/>
                <a:gd name="csX171" fmla="*/ 21138 w 1107111"/>
                <a:gd name="csY171" fmla="*/ 903657 h 1474387"/>
                <a:gd name="csX172" fmla="*/ 33028 w 1107111"/>
                <a:gd name="csY172" fmla="*/ 893088 h 1474387"/>
                <a:gd name="csX173" fmla="*/ 30386 w 1107111"/>
                <a:gd name="csY173" fmla="*/ 881197 h 1474387"/>
                <a:gd name="csX174" fmla="*/ 15854 w 1107111"/>
                <a:gd name="csY174" fmla="*/ 885161 h 1474387"/>
                <a:gd name="csX175" fmla="*/ 0 w 1107111"/>
                <a:gd name="csY175" fmla="*/ 874591 h 1474387"/>
                <a:gd name="csX176" fmla="*/ 2642 w 1107111"/>
                <a:gd name="csY176" fmla="*/ 860059 h 1474387"/>
                <a:gd name="csX177" fmla="*/ 1321 w 1107111"/>
                <a:gd name="csY177" fmla="*/ 834958 h 1474387"/>
                <a:gd name="csX178" fmla="*/ 10569 w 1107111"/>
                <a:gd name="csY178" fmla="*/ 821746 h 1474387"/>
                <a:gd name="csX179" fmla="*/ 5285 w 1107111"/>
                <a:gd name="csY179" fmla="*/ 808535 h 1474387"/>
                <a:gd name="csX180" fmla="*/ 15854 w 1107111"/>
                <a:gd name="csY180" fmla="*/ 790039 h 1474387"/>
                <a:gd name="csX181" fmla="*/ 15854 w 1107111"/>
                <a:gd name="csY181" fmla="*/ 774185 h 1474387"/>
                <a:gd name="csX182" fmla="*/ 36992 w 1107111"/>
                <a:gd name="csY182" fmla="*/ 770222 h 1474387"/>
                <a:gd name="csX183" fmla="*/ 55487 w 1107111"/>
                <a:gd name="csY183" fmla="*/ 753047 h 1474387"/>
                <a:gd name="csX184" fmla="*/ 75305 w 1107111"/>
                <a:gd name="csY184" fmla="*/ 738514 h 1474387"/>
                <a:gd name="csX185" fmla="*/ 81910 w 1107111"/>
                <a:gd name="csY185" fmla="*/ 722661 h 1474387"/>
                <a:gd name="csX186" fmla="*/ 104369 w 1107111"/>
                <a:gd name="csY186" fmla="*/ 729267 h 1474387"/>
                <a:gd name="csX187" fmla="*/ 104369 w 1107111"/>
                <a:gd name="csY187" fmla="*/ 742478 h 1474387"/>
                <a:gd name="csX188" fmla="*/ 117581 w 1107111"/>
                <a:gd name="csY188" fmla="*/ 750405 h 1474387"/>
                <a:gd name="csX189" fmla="*/ 130792 w 1107111"/>
                <a:gd name="csY189" fmla="*/ 738514 h 1474387"/>
                <a:gd name="csX190" fmla="*/ 150609 w 1107111"/>
                <a:gd name="csY190" fmla="*/ 749083 h 1474387"/>
                <a:gd name="csX191" fmla="*/ 162499 w 1107111"/>
                <a:gd name="csY191" fmla="*/ 727945 h 1474387"/>
                <a:gd name="csX192" fmla="*/ 179674 w 1107111"/>
                <a:gd name="csY192" fmla="*/ 716055 h 1474387"/>
                <a:gd name="csX193" fmla="*/ 196849 w 1107111"/>
                <a:gd name="csY193" fmla="*/ 698881 h 1474387"/>
                <a:gd name="csX194" fmla="*/ 223272 w 1107111"/>
                <a:gd name="csY194" fmla="*/ 709450 h 1474387"/>
                <a:gd name="csX195" fmla="*/ 233841 w 1107111"/>
                <a:gd name="csY195" fmla="*/ 700202 h 1474387"/>
                <a:gd name="csX196" fmla="*/ 247052 w 1107111"/>
                <a:gd name="csY196" fmla="*/ 701523 h 1474387"/>
                <a:gd name="csX197" fmla="*/ 257621 w 1107111"/>
                <a:gd name="csY197" fmla="*/ 696238 h 1474387"/>
                <a:gd name="csX198" fmla="*/ 258861 w 1107111"/>
                <a:gd name="csY198" fmla="*/ 692517 h 1474387"/>
                <a:gd name="csX199" fmla="*/ 258831 w 1107111"/>
                <a:gd name="csY199" fmla="*/ 692312 h 1474387"/>
                <a:gd name="csX200" fmla="*/ 258937 w 1107111"/>
                <a:gd name="csY200" fmla="*/ 692289 h 1474387"/>
                <a:gd name="csX201" fmla="*/ 264227 w 1107111"/>
                <a:gd name="csY201" fmla="*/ 676421 h 1474387"/>
                <a:gd name="csX202" fmla="*/ 274796 w 1107111"/>
                <a:gd name="csY202" fmla="*/ 672458 h 1474387"/>
                <a:gd name="csX203" fmla="*/ 281402 w 1107111"/>
                <a:gd name="csY203" fmla="*/ 680384 h 1474387"/>
                <a:gd name="csX204" fmla="*/ 281402 w 1107111"/>
                <a:gd name="csY204" fmla="*/ 687476 h 1474387"/>
                <a:gd name="csX205" fmla="*/ 296644 w 1107111"/>
                <a:gd name="csY205" fmla="*/ 684209 h 1474387"/>
                <a:gd name="csX206" fmla="*/ 295934 w 1107111"/>
                <a:gd name="csY206" fmla="*/ 683027 h 1474387"/>
                <a:gd name="csX207" fmla="*/ 307824 w 1107111"/>
                <a:gd name="csY207" fmla="*/ 673779 h 1474387"/>
                <a:gd name="csX208" fmla="*/ 335414 w 1107111"/>
                <a:gd name="csY208" fmla="*/ 675901 h 1474387"/>
                <a:gd name="csX209" fmla="*/ 346110 w 1107111"/>
                <a:gd name="csY209" fmla="*/ 673610 h 1474387"/>
                <a:gd name="csX210" fmla="*/ 351421 w 1107111"/>
                <a:gd name="csY210" fmla="*/ 669815 h 1474387"/>
                <a:gd name="csX211" fmla="*/ 346137 w 1107111"/>
                <a:gd name="csY211" fmla="*/ 659246 h 1474387"/>
                <a:gd name="csX212" fmla="*/ 347458 w 1107111"/>
                <a:gd name="csY212" fmla="*/ 643393 h 1474387"/>
                <a:gd name="csX213" fmla="*/ 355385 w 1107111"/>
                <a:gd name="csY213" fmla="*/ 609043 h 1474387"/>
                <a:gd name="csX214" fmla="*/ 365954 w 1107111"/>
                <a:gd name="csY214" fmla="*/ 581300 h 1474387"/>
                <a:gd name="csX215" fmla="*/ 376523 w 1107111"/>
                <a:gd name="csY215" fmla="*/ 568088 h 1474387"/>
                <a:gd name="csX216" fmla="*/ 395019 w 1107111"/>
                <a:gd name="csY216" fmla="*/ 573373 h 1474387"/>
                <a:gd name="csX217" fmla="*/ 400303 w 1107111"/>
                <a:gd name="csY217" fmla="*/ 558840 h 1474387"/>
                <a:gd name="csX218" fmla="*/ 397661 w 1107111"/>
                <a:gd name="csY218" fmla="*/ 524491 h 1474387"/>
                <a:gd name="csX219" fmla="*/ 406909 w 1107111"/>
                <a:gd name="csY219" fmla="*/ 516564 h 1474387"/>
                <a:gd name="csX220" fmla="*/ 408230 w 1107111"/>
                <a:gd name="csY220" fmla="*/ 496747 h 1474387"/>
                <a:gd name="csX221" fmla="*/ 421442 w 1107111"/>
                <a:gd name="csY221" fmla="*/ 478251 h 1474387"/>
                <a:gd name="csX222" fmla="*/ 434653 w 1107111"/>
                <a:gd name="csY222" fmla="*/ 451828 h 1474387"/>
                <a:gd name="csX223" fmla="*/ 426726 w 1107111"/>
                <a:gd name="csY223" fmla="*/ 435975 h 1474387"/>
                <a:gd name="csX224" fmla="*/ 408230 w 1107111"/>
                <a:gd name="csY224" fmla="*/ 414836 h 1474387"/>
                <a:gd name="csX225" fmla="*/ 416157 w 1107111"/>
                <a:gd name="csY225" fmla="*/ 400304 h 1474387"/>
                <a:gd name="csX226" fmla="*/ 401625 w 1107111"/>
                <a:gd name="csY226" fmla="*/ 397662 h 1474387"/>
                <a:gd name="csX227" fmla="*/ 396340 w 1107111"/>
                <a:gd name="csY227" fmla="*/ 389735 h 1474387"/>
                <a:gd name="csX228" fmla="*/ 421442 w 1107111"/>
                <a:gd name="csY228" fmla="*/ 361991 h 1474387"/>
                <a:gd name="csX229" fmla="*/ 459755 w 1107111"/>
                <a:gd name="csY229" fmla="*/ 344816 h 1474387"/>
                <a:gd name="csX230" fmla="*/ 465039 w 1107111"/>
                <a:gd name="csY230" fmla="*/ 315751 h 1474387"/>
                <a:gd name="csX231" fmla="*/ 512600 w 1107111"/>
                <a:gd name="csY231" fmla="*/ 282723 h 1474387"/>
                <a:gd name="csX232" fmla="*/ 532417 w 1107111"/>
                <a:gd name="csY232" fmla="*/ 285365 h 1474387"/>
                <a:gd name="csX233" fmla="*/ 553555 w 1107111"/>
                <a:gd name="csY233" fmla="*/ 313109 h 1474387"/>
                <a:gd name="csX234" fmla="*/ 565446 w 1107111"/>
                <a:gd name="csY234" fmla="*/ 313109 h 1474387"/>
                <a:gd name="csX235" fmla="*/ 574693 w 1107111"/>
                <a:gd name="csY235" fmla="*/ 295934 h 1474387"/>
                <a:gd name="csX236" fmla="*/ 626218 w 1107111"/>
                <a:gd name="csY236" fmla="*/ 291971 h 1474387"/>
                <a:gd name="csX237" fmla="*/ 643392 w 1107111"/>
                <a:gd name="csY237" fmla="*/ 278759 h 1474387"/>
                <a:gd name="csX238" fmla="*/ 644714 w 1107111"/>
                <a:gd name="csY238" fmla="*/ 257621 h 1474387"/>
                <a:gd name="csX239" fmla="*/ 602438 w 1107111"/>
                <a:gd name="csY239" fmla="*/ 232520 h 1474387"/>
                <a:gd name="csX240" fmla="*/ 601116 w 1107111"/>
                <a:gd name="csY240" fmla="*/ 216666 h 1474387"/>
                <a:gd name="csX241" fmla="*/ 635466 w 1107111"/>
                <a:gd name="csY241" fmla="*/ 199491 h 1474387"/>
                <a:gd name="csX242" fmla="*/ 631502 w 1107111"/>
                <a:gd name="csY242" fmla="*/ 186280 h 1474387"/>
                <a:gd name="csX243" fmla="*/ 644714 w 1107111"/>
                <a:gd name="csY243" fmla="*/ 158536 h 1474387"/>
                <a:gd name="csX244" fmla="*/ 668494 w 1107111"/>
                <a:gd name="csY244" fmla="*/ 144004 h 1474387"/>
                <a:gd name="csX245" fmla="*/ 668494 w 1107111"/>
                <a:gd name="csY245" fmla="*/ 130792 h 1474387"/>
                <a:gd name="csX246" fmla="*/ 686990 w 1107111"/>
                <a:gd name="csY246" fmla="*/ 109654 h 1474387"/>
                <a:gd name="csX247" fmla="*/ 661889 w 1107111"/>
                <a:gd name="csY247" fmla="*/ 70020 h 1474387"/>
                <a:gd name="csX248" fmla="*/ 669815 w 1107111"/>
                <a:gd name="csY248" fmla="*/ 44918 h 1474387"/>
                <a:gd name="csX249" fmla="*/ 690953 w 1107111"/>
                <a:gd name="csY249" fmla="*/ 34349 h 1474387"/>
                <a:gd name="csX250" fmla="*/ 716055 w 1107111"/>
                <a:gd name="csY250" fmla="*/ 55488 h 1474387"/>
                <a:gd name="csX251" fmla="*/ 726624 w 1107111"/>
                <a:gd name="csY251" fmla="*/ 42276 h 1474387"/>
                <a:gd name="csX252" fmla="*/ 745120 w 1107111"/>
                <a:gd name="csY252" fmla="*/ 52846 h 1474387"/>
                <a:gd name="csX253" fmla="*/ 772864 w 1107111"/>
                <a:gd name="csY253" fmla="*/ 56809 h 1474387"/>
                <a:gd name="csX254" fmla="*/ 764937 w 1107111"/>
                <a:gd name="csY254" fmla="*/ 75305 h 1474387"/>
                <a:gd name="csX255" fmla="*/ 768900 w 1107111"/>
                <a:gd name="csY255" fmla="*/ 100406 h 1474387"/>
                <a:gd name="csX256" fmla="*/ 803250 w 1107111"/>
                <a:gd name="csY256" fmla="*/ 100406 h 1474387"/>
                <a:gd name="csX257" fmla="*/ 819104 w 1107111"/>
                <a:gd name="csY257" fmla="*/ 91158 h 1474387"/>
                <a:gd name="csX258" fmla="*/ 816461 w 1107111"/>
                <a:gd name="csY258" fmla="*/ 75305 h 1474387"/>
                <a:gd name="csX259" fmla="*/ 819104 w 1107111"/>
                <a:gd name="csY259" fmla="*/ 62093 h 1474387"/>
                <a:gd name="csX260" fmla="*/ 837599 w 1107111"/>
                <a:gd name="csY260" fmla="*/ 35670 h 1474387"/>
                <a:gd name="csX261" fmla="*/ 837599 w 1107111"/>
                <a:gd name="csY261" fmla="*/ 10569 h 14743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1107111" h="1474387">
                  <a:moveTo>
                    <a:pt x="856096" y="0"/>
                  </a:moveTo>
                  <a:lnTo>
                    <a:pt x="866665" y="17175"/>
                  </a:lnTo>
                  <a:lnTo>
                    <a:pt x="895729" y="13211"/>
                  </a:lnTo>
                  <a:lnTo>
                    <a:pt x="910262" y="9248"/>
                  </a:lnTo>
                  <a:lnTo>
                    <a:pt x="930079" y="9248"/>
                  </a:lnTo>
                  <a:lnTo>
                    <a:pt x="945933" y="2642"/>
                  </a:lnTo>
                  <a:lnTo>
                    <a:pt x="961786" y="27744"/>
                  </a:lnTo>
                  <a:lnTo>
                    <a:pt x="988209" y="34349"/>
                  </a:lnTo>
                  <a:lnTo>
                    <a:pt x="1002741" y="33028"/>
                  </a:lnTo>
                  <a:lnTo>
                    <a:pt x="1014632" y="13211"/>
                  </a:lnTo>
                  <a:lnTo>
                    <a:pt x="1022558" y="1321"/>
                  </a:lnTo>
                  <a:lnTo>
                    <a:pt x="1041055" y="7927"/>
                  </a:lnTo>
                  <a:lnTo>
                    <a:pt x="1060871" y="1321"/>
                  </a:lnTo>
                  <a:lnTo>
                    <a:pt x="1066156" y="13211"/>
                  </a:lnTo>
                  <a:lnTo>
                    <a:pt x="1054266" y="25101"/>
                  </a:lnTo>
                  <a:lnTo>
                    <a:pt x="1058229" y="38313"/>
                  </a:lnTo>
                  <a:lnTo>
                    <a:pt x="1054266" y="47561"/>
                  </a:lnTo>
                  <a:lnTo>
                    <a:pt x="1055587" y="59451"/>
                  </a:lnTo>
                  <a:lnTo>
                    <a:pt x="1051624" y="70020"/>
                  </a:lnTo>
                  <a:lnTo>
                    <a:pt x="1079367" y="80589"/>
                  </a:lnTo>
                  <a:lnTo>
                    <a:pt x="1079367" y="95122"/>
                  </a:lnTo>
                  <a:lnTo>
                    <a:pt x="1085973" y="104369"/>
                  </a:lnTo>
                  <a:lnTo>
                    <a:pt x="1071440" y="122866"/>
                  </a:lnTo>
                  <a:lnTo>
                    <a:pt x="1087294" y="146646"/>
                  </a:lnTo>
                  <a:lnTo>
                    <a:pt x="1079367" y="162499"/>
                  </a:lnTo>
                  <a:lnTo>
                    <a:pt x="1067477" y="186280"/>
                  </a:lnTo>
                  <a:lnTo>
                    <a:pt x="1071440" y="216666"/>
                  </a:lnTo>
                  <a:lnTo>
                    <a:pt x="1076725" y="244410"/>
                  </a:lnTo>
                  <a:lnTo>
                    <a:pt x="1068798" y="262906"/>
                  </a:lnTo>
                  <a:lnTo>
                    <a:pt x="1068798" y="278759"/>
                  </a:lnTo>
                  <a:lnTo>
                    <a:pt x="1075404" y="302540"/>
                  </a:lnTo>
                  <a:lnTo>
                    <a:pt x="1067477" y="319715"/>
                  </a:lnTo>
                  <a:lnTo>
                    <a:pt x="1068798" y="334247"/>
                  </a:lnTo>
                  <a:lnTo>
                    <a:pt x="1088615" y="350101"/>
                  </a:lnTo>
                  <a:lnTo>
                    <a:pt x="1091257" y="409552"/>
                  </a:lnTo>
                  <a:lnTo>
                    <a:pt x="1107111" y="433333"/>
                  </a:lnTo>
                  <a:cubicBezTo>
                    <a:pt x="1106671" y="445663"/>
                    <a:pt x="1106231" y="457994"/>
                    <a:pt x="1105790" y="470324"/>
                  </a:cubicBezTo>
                  <a:lnTo>
                    <a:pt x="1084652" y="459755"/>
                  </a:lnTo>
                  <a:lnTo>
                    <a:pt x="1066156" y="474287"/>
                  </a:lnTo>
                  <a:lnTo>
                    <a:pt x="1050302" y="466361"/>
                  </a:lnTo>
                  <a:lnTo>
                    <a:pt x="1038412" y="486178"/>
                  </a:lnTo>
                  <a:lnTo>
                    <a:pt x="1034448" y="469003"/>
                  </a:lnTo>
                  <a:lnTo>
                    <a:pt x="1034448" y="451828"/>
                  </a:lnTo>
                  <a:lnTo>
                    <a:pt x="1005384" y="438617"/>
                  </a:lnTo>
                  <a:lnTo>
                    <a:pt x="997457" y="461076"/>
                  </a:lnTo>
                  <a:lnTo>
                    <a:pt x="980282" y="476930"/>
                  </a:lnTo>
                  <a:lnTo>
                    <a:pt x="969713" y="474287"/>
                  </a:lnTo>
                  <a:lnTo>
                    <a:pt x="948575" y="484856"/>
                  </a:lnTo>
                  <a:lnTo>
                    <a:pt x="938006" y="509958"/>
                  </a:lnTo>
                  <a:lnTo>
                    <a:pt x="941969" y="531096"/>
                  </a:lnTo>
                  <a:lnTo>
                    <a:pt x="941969" y="554877"/>
                  </a:lnTo>
                  <a:lnTo>
                    <a:pt x="965749" y="560162"/>
                  </a:lnTo>
                  <a:lnTo>
                    <a:pt x="988209" y="582621"/>
                  </a:lnTo>
                  <a:lnTo>
                    <a:pt x="1015953" y="630182"/>
                  </a:lnTo>
                  <a:lnTo>
                    <a:pt x="1019916" y="664531"/>
                  </a:lnTo>
                  <a:lnTo>
                    <a:pt x="1013310" y="669815"/>
                  </a:lnTo>
                  <a:lnTo>
                    <a:pt x="989530" y="676421"/>
                  </a:lnTo>
                  <a:lnTo>
                    <a:pt x="976319" y="696238"/>
                  </a:lnTo>
                  <a:lnTo>
                    <a:pt x="967071" y="680384"/>
                  </a:lnTo>
                  <a:lnTo>
                    <a:pt x="948575" y="673779"/>
                  </a:lnTo>
                  <a:lnTo>
                    <a:pt x="927437" y="672458"/>
                  </a:lnTo>
                  <a:lnTo>
                    <a:pt x="911583" y="680384"/>
                  </a:lnTo>
                  <a:lnTo>
                    <a:pt x="891766" y="693596"/>
                  </a:lnTo>
                  <a:lnTo>
                    <a:pt x="895729" y="713413"/>
                  </a:lnTo>
                  <a:lnTo>
                    <a:pt x="862701" y="705486"/>
                  </a:lnTo>
                  <a:lnTo>
                    <a:pt x="841563" y="694917"/>
                  </a:lnTo>
                  <a:lnTo>
                    <a:pt x="819104" y="700202"/>
                  </a:lnTo>
                  <a:lnTo>
                    <a:pt x="803250" y="720019"/>
                  </a:lnTo>
                  <a:lnTo>
                    <a:pt x="786075" y="758332"/>
                  </a:lnTo>
                  <a:lnTo>
                    <a:pt x="759652" y="767580"/>
                  </a:lnTo>
                  <a:lnTo>
                    <a:pt x="760974" y="805892"/>
                  </a:lnTo>
                  <a:lnTo>
                    <a:pt x="749083" y="809856"/>
                  </a:lnTo>
                  <a:lnTo>
                    <a:pt x="735872" y="830994"/>
                  </a:lnTo>
                  <a:lnTo>
                    <a:pt x="720018" y="812498"/>
                  </a:lnTo>
                  <a:lnTo>
                    <a:pt x="683027" y="813820"/>
                  </a:lnTo>
                  <a:lnTo>
                    <a:pt x="673779" y="805892"/>
                  </a:lnTo>
                  <a:lnTo>
                    <a:pt x="673909" y="805459"/>
                  </a:lnTo>
                  <a:lnTo>
                    <a:pt x="656604" y="804593"/>
                  </a:lnTo>
                  <a:lnTo>
                    <a:pt x="656604" y="811177"/>
                  </a:lnTo>
                  <a:lnTo>
                    <a:pt x="626218" y="817783"/>
                  </a:lnTo>
                  <a:lnTo>
                    <a:pt x="627539" y="836279"/>
                  </a:lnTo>
                  <a:lnTo>
                    <a:pt x="623576" y="854774"/>
                  </a:lnTo>
                  <a:lnTo>
                    <a:pt x="602438" y="867986"/>
                  </a:lnTo>
                  <a:lnTo>
                    <a:pt x="594510" y="875912"/>
                  </a:lnTo>
                  <a:lnTo>
                    <a:pt x="601116" y="891766"/>
                  </a:lnTo>
                  <a:lnTo>
                    <a:pt x="603759" y="899693"/>
                  </a:lnTo>
                  <a:lnTo>
                    <a:pt x="591868" y="911583"/>
                  </a:lnTo>
                  <a:lnTo>
                    <a:pt x="587905" y="932721"/>
                  </a:lnTo>
                  <a:lnTo>
                    <a:pt x="583941" y="978961"/>
                  </a:lnTo>
                  <a:lnTo>
                    <a:pt x="578657" y="1015953"/>
                  </a:lnTo>
                  <a:lnTo>
                    <a:pt x="564124" y="1063514"/>
                  </a:lnTo>
                  <a:lnTo>
                    <a:pt x="557519" y="1080689"/>
                  </a:lnTo>
                  <a:lnTo>
                    <a:pt x="541665" y="1074083"/>
                  </a:lnTo>
                  <a:lnTo>
                    <a:pt x="511279" y="1087294"/>
                  </a:lnTo>
                  <a:lnTo>
                    <a:pt x="509958" y="1104469"/>
                  </a:lnTo>
                  <a:lnTo>
                    <a:pt x="492783" y="1119001"/>
                  </a:lnTo>
                  <a:lnTo>
                    <a:pt x="495425" y="1140140"/>
                  </a:lnTo>
                  <a:lnTo>
                    <a:pt x="507316" y="1161278"/>
                  </a:lnTo>
                  <a:lnTo>
                    <a:pt x="508637" y="1178453"/>
                  </a:lnTo>
                  <a:lnTo>
                    <a:pt x="495425" y="1187700"/>
                  </a:lnTo>
                  <a:lnTo>
                    <a:pt x="496747" y="1229977"/>
                  </a:lnTo>
                  <a:lnTo>
                    <a:pt x="509958" y="1236583"/>
                  </a:lnTo>
                  <a:lnTo>
                    <a:pt x="521848" y="1233940"/>
                  </a:lnTo>
                  <a:lnTo>
                    <a:pt x="540344" y="1244509"/>
                  </a:lnTo>
                  <a:lnTo>
                    <a:pt x="556198" y="1247152"/>
                  </a:lnTo>
                  <a:lnTo>
                    <a:pt x="562803" y="1244509"/>
                  </a:lnTo>
                  <a:lnTo>
                    <a:pt x="557519" y="1260363"/>
                  </a:lnTo>
                  <a:lnTo>
                    <a:pt x="550913" y="1305282"/>
                  </a:lnTo>
                  <a:lnTo>
                    <a:pt x="550913" y="1319814"/>
                  </a:lnTo>
                  <a:lnTo>
                    <a:pt x="531096" y="1323777"/>
                  </a:lnTo>
                  <a:lnTo>
                    <a:pt x="503352" y="1323777"/>
                  </a:lnTo>
                  <a:lnTo>
                    <a:pt x="491462" y="1344916"/>
                  </a:lnTo>
                  <a:lnTo>
                    <a:pt x="491462" y="1360769"/>
                  </a:lnTo>
                  <a:lnTo>
                    <a:pt x="484856" y="1381907"/>
                  </a:lnTo>
                  <a:lnTo>
                    <a:pt x="465040" y="1387192"/>
                  </a:lnTo>
                  <a:lnTo>
                    <a:pt x="435974" y="1372659"/>
                  </a:lnTo>
                  <a:lnTo>
                    <a:pt x="410873" y="1358127"/>
                  </a:lnTo>
                  <a:lnTo>
                    <a:pt x="381808" y="1358127"/>
                  </a:lnTo>
                  <a:lnTo>
                    <a:pt x="356706" y="1375302"/>
                  </a:lnTo>
                  <a:lnTo>
                    <a:pt x="330283" y="1391155"/>
                  </a:lnTo>
                  <a:lnTo>
                    <a:pt x="309145" y="1389835"/>
                  </a:lnTo>
                  <a:lnTo>
                    <a:pt x="290650" y="1370017"/>
                  </a:lnTo>
                  <a:lnTo>
                    <a:pt x="268190" y="1360769"/>
                  </a:lnTo>
                  <a:lnTo>
                    <a:pt x="261584" y="1381907"/>
                  </a:lnTo>
                  <a:lnTo>
                    <a:pt x="241767" y="1397761"/>
                  </a:lnTo>
                  <a:lnTo>
                    <a:pt x="221951" y="1420220"/>
                  </a:lnTo>
                  <a:lnTo>
                    <a:pt x="212703" y="1438716"/>
                  </a:lnTo>
                  <a:lnTo>
                    <a:pt x="182316" y="1444001"/>
                  </a:lnTo>
                  <a:lnTo>
                    <a:pt x="161178" y="1441358"/>
                  </a:lnTo>
                  <a:lnTo>
                    <a:pt x="133434" y="1436074"/>
                  </a:lnTo>
                  <a:lnTo>
                    <a:pt x="101727" y="1444001"/>
                  </a:lnTo>
                  <a:lnTo>
                    <a:pt x="75305" y="1453249"/>
                  </a:lnTo>
                  <a:lnTo>
                    <a:pt x="54166" y="1474387"/>
                  </a:lnTo>
                  <a:lnTo>
                    <a:pt x="44918" y="1462497"/>
                  </a:lnTo>
                  <a:lnTo>
                    <a:pt x="48882" y="1440037"/>
                  </a:lnTo>
                  <a:lnTo>
                    <a:pt x="62093" y="1425505"/>
                  </a:lnTo>
                  <a:lnTo>
                    <a:pt x="64735" y="1405688"/>
                  </a:lnTo>
                  <a:lnTo>
                    <a:pt x="59451" y="1395119"/>
                  </a:lnTo>
                  <a:lnTo>
                    <a:pt x="62093" y="1375302"/>
                  </a:lnTo>
                  <a:lnTo>
                    <a:pt x="50203" y="1364733"/>
                  </a:lnTo>
                  <a:lnTo>
                    <a:pt x="42276" y="1347558"/>
                  </a:lnTo>
                  <a:lnTo>
                    <a:pt x="46239" y="1319814"/>
                  </a:lnTo>
                  <a:lnTo>
                    <a:pt x="54166" y="1313208"/>
                  </a:lnTo>
                  <a:lnTo>
                    <a:pt x="54166" y="1292070"/>
                  </a:lnTo>
                  <a:lnTo>
                    <a:pt x="48882" y="1281501"/>
                  </a:lnTo>
                  <a:lnTo>
                    <a:pt x="29065" y="1274896"/>
                  </a:lnTo>
                  <a:lnTo>
                    <a:pt x="19817" y="1263006"/>
                  </a:lnTo>
                  <a:lnTo>
                    <a:pt x="31707" y="1239225"/>
                  </a:lnTo>
                  <a:lnTo>
                    <a:pt x="26423" y="1223371"/>
                  </a:lnTo>
                  <a:lnTo>
                    <a:pt x="27744" y="1208839"/>
                  </a:lnTo>
                  <a:lnTo>
                    <a:pt x="40955" y="1182416"/>
                  </a:lnTo>
                  <a:lnTo>
                    <a:pt x="39634" y="1166562"/>
                  </a:lnTo>
                  <a:lnTo>
                    <a:pt x="22459" y="1136177"/>
                  </a:lnTo>
                  <a:lnTo>
                    <a:pt x="21138" y="1113717"/>
                  </a:lnTo>
                  <a:lnTo>
                    <a:pt x="2642" y="1088616"/>
                  </a:lnTo>
                  <a:lnTo>
                    <a:pt x="3963" y="1076725"/>
                  </a:lnTo>
                  <a:lnTo>
                    <a:pt x="11890" y="1071440"/>
                  </a:lnTo>
                  <a:lnTo>
                    <a:pt x="25101" y="1072762"/>
                  </a:lnTo>
                  <a:lnTo>
                    <a:pt x="23780" y="1054266"/>
                  </a:lnTo>
                  <a:lnTo>
                    <a:pt x="38313" y="1034449"/>
                  </a:lnTo>
                  <a:lnTo>
                    <a:pt x="50203" y="1017274"/>
                  </a:lnTo>
                  <a:lnTo>
                    <a:pt x="42276" y="1001420"/>
                  </a:lnTo>
                  <a:lnTo>
                    <a:pt x="35670" y="997457"/>
                  </a:lnTo>
                  <a:lnTo>
                    <a:pt x="26423" y="1004063"/>
                  </a:lnTo>
                  <a:lnTo>
                    <a:pt x="17175" y="1005384"/>
                  </a:lnTo>
                  <a:lnTo>
                    <a:pt x="7926" y="1001420"/>
                  </a:lnTo>
                  <a:lnTo>
                    <a:pt x="10569" y="985567"/>
                  </a:lnTo>
                  <a:lnTo>
                    <a:pt x="23780" y="978961"/>
                  </a:lnTo>
                  <a:lnTo>
                    <a:pt x="17175" y="969713"/>
                  </a:lnTo>
                  <a:lnTo>
                    <a:pt x="7926" y="957823"/>
                  </a:lnTo>
                  <a:lnTo>
                    <a:pt x="23780" y="927437"/>
                  </a:lnTo>
                  <a:lnTo>
                    <a:pt x="21138" y="903657"/>
                  </a:lnTo>
                  <a:lnTo>
                    <a:pt x="33028" y="893088"/>
                  </a:lnTo>
                  <a:lnTo>
                    <a:pt x="30386" y="881197"/>
                  </a:lnTo>
                  <a:lnTo>
                    <a:pt x="15854" y="885161"/>
                  </a:lnTo>
                  <a:lnTo>
                    <a:pt x="0" y="874591"/>
                  </a:lnTo>
                  <a:lnTo>
                    <a:pt x="2642" y="860059"/>
                  </a:lnTo>
                  <a:lnTo>
                    <a:pt x="1321" y="834958"/>
                  </a:lnTo>
                  <a:lnTo>
                    <a:pt x="10569" y="821746"/>
                  </a:lnTo>
                  <a:lnTo>
                    <a:pt x="5285" y="808535"/>
                  </a:lnTo>
                  <a:lnTo>
                    <a:pt x="15854" y="790039"/>
                  </a:lnTo>
                  <a:lnTo>
                    <a:pt x="15854" y="774185"/>
                  </a:lnTo>
                  <a:lnTo>
                    <a:pt x="36992" y="770222"/>
                  </a:lnTo>
                  <a:lnTo>
                    <a:pt x="55487" y="753047"/>
                  </a:lnTo>
                  <a:lnTo>
                    <a:pt x="75305" y="738514"/>
                  </a:lnTo>
                  <a:lnTo>
                    <a:pt x="81910" y="722661"/>
                  </a:lnTo>
                  <a:lnTo>
                    <a:pt x="104369" y="729267"/>
                  </a:lnTo>
                  <a:lnTo>
                    <a:pt x="104369" y="742478"/>
                  </a:lnTo>
                  <a:lnTo>
                    <a:pt x="117581" y="750405"/>
                  </a:lnTo>
                  <a:lnTo>
                    <a:pt x="130792" y="738514"/>
                  </a:lnTo>
                  <a:lnTo>
                    <a:pt x="150609" y="749083"/>
                  </a:lnTo>
                  <a:lnTo>
                    <a:pt x="162499" y="727945"/>
                  </a:lnTo>
                  <a:lnTo>
                    <a:pt x="179674" y="716055"/>
                  </a:lnTo>
                  <a:lnTo>
                    <a:pt x="196849" y="698881"/>
                  </a:lnTo>
                  <a:lnTo>
                    <a:pt x="223272" y="709450"/>
                  </a:lnTo>
                  <a:lnTo>
                    <a:pt x="233841" y="700202"/>
                  </a:lnTo>
                  <a:lnTo>
                    <a:pt x="247052" y="701523"/>
                  </a:lnTo>
                  <a:lnTo>
                    <a:pt x="257621" y="696238"/>
                  </a:lnTo>
                  <a:lnTo>
                    <a:pt x="258861" y="692517"/>
                  </a:lnTo>
                  <a:lnTo>
                    <a:pt x="258831" y="692312"/>
                  </a:lnTo>
                  <a:lnTo>
                    <a:pt x="258937" y="692289"/>
                  </a:lnTo>
                  <a:lnTo>
                    <a:pt x="264227" y="676421"/>
                  </a:lnTo>
                  <a:lnTo>
                    <a:pt x="274796" y="672458"/>
                  </a:lnTo>
                  <a:lnTo>
                    <a:pt x="281402" y="680384"/>
                  </a:lnTo>
                  <a:lnTo>
                    <a:pt x="281402" y="687476"/>
                  </a:lnTo>
                  <a:lnTo>
                    <a:pt x="296644" y="684209"/>
                  </a:lnTo>
                  <a:lnTo>
                    <a:pt x="295934" y="683027"/>
                  </a:lnTo>
                  <a:lnTo>
                    <a:pt x="307824" y="673779"/>
                  </a:lnTo>
                  <a:lnTo>
                    <a:pt x="335414" y="675901"/>
                  </a:lnTo>
                  <a:lnTo>
                    <a:pt x="346110" y="673610"/>
                  </a:lnTo>
                  <a:lnTo>
                    <a:pt x="351421" y="669815"/>
                  </a:lnTo>
                  <a:lnTo>
                    <a:pt x="346137" y="659246"/>
                  </a:lnTo>
                  <a:lnTo>
                    <a:pt x="347458" y="643393"/>
                  </a:lnTo>
                  <a:lnTo>
                    <a:pt x="355385" y="609043"/>
                  </a:lnTo>
                  <a:lnTo>
                    <a:pt x="365954" y="581300"/>
                  </a:lnTo>
                  <a:lnTo>
                    <a:pt x="376523" y="568088"/>
                  </a:lnTo>
                  <a:lnTo>
                    <a:pt x="395019" y="573373"/>
                  </a:lnTo>
                  <a:lnTo>
                    <a:pt x="400303" y="558840"/>
                  </a:lnTo>
                  <a:lnTo>
                    <a:pt x="397661" y="524491"/>
                  </a:lnTo>
                  <a:lnTo>
                    <a:pt x="406909" y="516564"/>
                  </a:lnTo>
                  <a:lnTo>
                    <a:pt x="408230" y="496747"/>
                  </a:lnTo>
                  <a:lnTo>
                    <a:pt x="421442" y="478251"/>
                  </a:lnTo>
                  <a:lnTo>
                    <a:pt x="434653" y="451828"/>
                  </a:lnTo>
                  <a:lnTo>
                    <a:pt x="426726" y="435975"/>
                  </a:lnTo>
                  <a:lnTo>
                    <a:pt x="408230" y="414836"/>
                  </a:lnTo>
                  <a:lnTo>
                    <a:pt x="416157" y="400304"/>
                  </a:lnTo>
                  <a:lnTo>
                    <a:pt x="401625" y="397662"/>
                  </a:lnTo>
                  <a:lnTo>
                    <a:pt x="396340" y="389735"/>
                  </a:lnTo>
                  <a:lnTo>
                    <a:pt x="421442" y="361991"/>
                  </a:lnTo>
                  <a:lnTo>
                    <a:pt x="459755" y="344816"/>
                  </a:lnTo>
                  <a:lnTo>
                    <a:pt x="465039" y="315751"/>
                  </a:lnTo>
                  <a:lnTo>
                    <a:pt x="512600" y="282723"/>
                  </a:lnTo>
                  <a:lnTo>
                    <a:pt x="532417" y="285365"/>
                  </a:lnTo>
                  <a:lnTo>
                    <a:pt x="553555" y="313109"/>
                  </a:lnTo>
                  <a:lnTo>
                    <a:pt x="565446" y="313109"/>
                  </a:lnTo>
                  <a:lnTo>
                    <a:pt x="574693" y="295934"/>
                  </a:lnTo>
                  <a:lnTo>
                    <a:pt x="626218" y="291971"/>
                  </a:lnTo>
                  <a:lnTo>
                    <a:pt x="643392" y="278759"/>
                  </a:lnTo>
                  <a:lnTo>
                    <a:pt x="644714" y="257621"/>
                  </a:lnTo>
                  <a:lnTo>
                    <a:pt x="602438" y="232520"/>
                  </a:lnTo>
                  <a:lnTo>
                    <a:pt x="601116" y="216666"/>
                  </a:lnTo>
                  <a:lnTo>
                    <a:pt x="635466" y="199491"/>
                  </a:lnTo>
                  <a:lnTo>
                    <a:pt x="631502" y="186280"/>
                  </a:lnTo>
                  <a:lnTo>
                    <a:pt x="644714" y="158536"/>
                  </a:lnTo>
                  <a:lnTo>
                    <a:pt x="668494" y="144004"/>
                  </a:lnTo>
                  <a:lnTo>
                    <a:pt x="668494" y="130792"/>
                  </a:lnTo>
                  <a:lnTo>
                    <a:pt x="686990" y="109654"/>
                  </a:lnTo>
                  <a:lnTo>
                    <a:pt x="661889" y="70020"/>
                  </a:lnTo>
                  <a:lnTo>
                    <a:pt x="669815" y="44918"/>
                  </a:lnTo>
                  <a:lnTo>
                    <a:pt x="690953" y="34349"/>
                  </a:lnTo>
                  <a:lnTo>
                    <a:pt x="716055" y="55488"/>
                  </a:lnTo>
                  <a:lnTo>
                    <a:pt x="726624" y="42276"/>
                  </a:lnTo>
                  <a:lnTo>
                    <a:pt x="745120" y="52846"/>
                  </a:lnTo>
                  <a:lnTo>
                    <a:pt x="772864" y="56809"/>
                  </a:lnTo>
                  <a:lnTo>
                    <a:pt x="764937" y="75305"/>
                  </a:lnTo>
                  <a:lnTo>
                    <a:pt x="768900" y="100406"/>
                  </a:lnTo>
                  <a:lnTo>
                    <a:pt x="803250" y="100406"/>
                  </a:lnTo>
                  <a:lnTo>
                    <a:pt x="819104" y="91158"/>
                  </a:lnTo>
                  <a:lnTo>
                    <a:pt x="816461" y="75305"/>
                  </a:lnTo>
                  <a:lnTo>
                    <a:pt x="819104" y="62093"/>
                  </a:lnTo>
                  <a:lnTo>
                    <a:pt x="837599" y="35670"/>
                  </a:lnTo>
                  <a:lnTo>
                    <a:pt x="837599" y="10569"/>
                  </a:lnTo>
                  <a:close/>
                </a:path>
              </a:pathLst>
            </a:custGeom>
            <a:noFill/>
            <a:ln w="31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3" name="자유형: 도형 232">
              <a:extLst>
                <a:ext uri="{FF2B5EF4-FFF2-40B4-BE49-F238E27FC236}">
                  <a16:creationId xmlns:a16="http://schemas.microsoft.com/office/drawing/2014/main" id="{8EA666FE-4A4C-D964-A766-C3F9B914B9B9}"/>
                </a:ext>
              </a:extLst>
            </p:cNvPr>
            <p:cNvSpPr/>
            <p:nvPr/>
          </p:nvSpPr>
          <p:spPr>
            <a:xfrm>
              <a:off x="1388285" y="3738484"/>
              <a:ext cx="1142067" cy="2082415"/>
            </a:xfrm>
            <a:custGeom>
              <a:avLst/>
              <a:gdLst>
                <a:gd name="csX0" fmla="*/ 218869 w 882959"/>
                <a:gd name="csY0" fmla="*/ 1506036 h 1609965"/>
                <a:gd name="csX1" fmla="*/ 243530 w 882959"/>
                <a:gd name="csY1" fmla="*/ 1516605 h 1609965"/>
                <a:gd name="csX2" fmla="*/ 275237 w 882959"/>
                <a:gd name="csY2" fmla="*/ 1525413 h 1609965"/>
                <a:gd name="csX3" fmla="*/ 282283 w 882959"/>
                <a:gd name="csY3" fmla="*/ 1550074 h 1609965"/>
                <a:gd name="csX4" fmla="*/ 275237 w 882959"/>
                <a:gd name="csY4" fmla="*/ 1571212 h 1609965"/>
                <a:gd name="csX5" fmla="*/ 254099 w 882959"/>
                <a:gd name="csY5" fmla="*/ 1558881 h 1609965"/>
                <a:gd name="csX6" fmla="*/ 229438 w 882959"/>
                <a:gd name="csY6" fmla="*/ 1550074 h 1609965"/>
                <a:gd name="csX7" fmla="*/ 31708 w 882959"/>
                <a:gd name="csY7" fmla="*/ 1352344 h 1609965"/>
                <a:gd name="csX8" fmla="*/ 67379 w 882959"/>
                <a:gd name="csY8" fmla="*/ 1362913 h 1609965"/>
                <a:gd name="csX9" fmla="*/ 76627 w 882959"/>
                <a:gd name="csY9" fmla="*/ 1378766 h 1609965"/>
                <a:gd name="csX10" fmla="*/ 91159 w 882959"/>
                <a:gd name="csY10" fmla="*/ 1394620 h 1609965"/>
                <a:gd name="csX11" fmla="*/ 95122 w 882959"/>
                <a:gd name="csY11" fmla="*/ 1381409 h 1609965"/>
                <a:gd name="csX12" fmla="*/ 124188 w 882959"/>
                <a:gd name="csY12" fmla="*/ 1353665 h 1609965"/>
                <a:gd name="csX13" fmla="*/ 107013 w 882959"/>
                <a:gd name="csY13" fmla="*/ 1384051 h 1609965"/>
                <a:gd name="csX14" fmla="*/ 100407 w 882959"/>
                <a:gd name="csY14" fmla="*/ 1403868 h 1609965"/>
                <a:gd name="csX15" fmla="*/ 112298 w 882959"/>
                <a:gd name="csY15" fmla="*/ 1410474 h 1609965"/>
                <a:gd name="csX16" fmla="*/ 121545 w 882959"/>
                <a:gd name="csY16" fmla="*/ 1390657 h 1609965"/>
                <a:gd name="csX17" fmla="*/ 136078 w 882959"/>
                <a:gd name="csY17" fmla="*/ 1402547 h 1609965"/>
                <a:gd name="csX18" fmla="*/ 137399 w 882959"/>
                <a:gd name="csY18" fmla="*/ 1411795 h 1609965"/>
                <a:gd name="csX19" fmla="*/ 149289 w 882959"/>
                <a:gd name="csY19" fmla="*/ 1426327 h 1609965"/>
                <a:gd name="csX20" fmla="*/ 163821 w 882959"/>
                <a:gd name="csY20" fmla="*/ 1432933 h 1609965"/>
                <a:gd name="csX21" fmla="*/ 179675 w 882959"/>
                <a:gd name="csY21" fmla="*/ 1428970 h 1609965"/>
                <a:gd name="csX22" fmla="*/ 194208 w 882959"/>
                <a:gd name="csY22" fmla="*/ 1432933 h 1609965"/>
                <a:gd name="csX23" fmla="*/ 214025 w 882959"/>
                <a:gd name="csY23" fmla="*/ 1443502 h 1609965"/>
                <a:gd name="csX24" fmla="*/ 200813 w 882959"/>
                <a:gd name="csY24" fmla="*/ 1463319 h 1609965"/>
                <a:gd name="csX25" fmla="*/ 217988 w 882959"/>
                <a:gd name="csY25" fmla="*/ 1473888 h 1609965"/>
                <a:gd name="csX26" fmla="*/ 208740 w 882959"/>
                <a:gd name="csY26" fmla="*/ 1488421 h 1609965"/>
                <a:gd name="csX27" fmla="*/ 210061 w 882959"/>
                <a:gd name="csY27" fmla="*/ 1514843 h 1609965"/>
                <a:gd name="csX28" fmla="*/ 198171 w 882959"/>
                <a:gd name="csY28" fmla="*/ 1505595 h 1609965"/>
                <a:gd name="csX29" fmla="*/ 196850 w 882959"/>
                <a:gd name="csY29" fmla="*/ 1518807 h 1609965"/>
                <a:gd name="csX30" fmla="*/ 192887 w 882959"/>
                <a:gd name="csY30" fmla="*/ 1525413 h 1609965"/>
                <a:gd name="csX31" fmla="*/ 186281 w 882959"/>
                <a:gd name="csY31" fmla="*/ 1514843 h 1609965"/>
                <a:gd name="csX32" fmla="*/ 173070 w 882959"/>
                <a:gd name="csY32" fmla="*/ 1513522 h 1609965"/>
                <a:gd name="csX33" fmla="*/ 174391 w 882959"/>
                <a:gd name="csY33" fmla="*/ 1524092 h 1609965"/>
                <a:gd name="csX34" fmla="*/ 187602 w 882959"/>
                <a:gd name="csY34" fmla="*/ 1533340 h 1609965"/>
                <a:gd name="csX35" fmla="*/ 196850 w 882959"/>
                <a:gd name="csY35" fmla="*/ 1545230 h 1609965"/>
                <a:gd name="csX36" fmla="*/ 204777 w 882959"/>
                <a:gd name="csY36" fmla="*/ 1567689 h 1609965"/>
                <a:gd name="csX37" fmla="*/ 206098 w 882959"/>
                <a:gd name="csY37" fmla="*/ 1582222 h 1609965"/>
                <a:gd name="csX38" fmla="*/ 196850 w 882959"/>
                <a:gd name="csY38" fmla="*/ 1575616 h 1609965"/>
                <a:gd name="csX39" fmla="*/ 179675 w 882959"/>
                <a:gd name="csY39" fmla="*/ 1558441 h 1609965"/>
                <a:gd name="csX40" fmla="*/ 167785 w 882959"/>
                <a:gd name="csY40" fmla="*/ 1545230 h 1609965"/>
                <a:gd name="csX41" fmla="*/ 157216 w 882959"/>
                <a:gd name="csY41" fmla="*/ 1561083 h 1609965"/>
                <a:gd name="csX42" fmla="*/ 142683 w 882959"/>
                <a:gd name="csY42" fmla="*/ 1566368 h 1609965"/>
                <a:gd name="csX43" fmla="*/ 138720 w 882959"/>
                <a:gd name="csY43" fmla="*/ 1545230 h 1609965"/>
                <a:gd name="csX44" fmla="*/ 121545 w 882959"/>
                <a:gd name="csY44" fmla="*/ 1538624 h 1609965"/>
                <a:gd name="csX45" fmla="*/ 116261 w 882959"/>
                <a:gd name="csY45" fmla="*/ 1542587 h 1609965"/>
                <a:gd name="csX46" fmla="*/ 121545 w 882959"/>
                <a:gd name="csY46" fmla="*/ 1558441 h 1609965"/>
                <a:gd name="csX47" fmla="*/ 103050 w 882959"/>
                <a:gd name="csY47" fmla="*/ 1580901 h 1609965"/>
                <a:gd name="csX48" fmla="*/ 108334 w 882959"/>
                <a:gd name="csY48" fmla="*/ 1596754 h 1609965"/>
                <a:gd name="csX49" fmla="*/ 96444 w 882959"/>
                <a:gd name="csY49" fmla="*/ 1596754 h 1609965"/>
                <a:gd name="csX50" fmla="*/ 85875 w 882959"/>
                <a:gd name="csY50" fmla="*/ 1609965 h 1609965"/>
                <a:gd name="csX51" fmla="*/ 76627 w 882959"/>
                <a:gd name="csY51" fmla="*/ 1592791 h 1609965"/>
                <a:gd name="csX52" fmla="*/ 68700 w 882959"/>
                <a:gd name="csY52" fmla="*/ 1582222 h 1609965"/>
                <a:gd name="csX53" fmla="*/ 55489 w 882959"/>
                <a:gd name="csY53" fmla="*/ 1576937 h 1609965"/>
                <a:gd name="csX54" fmla="*/ 54168 w 882959"/>
                <a:gd name="csY54" fmla="*/ 1553156 h 1609965"/>
                <a:gd name="csX55" fmla="*/ 77948 w 882959"/>
                <a:gd name="csY55" fmla="*/ 1555799 h 1609965"/>
                <a:gd name="csX56" fmla="*/ 73984 w 882959"/>
                <a:gd name="csY56" fmla="*/ 1535982 h 1609965"/>
                <a:gd name="csX57" fmla="*/ 62094 w 882959"/>
                <a:gd name="csY57" fmla="*/ 1541266 h 1609965"/>
                <a:gd name="csX58" fmla="*/ 46241 w 882959"/>
                <a:gd name="csY58" fmla="*/ 1530697 h 1609965"/>
                <a:gd name="csX59" fmla="*/ 38314 w 882959"/>
                <a:gd name="csY59" fmla="*/ 1518807 h 1609965"/>
                <a:gd name="csX60" fmla="*/ 54168 w 882959"/>
                <a:gd name="csY60" fmla="*/ 1504274 h 1609965"/>
                <a:gd name="csX61" fmla="*/ 72663 w 882959"/>
                <a:gd name="csY61" fmla="*/ 1512201 h 1609965"/>
                <a:gd name="csX62" fmla="*/ 85875 w 882959"/>
                <a:gd name="csY62" fmla="*/ 1498990 h 1609965"/>
                <a:gd name="csX63" fmla="*/ 105692 w 882959"/>
                <a:gd name="csY63" fmla="*/ 1497669 h 1609965"/>
                <a:gd name="csX64" fmla="*/ 91159 w 882959"/>
                <a:gd name="csY64" fmla="*/ 1487100 h 1609965"/>
                <a:gd name="csX65" fmla="*/ 85875 w 882959"/>
                <a:gd name="csY65" fmla="*/ 1469925 h 1609965"/>
                <a:gd name="csX66" fmla="*/ 89838 w 882959"/>
                <a:gd name="csY66" fmla="*/ 1463319 h 1609965"/>
                <a:gd name="csX67" fmla="*/ 95122 w 882959"/>
                <a:gd name="csY67" fmla="*/ 1450108 h 1609965"/>
                <a:gd name="csX68" fmla="*/ 88517 w 882959"/>
                <a:gd name="csY68" fmla="*/ 1430291 h 1609965"/>
                <a:gd name="csX69" fmla="*/ 73984 w 882959"/>
                <a:gd name="csY69" fmla="*/ 1421043 h 1609965"/>
                <a:gd name="csX70" fmla="*/ 63415 w 882959"/>
                <a:gd name="csY70" fmla="*/ 1394620 h 1609965"/>
                <a:gd name="csX71" fmla="*/ 52846 w 882959"/>
                <a:gd name="csY71" fmla="*/ 1378766 h 1609965"/>
                <a:gd name="csX72" fmla="*/ 27745 w 882959"/>
                <a:gd name="csY72" fmla="*/ 1365555 h 1609965"/>
                <a:gd name="csX73" fmla="*/ 175791 w 882959"/>
                <a:gd name="csY73" fmla="*/ 933980 h 1609965"/>
                <a:gd name="csX74" fmla="*/ 162268 w 882959"/>
                <a:gd name="csY74" fmla="*/ 940741 h 1609965"/>
                <a:gd name="csX75" fmla="*/ 148130 w 882959"/>
                <a:gd name="csY75" fmla="*/ 962255 h 1609965"/>
                <a:gd name="csX76" fmla="*/ 150018 w 882959"/>
                <a:gd name="csY76" fmla="*/ 970750 h 1609965"/>
                <a:gd name="csX77" fmla="*/ 151606 w 882959"/>
                <a:gd name="csY77" fmla="*/ 974721 h 1609965"/>
                <a:gd name="csX78" fmla="*/ 155909 w 882959"/>
                <a:gd name="csY78" fmla="*/ 990088 h 1609965"/>
                <a:gd name="csX79" fmla="*/ 160826 w 882959"/>
                <a:gd name="csY79" fmla="*/ 996235 h 1609965"/>
                <a:gd name="csX80" fmla="*/ 167588 w 882959"/>
                <a:gd name="csY80" fmla="*/ 1001767 h 1609965"/>
                <a:gd name="csX81" fmla="*/ 179882 w 882959"/>
                <a:gd name="csY81" fmla="*/ 1002996 h 1609965"/>
                <a:gd name="csX82" fmla="*/ 182955 w 882959"/>
                <a:gd name="csY82" fmla="*/ 996850 h 1609965"/>
                <a:gd name="csX83" fmla="*/ 174593 w 882959"/>
                <a:gd name="csY83" fmla="*/ 992669 h 1609965"/>
                <a:gd name="csX84" fmla="*/ 165956 w 882959"/>
                <a:gd name="csY84" fmla="*/ 991760 h 1609965"/>
                <a:gd name="csX85" fmla="*/ 165956 w 882959"/>
                <a:gd name="csY85" fmla="*/ 984998 h 1609965"/>
                <a:gd name="csX86" fmla="*/ 171286 w 882959"/>
                <a:gd name="csY86" fmla="*/ 983221 h 1609965"/>
                <a:gd name="csX87" fmla="*/ 170661 w 882959"/>
                <a:gd name="csY87" fmla="*/ 980253 h 1609965"/>
                <a:gd name="csX88" fmla="*/ 171260 w 882959"/>
                <a:gd name="csY88" fmla="*/ 978008 h 1609965"/>
                <a:gd name="csX89" fmla="*/ 168415 w 882959"/>
                <a:gd name="csY89" fmla="*/ 975163 h 1609965"/>
                <a:gd name="csX90" fmla="*/ 158580 w 882959"/>
                <a:gd name="csY90" fmla="*/ 974549 h 1609965"/>
                <a:gd name="csX91" fmla="*/ 161653 w 882959"/>
                <a:gd name="csY91" fmla="*/ 962870 h 1609965"/>
                <a:gd name="csX92" fmla="*/ 166571 w 882959"/>
                <a:gd name="csY92" fmla="*/ 968402 h 1609965"/>
                <a:gd name="csX93" fmla="*/ 177635 w 882959"/>
                <a:gd name="csY93" fmla="*/ 967787 h 1609965"/>
                <a:gd name="csX94" fmla="*/ 183782 w 882959"/>
                <a:gd name="csY94" fmla="*/ 963484 h 1609965"/>
                <a:gd name="csX95" fmla="*/ 172103 w 882959"/>
                <a:gd name="csY95" fmla="*/ 958567 h 1609965"/>
                <a:gd name="csX96" fmla="*/ 167185 w 882959"/>
                <a:gd name="csY96" fmla="*/ 954264 h 1609965"/>
                <a:gd name="csX97" fmla="*/ 172717 w 882959"/>
                <a:gd name="csY97" fmla="*/ 939512 h 1609965"/>
                <a:gd name="csX98" fmla="*/ 198322 w 882959"/>
                <a:gd name="csY98" fmla="*/ 829042 h 1609965"/>
                <a:gd name="csX99" fmla="*/ 194916 w 882959"/>
                <a:gd name="csY99" fmla="*/ 829610 h 1609965"/>
                <a:gd name="csX100" fmla="*/ 199022 w 882959"/>
                <a:gd name="csY100" fmla="*/ 829074 h 1609965"/>
                <a:gd name="csX101" fmla="*/ 11890 w 882959"/>
                <a:gd name="csY101" fmla="*/ 0 h 1609965"/>
                <a:gd name="csX102" fmla="*/ 46240 w 882959"/>
                <a:gd name="csY102" fmla="*/ 18495 h 1609965"/>
                <a:gd name="csX103" fmla="*/ 40955 w 882959"/>
                <a:gd name="csY103" fmla="*/ 33028 h 1609965"/>
                <a:gd name="csX104" fmla="*/ 43597 w 882959"/>
                <a:gd name="csY104" fmla="*/ 47561 h 1609965"/>
                <a:gd name="csX105" fmla="*/ 48882 w 882959"/>
                <a:gd name="csY105" fmla="*/ 54166 h 1609965"/>
                <a:gd name="csX106" fmla="*/ 81911 w 882959"/>
                <a:gd name="csY106" fmla="*/ 55487 h 1609965"/>
                <a:gd name="csX107" fmla="*/ 97764 w 882959"/>
                <a:gd name="csY107" fmla="*/ 60772 h 1609965"/>
                <a:gd name="csX108" fmla="*/ 99085 w 882959"/>
                <a:gd name="csY108" fmla="*/ 79268 h 1609965"/>
                <a:gd name="csX109" fmla="*/ 105691 w 882959"/>
                <a:gd name="csY109" fmla="*/ 92479 h 1609965"/>
                <a:gd name="csX110" fmla="*/ 118903 w 882959"/>
                <a:gd name="csY110" fmla="*/ 101727 h 1609965"/>
                <a:gd name="csX111" fmla="*/ 147967 w 882959"/>
                <a:gd name="csY111" fmla="*/ 93801 h 1609965"/>
                <a:gd name="csX112" fmla="*/ 163821 w 882959"/>
                <a:gd name="csY112" fmla="*/ 85873 h 1609965"/>
                <a:gd name="csX113" fmla="*/ 180996 w 882959"/>
                <a:gd name="csY113" fmla="*/ 85873 h 1609965"/>
                <a:gd name="csX114" fmla="*/ 191565 w 882959"/>
                <a:gd name="csY114" fmla="*/ 103048 h 1609965"/>
                <a:gd name="csX115" fmla="*/ 204776 w 882959"/>
                <a:gd name="csY115" fmla="*/ 99085 h 1609965"/>
                <a:gd name="csX116" fmla="*/ 212703 w 882959"/>
                <a:gd name="csY116" fmla="*/ 88516 h 1609965"/>
                <a:gd name="csX117" fmla="*/ 227235 w 882959"/>
                <a:gd name="csY117" fmla="*/ 75304 h 1609965"/>
                <a:gd name="csX118" fmla="*/ 247053 w 882959"/>
                <a:gd name="csY118" fmla="*/ 59451 h 1609965"/>
                <a:gd name="csX119" fmla="*/ 249695 w 882959"/>
                <a:gd name="csY119" fmla="*/ 47561 h 1609965"/>
                <a:gd name="csX120" fmla="*/ 266870 w 882959"/>
                <a:gd name="csY120" fmla="*/ 39634 h 1609965"/>
                <a:gd name="csX121" fmla="*/ 281402 w 882959"/>
                <a:gd name="csY121" fmla="*/ 39634 h 1609965"/>
                <a:gd name="csX122" fmla="*/ 293293 w 882959"/>
                <a:gd name="csY122" fmla="*/ 54166 h 1609965"/>
                <a:gd name="csX123" fmla="*/ 288008 w 882959"/>
                <a:gd name="csY123" fmla="*/ 76625 h 1609965"/>
                <a:gd name="csX124" fmla="*/ 295935 w 882959"/>
                <a:gd name="csY124" fmla="*/ 89837 h 1609965"/>
                <a:gd name="csX125" fmla="*/ 295935 w 882959"/>
                <a:gd name="csY125" fmla="*/ 109654 h 1609965"/>
                <a:gd name="csX126" fmla="*/ 328963 w 882959"/>
                <a:gd name="csY126" fmla="*/ 162500 h 1609965"/>
                <a:gd name="csX127" fmla="*/ 328963 w 882959"/>
                <a:gd name="csY127" fmla="*/ 175711 h 1609965"/>
                <a:gd name="csX128" fmla="*/ 313109 w 882959"/>
                <a:gd name="csY128" fmla="*/ 227235 h 1609965"/>
                <a:gd name="csX129" fmla="*/ 314431 w 882959"/>
                <a:gd name="csY129" fmla="*/ 254979 h 1609965"/>
                <a:gd name="csX130" fmla="*/ 306504 w 882959"/>
                <a:gd name="csY130" fmla="*/ 261584 h 1609965"/>
                <a:gd name="csX131" fmla="*/ 294614 w 882959"/>
                <a:gd name="csY131" fmla="*/ 268190 h 1609965"/>
                <a:gd name="csX132" fmla="*/ 302540 w 882959"/>
                <a:gd name="csY132" fmla="*/ 277438 h 1609965"/>
                <a:gd name="csX133" fmla="*/ 297256 w 882959"/>
                <a:gd name="csY133" fmla="*/ 289328 h 1609965"/>
                <a:gd name="csX134" fmla="*/ 297256 w 882959"/>
                <a:gd name="csY134" fmla="*/ 297255 h 1609965"/>
                <a:gd name="csX135" fmla="*/ 314431 w 882959"/>
                <a:gd name="csY135" fmla="*/ 307824 h 1609965"/>
                <a:gd name="csX136" fmla="*/ 356707 w 882959"/>
                <a:gd name="csY136" fmla="*/ 338210 h 1609965"/>
                <a:gd name="csX137" fmla="*/ 384451 w 882959"/>
                <a:gd name="csY137" fmla="*/ 361990 h 1609965"/>
                <a:gd name="csX138" fmla="*/ 396341 w 882959"/>
                <a:gd name="csY138" fmla="*/ 376523 h 1609965"/>
                <a:gd name="csX139" fmla="*/ 416158 w 882959"/>
                <a:gd name="csY139" fmla="*/ 391056 h 1609965"/>
                <a:gd name="csX140" fmla="*/ 428048 w 882959"/>
                <a:gd name="csY140" fmla="*/ 397661 h 1609965"/>
                <a:gd name="csX141" fmla="*/ 482215 w 882959"/>
                <a:gd name="csY141" fmla="*/ 433332 h 1609965"/>
                <a:gd name="csX142" fmla="*/ 529776 w 882959"/>
                <a:gd name="csY142" fmla="*/ 463718 h 1609965"/>
                <a:gd name="csX143" fmla="*/ 549593 w 882959"/>
                <a:gd name="csY143" fmla="*/ 475608 h 1609965"/>
                <a:gd name="csX144" fmla="*/ 587906 w 882959"/>
                <a:gd name="csY144" fmla="*/ 499388 h 1609965"/>
                <a:gd name="csX145" fmla="*/ 583943 w 882959"/>
                <a:gd name="csY145" fmla="*/ 509957 h 1609965"/>
                <a:gd name="csX146" fmla="*/ 590548 w 882959"/>
                <a:gd name="csY146" fmla="*/ 532417 h 1609965"/>
                <a:gd name="csX147" fmla="*/ 585264 w 882959"/>
                <a:gd name="csY147" fmla="*/ 544307 h 1609965"/>
                <a:gd name="csX148" fmla="*/ 574889 w 882959"/>
                <a:gd name="csY148" fmla="*/ 544307 h 1609965"/>
                <a:gd name="csX149" fmla="*/ 572053 w 882959"/>
                <a:gd name="csY149" fmla="*/ 560376 h 1609965"/>
                <a:gd name="csX150" fmla="*/ 572661 w 882959"/>
                <a:gd name="csY150" fmla="*/ 560426 h 1609965"/>
                <a:gd name="csX151" fmla="*/ 584955 w 882959"/>
                <a:gd name="csY151" fmla="*/ 569032 h 1609965"/>
                <a:gd name="csX152" fmla="*/ 570203 w 882959"/>
                <a:gd name="csY152" fmla="*/ 582555 h 1609965"/>
                <a:gd name="csX153" fmla="*/ 560368 w 882959"/>
                <a:gd name="csY153" fmla="*/ 587472 h 1609965"/>
                <a:gd name="csX154" fmla="*/ 551762 w 882959"/>
                <a:gd name="csY154" fmla="*/ 602225 h 1609965"/>
                <a:gd name="csX155" fmla="*/ 547212 w 882959"/>
                <a:gd name="csY155" fmla="*/ 621308 h 1609965"/>
                <a:gd name="csX156" fmla="*/ 534551 w 882959"/>
                <a:gd name="csY156" fmla="*/ 626812 h 1609965"/>
                <a:gd name="csX157" fmla="*/ 521799 w 882959"/>
                <a:gd name="csY157" fmla="*/ 633362 h 1609965"/>
                <a:gd name="csX158" fmla="*/ 524221 w 882959"/>
                <a:gd name="csY158" fmla="*/ 655089 h 1609965"/>
                <a:gd name="csX159" fmla="*/ 520019 w 882959"/>
                <a:gd name="csY159" fmla="*/ 670718 h 1609965"/>
                <a:gd name="csX160" fmla="*/ 528401 w 882959"/>
                <a:gd name="csY160" fmla="*/ 675840 h 1609965"/>
                <a:gd name="csX161" fmla="*/ 531097 w 882959"/>
                <a:gd name="csY161" fmla="*/ 666675 h 1609965"/>
                <a:gd name="csX162" fmla="*/ 554877 w 882959"/>
                <a:gd name="csY162" fmla="*/ 673281 h 1609965"/>
                <a:gd name="csX163" fmla="*/ 572052 w 882959"/>
                <a:gd name="csY163" fmla="*/ 675923 h 1609965"/>
                <a:gd name="csX164" fmla="*/ 586584 w 882959"/>
                <a:gd name="csY164" fmla="*/ 681207 h 1609965"/>
                <a:gd name="csX165" fmla="*/ 587905 w 882959"/>
                <a:gd name="csY165" fmla="*/ 685171 h 1609965"/>
                <a:gd name="csX166" fmla="*/ 590547 w 882959"/>
                <a:gd name="csY166" fmla="*/ 701025 h 1609965"/>
                <a:gd name="csX167" fmla="*/ 601117 w 882959"/>
                <a:gd name="csY167" fmla="*/ 702346 h 1609965"/>
                <a:gd name="csX168" fmla="*/ 611686 w 882959"/>
                <a:gd name="csY168" fmla="*/ 691776 h 1609965"/>
                <a:gd name="csX169" fmla="*/ 620934 w 882959"/>
                <a:gd name="csY169" fmla="*/ 685171 h 1609965"/>
                <a:gd name="csX170" fmla="*/ 642072 w 882959"/>
                <a:gd name="csY170" fmla="*/ 682529 h 1609965"/>
                <a:gd name="csX171" fmla="*/ 644714 w 882959"/>
                <a:gd name="csY171" fmla="*/ 699704 h 1609965"/>
                <a:gd name="csX172" fmla="*/ 656604 w 882959"/>
                <a:gd name="csY172" fmla="*/ 712915 h 1609965"/>
                <a:gd name="csX173" fmla="*/ 649998 w 882959"/>
                <a:gd name="csY173" fmla="*/ 740659 h 1609965"/>
                <a:gd name="csX174" fmla="*/ 646035 w 882959"/>
                <a:gd name="csY174" fmla="*/ 760476 h 1609965"/>
                <a:gd name="csX175" fmla="*/ 646035 w 882959"/>
                <a:gd name="csY175" fmla="*/ 777651 h 1609965"/>
                <a:gd name="csX176" fmla="*/ 636787 w 882959"/>
                <a:gd name="csY176" fmla="*/ 780293 h 1609965"/>
                <a:gd name="csX177" fmla="*/ 623576 w 882959"/>
                <a:gd name="csY177" fmla="*/ 792183 h 1609965"/>
                <a:gd name="csX178" fmla="*/ 628860 w 882959"/>
                <a:gd name="csY178" fmla="*/ 810679 h 1609965"/>
                <a:gd name="csX179" fmla="*/ 636787 w 882959"/>
                <a:gd name="csY179" fmla="*/ 822569 h 1609965"/>
                <a:gd name="csX180" fmla="*/ 644714 w 882959"/>
                <a:gd name="csY180" fmla="*/ 822569 h 1609965"/>
                <a:gd name="csX181" fmla="*/ 639429 w 882959"/>
                <a:gd name="csY181" fmla="*/ 834459 h 1609965"/>
                <a:gd name="csX182" fmla="*/ 638213 w 882959"/>
                <a:gd name="csY182" fmla="*/ 849057 h 1609965"/>
                <a:gd name="csX183" fmla="*/ 647710 w 882959"/>
                <a:gd name="csY183" fmla="*/ 865941 h 1609965"/>
                <a:gd name="csX184" fmla="*/ 651320 w 882959"/>
                <a:gd name="csY184" fmla="*/ 867488 h 1609965"/>
                <a:gd name="csX185" fmla="*/ 672458 w 882959"/>
                <a:gd name="csY185" fmla="*/ 872772 h 1609965"/>
                <a:gd name="csX186" fmla="*/ 665852 w 882959"/>
                <a:gd name="csY186" fmla="*/ 889286 h 1609965"/>
                <a:gd name="csX187" fmla="*/ 663166 w 882959"/>
                <a:gd name="csY187" fmla="*/ 894390 h 1609965"/>
                <a:gd name="csX188" fmla="*/ 669906 w 882959"/>
                <a:gd name="csY188" fmla="*/ 907121 h 1609965"/>
                <a:gd name="csX189" fmla="*/ 677743 w 882959"/>
                <a:gd name="csY189" fmla="*/ 907121 h 1609965"/>
                <a:gd name="csX190" fmla="*/ 684349 w 882959"/>
                <a:gd name="csY190" fmla="*/ 912406 h 1609965"/>
                <a:gd name="csX191" fmla="*/ 688312 w 882959"/>
                <a:gd name="csY191" fmla="*/ 922975 h 1609965"/>
                <a:gd name="csX192" fmla="*/ 684349 w 882959"/>
                <a:gd name="csY192" fmla="*/ 933544 h 1609965"/>
                <a:gd name="csX193" fmla="*/ 675101 w 882959"/>
                <a:gd name="csY193" fmla="*/ 950719 h 1609965"/>
                <a:gd name="csX194" fmla="*/ 680385 w 882959"/>
                <a:gd name="csY194" fmla="*/ 959967 h 1609965"/>
                <a:gd name="csX195" fmla="*/ 692275 w 882959"/>
                <a:gd name="csY195" fmla="*/ 975820 h 1609965"/>
                <a:gd name="csX196" fmla="*/ 692275 w 882959"/>
                <a:gd name="csY196" fmla="*/ 982426 h 1609965"/>
                <a:gd name="csX197" fmla="*/ 692275 w 882959"/>
                <a:gd name="csY197" fmla="*/ 996959 h 1609965"/>
                <a:gd name="csX198" fmla="*/ 696239 w 882959"/>
                <a:gd name="csY198" fmla="*/ 1010170 h 1609965"/>
                <a:gd name="csX199" fmla="*/ 701523 w 882959"/>
                <a:gd name="csY199" fmla="*/ 1024702 h 1609965"/>
                <a:gd name="csX200" fmla="*/ 706808 w 882959"/>
                <a:gd name="csY200" fmla="*/ 1043198 h 1609965"/>
                <a:gd name="csX201" fmla="*/ 725304 w 882959"/>
                <a:gd name="csY201" fmla="*/ 1061694 h 1609965"/>
                <a:gd name="csX202" fmla="*/ 745121 w 882959"/>
                <a:gd name="csY202" fmla="*/ 1066979 h 1609965"/>
                <a:gd name="csX203" fmla="*/ 766259 w 882959"/>
                <a:gd name="csY203" fmla="*/ 1068300 h 1609965"/>
                <a:gd name="csX204" fmla="*/ 763617 w 882959"/>
                <a:gd name="csY204" fmla="*/ 1077548 h 1609965"/>
                <a:gd name="csX205" fmla="*/ 768902 w 882959"/>
                <a:gd name="csY205" fmla="*/ 1089438 h 1609965"/>
                <a:gd name="csX206" fmla="*/ 775507 w 882959"/>
                <a:gd name="csY206" fmla="*/ 1113218 h 1609965"/>
                <a:gd name="csX207" fmla="*/ 775507 w 882959"/>
                <a:gd name="csY207" fmla="*/ 1125109 h 1609965"/>
                <a:gd name="csX208" fmla="*/ 770620 w 882959"/>
                <a:gd name="csY208" fmla="*/ 1130747 h 1609965"/>
                <a:gd name="csX209" fmla="*/ 774610 w 882959"/>
                <a:gd name="csY209" fmla="*/ 1146706 h 1609965"/>
                <a:gd name="csX210" fmla="*/ 779030 w 882959"/>
                <a:gd name="csY210" fmla="*/ 1141402 h 1609965"/>
                <a:gd name="csX211" fmla="*/ 782553 w 882959"/>
                <a:gd name="csY211" fmla="*/ 1134356 h 1609965"/>
                <a:gd name="csX212" fmla="*/ 791360 w 882959"/>
                <a:gd name="csY212" fmla="*/ 1134356 h 1609965"/>
                <a:gd name="csX213" fmla="*/ 800168 w 882959"/>
                <a:gd name="csY213" fmla="*/ 1178394 h 1609965"/>
                <a:gd name="csX214" fmla="*/ 782553 w 882959"/>
                <a:gd name="csY214" fmla="*/ 1194248 h 1609965"/>
                <a:gd name="csX215" fmla="*/ 779030 w 882959"/>
                <a:gd name="csY215" fmla="*/ 1220670 h 1609965"/>
                <a:gd name="csX216" fmla="*/ 757892 w 882959"/>
                <a:gd name="csY216" fmla="*/ 1243570 h 1609965"/>
                <a:gd name="csX217" fmla="*/ 752607 w 882959"/>
                <a:gd name="csY217" fmla="*/ 1259424 h 1609965"/>
                <a:gd name="csX218" fmla="*/ 752607 w 882959"/>
                <a:gd name="csY218" fmla="*/ 1280562 h 1609965"/>
                <a:gd name="csX219" fmla="*/ 768461 w 882959"/>
                <a:gd name="csY219" fmla="*/ 1284085 h 1609965"/>
                <a:gd name="csX220" fmla="*/ 784314 w 882959"/>
                <a:gd name="csY220" fmla="*/ 1284085 h 1609965"/>
                <a:gd name="csX221" fmla="*/ 794883 w 882959"/>
                <a:gd name="csY221" fmla="*/ 1291131 h 1609965"/>
                <a:gd name="csX222" fmla="*/ 819545 w 882959"/>
                <a:gd name="csY222" fmla="*/ 1285847 h 1609965"/>
                <a:gd name="csX223" fmla="*/ 831875 w 882959"/>
                <a:gd name="csY223" fmla="*/ 1278800 h 1609965"/>
                <a:gd name="csX224" fmla="*/ 844206 w 882959"/>
                <a:gd name="csY224" fmla="*/ 1284085 h 1609965"/>
                <a:gd name="csX225" fmla="*/ 847729 w 882959"/>
                <a:gd name="csY225" fmla="*/ 1305223 h 1609965"/>
                <a:gd name="csX226" fmla="*/ 845967 w 882959"/>
                <a:gd name="csY226" fmla="*/ 1317554 h 1609965"/>
                <a:gd name="csX227" fmla="*/ 860059 w 882959"/>
                <a:gd name="csY227" fmla="*/ 1319315 h 1609965"/>
                <a:gd name="csX228" fmla="*/ 872390 w 882959"/>
                <a:gd name="csY228" fmla="*/ 1319315 h 1609965"/>
                <a:gd name="csX229" fmla="*/ 875913 w 882959"/>
                <a:gd name="csY229" fmla="*/ 1322838 h 1609965"/>
                <a:gd name="csX230" fmla="*/ 874152 w 882959"/>
                <a:gd name="csY230" fmla="*/ 1333407 h 1609965"/>
                <a:gd name="csX231" fmla="*/ 879436 w 882959"/>
                <a:gd name="csY231" fmla="*/ 1343977 h 1609965"/>
                <a:gd name="csX232" fmla="*/ 882959 w 882959"/>
                <a:gd name="csY232" fmla="*/ 1349261 h 1609965"/>
                <a:gd name="csX233" fmla="*/ 874152 w 882959"/>
                <a:gd name="csY233" fmla="*/ 1368638 h 1609965"/>
                <a:gd name="csX234" fmla="*/ 872390 w 882959"/>
                <a:gd name="csY234" fmla="*/ 1386253 h 1609965"/>
                <a:gd name="csX235" fmla="*/ 853013 w 882959"/>
                <a:gd name="csY235" fmla="*/ 1352784 h 1609965"/>
                <a:gd name="csX236" fmla="*/ 833637 w 882959"/>
                <a:gd name="csY236" fmla="*/ 1352784 h 1609965"/>
                <a:gd name="csX237" fmla="*/ 816022 w 882959"/>
                <a:gd name="csY237" fmla="*/ 1345738 h 1609965"/>
                <a:gd name="csX238" fmla="*/ 801930 w 882959"/>
                <a:gd name="csY238" fmla="*/ 1365115 h 1609965"/>
                <a:gd name="csX239" fmla="*/ 780791 w 882959"/>
                <a:gd name="csY239" fmla="*/ 1363353 h 1609965"/>
                <a:gd name="csX240" fmla="*/ 771984 w 882959"/>
                <a:gd name="csY240" fmla="*/ 1361592 h 1609965"/>
                <a:gd name="csX241" fmla="*/ 763176 w 882959"/>
                <a:gd name="csY241" fmla="*/ 1377445 h 1609965"/>
                <a:gd name="csX242" fmla="*/ 742038 w 882959"/>
                <a:gd name="csY242" fmla="*/ 1370399 h 1609965"/>
                <a:gd name="csX243" fmla="*/ 734992 w 882959"/>
                <a:gd name="csY243" fmla="*/ 1379207 h 1609965"/>
                <a:gd name="csX244" fmla="*/ 734992 w 882959"/>
                <a:gd name="csY244" fmla="*/ 1400345 h 1609965"/>
                <a:gd name="csX245" fmla="*/ 719138 w 882959"/>
                <a:gd name="csY245" fmla="*/ 1403868 h 1609965"/>
                <a:gd name="csX246" fmla="*/ 708569 w 882959"/>
                <a:gd name="csY246" fmla="*/ 1414437 h 1609965"/>
                <a:gd name="csX247" fmla="*/ 682147 w 882959"/>
                <a:gd name="csY247" fmla="*/ 1384491 h 1609965"/>
                <a:gd name="csX248" fmla="*/ 682147 w 882959"/>
                <a:gd name="csY248" fmla="*/ 1370399 h 1609965"/>
                <a:gd name="csX249" fmla="*/ 666293 w 882959"/>
                <a:gd name="csY249" fmla="*/ 1356307 h 1609965"/>
                <a:gd name="csX250" fmla="*/ 638109 w 882959"/>
                <a:gd name="csY250" fmla="*/ 1335169 h 1609965"/>
                <a:gd name="csX251" fmla="*/ 615209 w 882959"/>
                <a:gd name="csY251" fmla="*/ 1331646 h 1609965"/>
                <a:gd name="csX252" fmla="*/ 602879 w 882959"/>
                <a:gd name="csY252" fmla="*/ 1343977 h 1609965"/>
                <a:gd name="csX253" fmla="*/ 578217 w 882959"/>
                <a:gd name="csY253" fmla="*/ 1347500 h 1609965"/>
                <a:gd name="csX254" fmla="*/ 546510 w 882959"/>
                <a:gd name="csY254" fmla="*/ 1331646 h 1609965"/>
                <a:gd name="csX255" fmla="*/ 530657 w 882959"/>
                <a:gd name="csY255" fmla="*/ 1322838 h 1609965"/>
                <a:gd name="csX256" fmla="*/ 509518 w 882959"/>
                <a:gd name="csY256" fmla="*/ 1319315 h 1609965"/>
                <a:gd name="csX257" fmla="*/ 481334 w 882959"/>
                <a:gd name="csY257" fmla="*/ 1312269 h 1609965"/>
                <a:gd name="csX258" fmla="*/ 458435 w 882959"/>
                <a:gd name="csY258" fmla="*/ 1303462 h 1609965"/>
                <a:gd name="csX259" fmla="*/ 447866 w 882959"/>
                <a:gd name="csY259" fmla="*/ 1292893 h 1609965"/>
                <a:gd name="csX260" fmla="*/ 451299 w 882959"/>
                <a:gd name="csY260" fmla="*/ 1284737 h 1609965"/>
                <a:gd name="csX261" fmla="*/ 447814 w 882959"/>
                <a:gd name="csY261" fmla="*/ 1271492 h 1609965"/>
                <a:gd name="csX262" fmla="*/ 439939 w 882959"/>
                <a:gd name="csY262" fmla="*/ 1288929 h 1609965"/>
                <a:gd name="csX263" fmla="*/ 369918 w 882959"/>
                <a:gd name="csY263" fmla="*/ 1238726 h 1609965"/>
                <a:gd name="csX264" fmla="*/ 365955 w 882959"/>
                <a:gd name="csY264" fmla="*/ 1225515 h 1609965"/>
                <a:gd name="csX265" fmla="*/ 356707 w 882959"/>
                <a:gd name="csY265" fmla="*/ 1213625 h 1609965"/>
                <a:gd name="csX266" fmla="*/ 361992 w 882959"/>
                <a:gd name="csY266" fmla="*/ 1197771 h 1609965"/>
                <a:gd name="csX267" fmla="*/ 373882 w 882959"/>
                <a:gd name="csY267" fmla="*/ 1200414 h 1609965"/>
                <a:gd name="csX268" fmla="*/ 376524 w 882959"/>
                <a:gd name="csY268" fmla="*/ 1205698 h 1609965"/>
                <a:gd name="csX269" fmla="*/ 387093 w 882959"/>
                <a:gd name="csY269" fmla="*/ 1207019 h 1609965"/>
                <a:gd name="csX270" fmla="*/ 393699 w 882959"/>
                <a:gd name="csY270" fmla="*/ 1192487 h 1609965"/>
                <a:gd name="csX271" fmla="*/ 389735 w 882959"/>
                <a:gd name="csY271" fmla="*/ 1181917 h 1609965"/>
                <a:gd name="csX272" fmla="*/ 452682 w 882959"/>
                <a:gd name="csY272" fmla="*/ 1102605 h 1609965"/>
                <a:gd name="csX273" fmla="*/ 440732 w 882959"/>
                <a:gd name="csY273" fmla="*/ 1099720 h 1609965"/>
                <a:gd name="csX274" fmla="*/ 432881 w 882959"/>
                <a:gd name="csY274" fmla="*/ 1106382 h 1609965"/>
                <a:gd name="csX275" fmla="*/ 411615 w 882959"/>
                <a:gd name="csY275" fmla="*/ 1102575 h 1609965"/>
                <a:gd name="csX276" fmla="*/ 395633 w 882959"/>
                <a:gd name="csY276" fmla="*/ 1103189 h 1609965"/>
                <a:gd name="csX277" fmla="*/ 378032 w 882959"/>
                <a:gd name="csY277" fmla="*/ 1100194 h 1609965"/>
                <a:gd name="csX278" fmla="*/ 371090 w 882959"/>
                <a:gd name="csY278" fmla="*/ 1103536 h 1609965"/>
                <a:gd name="csX279" fmla="*/ 390102 w 882959"/>
                <a:gd name="csY279" fmla="*/ 1108721 h 1609965"/>
                <a:gd name="csX280" fmla="*/ 407313 w 882959"/>
                <a:gd name="csY280" fmla="*/ 1108107 h 1609965"/>
                <a:gd name="csX281" fmla="*/ 395019 w 882959"/>
                <a:gd name="csY281" fmla="*/ 1120400 h 1609965"/>
                <a:gd name="csX282" fmla="*/ 387643 w 882959"/>
                <a:gd name="csY282" fmla="*/ 1133308 h 1609965"/>
                <a:gd name="csX283" fmla="*/ 363056 w 882959"/>
                <a:gd name="csY283" fmla="*/ 1147446 h 1609965"/>
                <a:gd name="csX284" fmla="*/ 336625 w 882959"/>
                <a:gd name="csY284" fmla="*/ 1167116 h 1609965"/>
                <a:gd name="csX285" fmla="*/ 323102 w 882959"/>
                <a:gd name="csY285" fmla="*/ 1181868 h 1609965"/>
                <a:gd name="csX286" fmla="*/ 305276 w 882959"/>
                <a:gd name="csY286" fmla="*/ 1192932 h 1609965"/>
                <a:gd name="csX287" fmla="*/ 294212 w 882959"/>
                <a:gd name="csY287" fmla="*/ 1206455 h 1609965"/>
                <a:gd name="csX288" fmla="*/ 280074 w 882959"/>
                <a:gd name="csY288" fmla="*/ 1208299 h 1609965"/>
                <a:gd name="csX289" fmla="*/ 252414 w 882959"/>
                <a:gd name="csY289" fmla="*/ 1205841 h 1609965"/>
                <a:gd name="csX290" fmla="*/ 222294 w 882959"/>
                <a:gd name="csY290" fmla="*/ 1207685 h 1609965"/>
                <a:gd name="csX291" fmla="*/ 207542 w 882959"/>
                <a:gd name="csY291" fmla="*/ 1201538 h 1609965"/>
                <a:gd name="csX292" fmla="*/ 200781 w 882959"/>
                <a:gd name="csY292" fmla="*/ 1191703 h 1609965"/>
                <a:gd name="csX293" fmla="*/ 201395 w 882959"/>
                <a:gd name="csY293" fmla="*/ 1170804 h 1609965"/>
                <a:gd name="csX294" fmla="*/ 190946 w 882959"/>
                <a:gd name="csY294" fmla="*/ 1157896 h 1609965"/>
                <a:gd name="csX295" fmla="*/ 181111 w 882959"/>
                <a:gd name="csY295" fmla="*/ 1154207 h 1609965"/>
                <a:gd name="csX296" fmla="*/ 181111 w 882959"/>
                <a:gd name="csY296" fmla="*/ 1142529 h 1609965"/>
                <a:gd name="csX297" fmla="*/ 186028 w 882959"/>
                <a:gd name="csY297" fmla="*/ 1135767 h 1609965"/>
                <a:gd name="csX298" fmla="*/ 184799 w 882959"/>
                <a:gd name="csY298" fmla="*/ 1126547 h 1609965"/>
                <a:gd name="csX299" fmla="*/ 190331 w 882959"/>
                <a:gd name="csY299" fmla="*/ 1106263 h 1609965"/>
                <a:gd name="csX300" fmla="*/ 192175 w 882959"/>
                <a:gd name="csY300" fmla="*/ 1090281 h 1609965"/>
                <a:gd name="csX301" fmla="*/ 192175 w 882959"/>
                <a:gd name="csY301" fmla="*/ 1073070 h 1609965"/>
                <a:gd name="csX302" fmla="*/ 186028 w 882959"/>
                <a:gd name="csY302" fmla="*/ 1060776 h 1609965"/>
                <a:gd name="csX303" fmla="*/ 185414 w 882959"/>
                <a:gd name="csY303" fmla="*/ 1052785 h 1609965"/>
                <a:gd name="csX304" fmla="*/ 184799 w 882959"/>
                <a:gd name="csY304" fmla="*/ 1044795 h 1609965"/>
                <a:gd name="csX305" fmla="*/ 190946 w 882959"/>
                <a:gd name="csY305" fmla="*/ 1038648 h 1609965"/>
                <a:gd name="csX306" fmla="*/ 191560 w 882959"/>
                <a:gd name="csY306" fmla="*/ 1030657 h 1609965"/>
                <a:gd name="csX307" fmla="*/ 190946 w 882959"/>
                <a:gd name="csY307" fmla="*/ 1023281 h 1609965"/>
                <a:gd name="csX308" fmla="*/ 184184 w 882959"/>
                <a:gd name="csY308" fmla="*/ 1016519 h 1609965"/>
                <a:gd name="csX309" fmla="*/ 179882 w 882959"/>
                <a:gd name="csY309" fmla="*/ 1013446 h 1609965"/>
                <a:gd name="csX310" fmla="*/ 170661 w 882959"/>
                <a:gd name="csY310" fmla="*/ 1013446 h 1609965"/>
                <a:gd name="csX311" fmla="*/ 158368 w 882959"/>
                <a:gd name="csY311" fmla="*/ 1014061 h 1609965"/>
                <a:gd name="csX312" fmla="*/ 150992 w 882959"/>
                <a:gd name="csY312" fmla="*/ 1005455 h 1609965"/>
                <a:gd name="csX313" fmla="*/ 146689 w 882959"/>
                <a:gd name="csY313" fmla="*/ 997464 h 1609965"/>
                <a:gd name="csX314" fmla="*/ 146689 w 882959"/>
                <a:gd name="csY314" fmla="*/ 986400 h 1609965"/>
                <a:gd name="csX315" fmla="*/ 142386 w 882959"/>
                <a:gd name="csY315" fmla="*/ 975336 h 1609965"/>
                <a:gd name="csX316" fmla="*/ 143451 w 882959"/>
                <a:gd name="csY316" fmla="*/ 974271 h 1609965"/>
                <a:gd name="csX317" fmla="*/ 141369 w 882959"/>
                <a:gd name="csY317" fmla="*/ 974549 h 1609965"/>
                <a:gd name="csX318" fmla="*/ 130305 w 882959"/>
                <a:gd name="csY318" fmla="*/ 967787 h 1609965"/>
                <a:gd name="csX319" fmla="*/ 121699 w 882959"/>
                <a:gd name="csY319" fmla="*/ 955494 h 1609965"/>
                <a:gd name="csX320" fmla="*/ 127846 w 882959"/>
                <a:gd name="csY320" fmla="*/ 945044 h 1609965"/>
                <a:gd name="csX321" fmla="*/ 135837 w 882959"/>
                <a:gd name="csY321" fmla="*/ 941971 h 1609965"/>
                <a:gd name="csX322" fmla="*/ 137681 w 882959"/>
                <a:gd name="csY322" fmla="*/ 935209 h 1609965"/>
                <a:gd name="csX323" fmla="*/ 133378 w 882959"/>
                <a:gd name="csY323" fmla="*/ 930292 h 1609965"/>
                <a:gd name="csX324" fmla="*/ 128461 w 882959"/>
                <a:gd name="csY324" fmla="*/ 919842 h 1609965"/>
                <a:gd name="csX325" fmla="*/ 128461 w 882959"/>
                <a:gd name="csY325" fmla="*/ 911237 h 1609965"/>
                <a:gd name="csX326" fmla="*/ 130919 w 882959"/>
                <a:gd name="csY326" fmla="*/ 906934 h 1609965"/>
                <a:gd name="csX327" fmla="*/ 135222 w 882959"/>
                <a:gd name="csY327" fmla="*/ 904475 h 1609965"/>
                <a:gd name="csX328" fmla="*/ 148130 w 882959"/>
                <a:gd name="csY328" fmla="*/ 899558 h 1609965"/>
                <a:gd name="csX329" fmla="*/ 138295 w 882959"/>
                <a:gd name="csY329" fmla="*/ 895870 h 1609965"/>
                <a:gd name="csX330" fmla="*/ 138295 w 882959"/>
                <a:gd name="csY330" fmla="*/ 883576 h 1609965"/>
                <a:gd name="csX331" fmla="*/ 139525 w 882959"/>
                <a:gd name="csY331" fmla="*/ 872512 h 1609965"/>
                <a:gd name="csX332" fmla="*/ 143213 w 882959"/>
                <a:gd name="csY332" fmla="*/ 861448 h 1609965"/>
                <a:gd name="csX333" fmla="*/ 146901 w 882959"/>
                <a:gd name="csY333" fmla="*/ 854072 h 1609965"/>
                <a:gd name="csX334" fmla="*/ 152433 w 882959"/>
                <a:gd name="csY334" fmla="*/ 846081 h 1609965"/>
                <a:gd name="csX335" fmla="*/ 159809 w 882959"/>
                <a:gd name="csY335" fmla="*/ 843622 h 1609965"/>
                <a:gd name="csX336" fmla="*/ 161038 w 882959"/>
                <a:gd name="csY336" fmla="*/ 851613 h 1609965"/>
                <a:gd name="csX337" fmla="*/ 162883 w 882959"/>
                <a:gd name="csY337" fmla="*/ 858989 h 1609965"/>
                <a:gd name="csX338" fmla="*/ 168415 w 882959"/>
                <a:gd name="csY338" fmla="*/ 860219 h 1609965"/>
                <a:gd name="csX339" fmla="*/ 171488 w 882959"/>
                <a:gd name="csY339" fmla="*/ 854686 h 1609965"/>
                <a:gd name="csX340" fmla="*/ 182552 w 882959"/>
                <a:gd name="csY340" fmla="*/ 854072 h 1609965"/>
                <a:gd name="csX341" fmla="*/ 188694 w 882959"/>
                <a:gd name="csY341" fmla="*/ 856460 h 1609965"/>
                <a:gd name="csX342" fmla="*/ 190074 w 882959"/>
                <a:gd name="csY342" fmla="*/ 830241 h 1609965"/>
                <a:gd name="csX343" fmla="*/ 190862 w 882959"/>
                <a:gd name="csY343" fmla="*/ 830138 h 1609965"/>
                <a:gd name="csX344" fmla="*/ 187872 w 882959"/>
                <a:gd name="csY344" fmla="*/ 825354 h 1609965"/>
                <a:gd name="csX345" fmla="*/ 189101 w 882959"/>
                <a:gd name="csY345" fmla="*/ 817363 h 1609965"/>
                <a:gd name="csX346" fmla="*/ 197092 w 882959"/>
                <a:gd name="csY346" fmla="*/ 817363 h 1609965"/>
                <a:gd name="csX347" fmla="*/ 198936 w 882959"/>
                <a:gd name="csY347" fmla="*/ 813675 h 1609965"/>
                <a:gd name="csX348" fmla="*/ 204468 w 882959"/>
                <a:gd name="csY348" fmla="*/ 810602 h 1609965"/>
                <a:gd name="csX349" fmla="*/ 210001 w 882959"/>
                <a:gd name="csY349" fmla="*/ 812446 h 1609965"/>
                <a:gd name="csX350" fmla="*/ 218606 w 882959"/>
                <a:gd name="csY350" fmla="*/ 814290 h 1609965"/>
                <a:gd name="csX351" fmla="*/ 225368 w 882959"/>
                <a:gd name="csY351" fmla="*/ 811831 h 1609965"/>
                <a:gd name="csX352" fmla="*/ 232744 w 882959"/>
                <a:gd name="csY352" fmla="*/ 809987 h 1609965"/>
                <a:gd name="csX353" fmla="*/ 242579 w 882959"/>
                <a:gd name="csY353" fmla="*/ 809372 h 1609965"/>
                <a:gd name="csX354" fmla="*/ 247496 w 882959"/>
                <a:gd name="csY354" fmla="*/ 807528 h 1609965"/>
                <a:gd name="csX355" fmla="*/ 247894 w 882959"/>
                <a:gd name="csY355" fmla="*/ 807081 h 1609965"/>
                <a:gd name="csX356" fmla="*/ 253542 w 882959"/>
                <a:gd name="csY356" fmla="*/ 777430 h 1609965"/>
                <a:gd name="csX357" fmla="*/ 251799 w 882959"/>
                <a:gd name="csY357" fmla="*/ 772491 h 1609965"/>
                <a:gd name="csX358" fmla="*/ 238890 w 882959"/>
                <a:gd name="csY358" fmla="*/ 769417 h 1609965"/>
                <a:gd name="csX359" fmla="*/ 229670 w 882959"/>
                <a:gd name="csY359" fmla="*/ 771261 h 1609965"/>
                <a:gd name="csX360" fmla="*/ 229055 w 882959"/>
                <a:gd name="csY360" fmla="*/ 781711 h 1609965"/>
                <a:gd name="csX361" fmla="*/ 231514 w 882959"/>
                <a:gd name="csY361" fmla="*/ 790931 h 1609965"/>
                <a:gd name="csX362" fmla="*/ 224138 w 882959"/>
                <a:gd name="csY362" fmla="*/ 795234 h 1609965"/>
                <a:gd name="csX363" fmla="*/ 219835 w 882959"/>
                <a:gd name="csY363" fmla="*/ 792161 h 1609965"/>
                <a:gd name="csX364" fmla="*/ 200780 w 882959"/>
                <a:gd name="csY364" fmla="*/ 792161 h 1609965"/>
                <a:gd name="csX365" fmla="*/ 194019 w 882959"/>
                <a:gd name="csY365" fmla="*/ 787243 h 1609965"/>
                <a:gd name="csX366" fmla="*/ 193404 w 882959"/>
                <a:gd name="csY366" fmla="*/ 771876 h 1609965"/>
                <a:gd name="csX367" fmla="*/ 184799 w 882959"/>
                <a:gd name="csY367" fmla="*/ 766959 h 1609965"/>
                <a:gd name="csX368" fmla="*/ 184799 w 882959"/>
                <a:gd name="csY368" fmla="*/ 757124 h 1609965"/>
                <a:gd name="csX369" fmla="*/ 188487 w 882959"/>
                <a:gd name="csY369" fmla="*/ 749748 h 1609965"/>
                <a:gd name="csX370" fmla="*/ 190331 w 882959"/>
                <a:gd name="csY370" fmla="*/ 738069 h 1609965"/>
                <a:gd name="csX371" fmla="*/ 188487 w 882959"/>
                <a:gd name="csY371" fmla="*/ 722087 h 1609965"/>
                <a:gd name="csX372" fmla="*/ 181110 w 882959"/>
                <a:gd name="csY372" fmla="*/ 711023 h 1609965"/>
                <a:gd name="csX373" fmla="*/ 167587 w 882959"/>
                <a:gd name="csY373" fmla="*/ 704876 h 1609965"/>
                <a:gd name="csX374" fmla="*/ 161441 w 882959"/>
                <a:gd name="csY374" fmla="*/ 691968 h 1609965"/>
                <a:gd name="csX375" fmla="*/ 165129 w 882959"/>
                <a:gd name="csY375" fmla="*/ 683362 h 1609965"/>
                <a:gd name="csX376" fmla="*/ 169432 w 882959"/>
                <a:gd name="csY376" fmla="*/ 679060 h 1609965"/>
                <a:gd name="csX377" fmla="*/ 174349 w 882959"/>
                <a:gd name="csY377" fmla="*/ 677216 h 1609965"/>
                <a:gd name="csX378" fmla="*/ 178652 w 882959"/>
                <a:gd name="csY378" fmla="*/ 665537 h 1609965"/>
                <a:gd name="csX379" fmla="*/ 179266 w 882959"/>
                <a:gd name="csY379" fmla="*/ 650784 h 1609965"/>
                <a:gd name="csX380" fmla="*/ 183569 w 882959"/>
                <a:gd name="csY380" fmla="*/ 641564 h 1609965"/>
                <a:gd name="csX381" fmla="*/ 192175 w 882959"/>
                <a:gd name="csY381" fmla="*/ 641564 h 1609965"/>
                <a:gd name="csX382" fmla="*/ 206927 w 882959"/>
                <a:gd name="csY382" fmla="*/ 637261 h 1609965"/>
                <a:gd name="csX383" fmla="*/ 213688 w 882959"/>
                <a:gd name="csY383" fmla="*/ 634803 h 1609965"/>
                <a:gd name="csX384" fmla="*/ 230285 w 882959"/>
                <a:gd name="csY384" fmla="*/ 634188 h 1609965"/>
                <a:gd name="csX385" fmla="*/ 240734 w 882959"/>
                <a:gd name="csY385" fmla="*/ 631115 h 1609965"/>
                <a:gd name="csX386" fmla="*/ 246881 w 882959"/>
                <a:gd name="csY386" fmla="*/ 629271 h 1609965"/>
                <a:gd name="csX387" fmla="*/ 256101 w 882959"/>
                <a:gd name="csY387" fmla="*/ 608986 h 1609965"/>
                <a:gd name="csX388" fmla="*/ 266551 w 882959"/>
                <a:gd name="csY388" fmla="*/ 608372 h 1609965"/>
                <a:gd name="csX389" fmla="*/ 276386 w 882959"/>
                <a:gd name="csY389" fmla="*/ 605913 h 1609965"/>
                <a:gd name="csX390" fmla="*/ 289909 w 882959"/>
                <a:gd name="csY390" fmla="*/ 599766 h 1609965"/>
                <a:gd name="csX391" fmla="*/ 300973 w 882959"/>
                <a:gd name="csY391" fmla="*/ 585628 h 1609965"/>
                <a:gd name="csX392" fmla="*/ 300973 w 882959"/>
                <a:gd name="csY392" fmla="*/ 577638 h 1609965"/>
                <a:gd name="csX393" fmla="*/ 296056 w 882959"/>
                <a:gd name="csY393" fmla="*/ 574564 h 1609965"/>
                <a:gd name="csX394" fmla="*/ 286835 w 882959"/>
                <a:gd name="csY394" fmla="*/ 578252 h 1609965"/>
                <a:gd name="csX395" fmla="*/ 275156 w 882959"/>
                <a:gd name="csY395" fmla="*/ 577023 h 1609965"/>
                <a:gd name="csX396" fmla="*/ 264092 w 882959"/>
                <a:gd name="csY396" fmla="*/ 577638 h 1609965"/>
                <a:gd name="csX397" fmla="*/ 261633 w 882959"/>
                <a:gd name="csY397" fmla="*/ 568417 h 1609965"/>
                <a:gd name="csX398" fmla="*/ 256101 w 882959"/>
                <a:gd name="csY398" fmla="*/ 555509 h 1609965"/>
                <a:gd name="csX399" fmla="*/ 243193 w 882959"/>
                <a:gd name="csY399" fmla="*/ 548748 h 1609965"/>
                <a:gd name="csX400" fmla="*/ 235202 w 882959"/>
                <a:gd name="csY400" fmla="*/ 551821 h 1609965"/>
                <a:gd name="csX401" fmla="*/ 235202 w 882959"/>
                <a:gd name="csY401" fmla="*/ 556738 h 1609965"/>
                <a:gd name="csX402" fmla="*/ 227211 w 882959"/>
                <a:gd name="csY402" fmla="*/ 569647 h 1609965"/>
                <a:gd name="csX403" fmla="*/ 220450 w 882959"/>
                <a:gd name="csY403" fmla="*/ 570876 h 1609965"/>
                <a:gd name="csX404" fmla="*/ 216147 w 882959"/>
                <a:gd name="csY404" fmla="*/ 566573 h 1609965"/>
                <a:gd name="csX405" fmla="*/ 208156 w 882959"/>
                <a:gd name="csY405" fmla="*/ 558583 h 1609965"/>
                <a:gd name="csX406" fmla="*/ 201395 w 882959"/>
                <a:gd name="csY406" fmla="*/ 558583 h 1609965"/>
                <a:gd name="csX407" fmla="*/ 197707 w 882959"/>
                <a:gd name="csY407" fmla="*/ 554894 h 1609965"/>
                <a:gd name="csX408" fmla="*/ 198826 w 882959"/>
                <a:gd name="csY408" fmla="*/ 545190 h 1609965"/>
                <a:gd name="csX409" fmla="*/ 178247 w 882959"/>
                <a:gd name="csY409" fmla="*/ 547584 h 1609965"/>
                <a:gd name="csX410" fmla="*/ 175578 w 882959"/>
                <a:gd name="csY410" fmla="*/ 556124 h 1609965"/>
                <a:gd name="csX411" fmla="*/ 171276 w 882959"/>
                <a:gd name="csY411" fmla="*/ 570876 h 1609965"/>
                <a:gd name="csX412" fmla="*/ 165743 w 882959"/>
                <a:gd name="csY412" fmla="*/ 570876 h 1609965"/>
                <a:gd name="csX413" fmla="*/ 160211 w 882959"/>
                <a:gd name="csY413" fmla="*/ 564115 h 1609965"/>
                <a:gd name="csX414" fmla="*/ 148532 w 882959"/>
                <a:gd name="csY414" fmla="*/ 553665 h 1609965"/>
                <a:gd name="csX415" fmla="*/ 145459 w 882959"/>
                <a:gd name="csY415" fmla="*/ 543216 h 1609965"/>
                <a:gd name="csX416" fmla="*/ 150619 w 882959"/>
                <a:gd name="csY416" fmla="*/ 535992 h 1609965"/>
                <a:gd name="csX417" fmla="*/ 119403 w 882959"/>
                <a:gd name="csY417" fmla="*/ 504775 h 1609965"/>
                <a:gd name="csX418" fmla="*/ 110975 w 882959"/>
                <a:gd name="csY418" fmla="*/ 517885 h 1609965"/>
                <a:gd name="csX419" fmla="*/ 95122 w 882959"/>
                <a:gd name="csY419" fmla="*/ 504673 h 1609965"/>
                <a:gd name="csX420" fmla="*/ 77947 w 882959"/>
                <a:gd name="csY420" fmla="*/ 491462 h 1609965"/>
                <a:gd name="csX421" fmla="*/ 77947 w 882959"/>
                <a:gd name="csY421" fmla="*/ 470324 h 1609965"/>
                <a:gd name="csX422" fmla="*/ 73984 w 882959"/>
                <a:gd name="csY422" fmla="*/ 439937 h 1609965"/>
                <a:gd name="csX423" fmla="*/ 60773 w 882959"/>
                <a:gd name="csY423" fmla="*/ 414836 h 1609965"/>
                <a:gd name="csX424" fmla="*/ 44919 w 882959"/>
                <a:gd name="csY424" fmla="*/ 398982 h 1609965"/>
                <a:gd name="csX425" fmla="*/ 35671 w 882959"/>
                <a:gd name="csY425" fmla="*/ 375202 h 1609965"/>
                <a:gd name="csX426" fmla="*/ 36992 w 882959"/>
                <a:gd name="csY426" fmla="*/ 361990 h 1609965"/>
                <a:gd name="csX427" fmla="*/ 58130 w 882959"/>
                <a:gd name="csY427" fmla="*/ 351421 h 1609965"/>
                <a:gd name="csX428" fmla="*/ 46240 w 882959"/>
                <a:gd name="csY428" fmla="*/ 338210 h 1609965"/>
                <a:gd name="csX429" fmla="*/ 43597 w 882959"/>
                <a:gd name="csY429" fmla="*/ 321036 h 1609965"/>
                <a:gd name="csX430" fmla="*/ 21138 w 882959"/>
                <a:gd name="csY430" fmla="*/ 313109 h 1609965"/>
                <a:gd name="csX431" fmla="*/ 33028 w 882959"/>
                <a:gd name="csY431" fmla="*/ 293291 h 1609965"/>
                <a:gd name="csX432" fmla="*/ 36992 w 882959"/>
                <a:gd name="csY432" fmla="*/ 264227 h 1609965"/>
                <a:gd name="csX433" fmla="*/ 34350 w 882959"/>
                <a:gd name="csY433" fmla="*/ 239125 h 1609965"/>
                <a:gd name="csX434" fmla="*/ 23781 w 882959"/>
                <a:gd name="csY434" fmla="*/ 224592 h 1609965"/>
                <a:gd name="csX435" fmla="*/ 9248 w 882959"/>
                <a:gd name="csY435" fmla="*/ 212702 h 1609965"/>
                <a:gd name="csX436" fmla="*/ 9248 w 882959"/>
                <a:gd name="csY436" fmla="*/ 190243 h 1609965"/>
                <a:gd name="csX437" fmla="*/ 14533 w 882959"/>
                <a:gd name="csY437" fmla="*/ 161178 h 1609965"/>
                <a:gd name="csX438" fmla="*/ 22459 w 882959"/>
                <a:gd name="csY438" fmla="*/ 145324 h 1609965"/>
                <a:gd name="csX439" fmla="*/ 30386 w 882959"/>
                <a:gd name="csY439" fmla="*/ 121544 h 1609965"/>
                <a:gd name="csX440" fmla="*/ 26423 w 882959"/>
                <a:gd name="csY440" fmla="*/ 97764 h 1609965"/>
                <a:gd name="csX441" fmla="*/ 1321 w 882959"/>
                <a:gd name="csY441" fmla="*/ 71341 h 1609965"/>
                <a:gd name="csX442" fmla="*/ 11890 w 882959"/>
                <a:gd name="csY442" fmla="*/ 58130 h 1609965"/>
                <a:gd name="csX443" fmla="*/ 6606 w 882959"/>
                <a:gd name="csY443" fmla="*/ 56809 h 1609965"/>
                <a:gd name="csX444" fmla="*/ 0 w 882959"/>
                <a:gd name="csY444" fmla="*/ 43597 h 1609965"/>
                <a:gd name="csX445" fmla="*/ 3964 w 882959"/>
                <a:gd name="csY445" fmla="*/ 13211 h 16099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Lst>
              <a:rect l="l" t="t" r="r" b="b"/>
              <a:pathLst>
                <a:path w="882959" h="1609965">
                  <a:moveTo>
                    <a:pt x="218869" y="1506036"/>
                  </a:moveTo>
                  <a:lnTo>
                    <a:pt x="243530" y="1516605"/>
                  </a:lnTo>
                  <a:lnTo>
                    <a:pt x="275237" y="1525413"/>
                  </a:lnTo>
                  <a:cubicBezTo>
                    <a:pt x="275237" y="1533633"/>
                    <a:pt x="282283" y="1541853"/>
                    <a:pt x="282283" y="1550074"/>
                  </a:cubicBezTo>
                  <a:lnTo>
                    <a:pt x="275237" y="1571212"/>
                  </a:lnTo>
                  <a:cubicBezTo>
                    <a:pt x="268191" y="1568276"/>
                    <a:pt x="261145" y="1561817"/>
                    <a:pt x="254099" y="1558881"/>
                  </a:cubicBezTo>
                  <a:lnTo>
                    <a:pt x="229438" y="1550074"/>
                  </a:lnTo>
                  <a:close/>
                  <a:moveTo>
                    <a:pt x="31708" y="1352344"/>
                  </a:moveTo>
                  <a:lnTo>
                    <a:pt x="67379" y="1362913"/>
                  </a:lnTo>
                  <a:lnTo>
                    <a:pt x="76627" y="1378766"/>
                  </a:lnTo>
                  <a:lnTo>
                    <a:pt x="91159" y="1394620"/>
                  </a:lnTo>
                  <a:lnTo>
                    <a:pt x="95122" y="1381409"/>
                  </a:lnTo>
                  <a:lnTo>
                    <a:pt x="124188" y="1353665"/>
                  </a:lnTo>
                  <a:lnTo>
                    <a:pt x="107013" y="1384051"/>
                  </a:lnTo>
                  <a:lnTo>
                    <a:pt x="100407" y="1403868"/>
                  </a:lnTo>
                  <a:lnTo>
                    <a:pt x="112298" y="1410474"/>
                  </a:lnTo>
                  <a:lnTo>
                    <a:pt x="121545" y="1390657"/>
                  </a:lnTo>
                  <a:lnTo>
                    <a:pt x="136078" y="1402547"/>
                  </a:lnTo>
                  <a:lnTo>
                    <a:pt x="137399" y="1411795"/>
                  </a:lnTo>
                  <a:lnTo>
                    <a:pt x="149289" y="1426327"/>
                  </a:lnTo>
                  <a:lnTo>
                    <a:pt x="163821" y="1432933"/>
                  </a:lnTo>
                  <a:lnTo>
                    <a:pt x="179675" y="1428970"/>
                  </a:lnTo>
                  <a:lnTo>
                    <a:pt x="194208" y="1432933"/>
                  </a:lnTo>
                  <a:lnTo>
                    <a:pt x="214025" y="1443502"/>
                  </a:lnTo>
                  <a:lnTo>
                    <a:pt x="200813" y="1463319"/>
                  </a:lnTo>
                  <a:lnTo>
                    <a:pt x="217988" y="1473888"/>
                  </a:lnTo>
                  <a:lnTo>
                    <a:pt x="208740" y="1488421"/>
                  </a:lnTo>
                  <a:cubicBezTo>
                    <a:pt x="206979" y="1496788"/>
                    <a:pt x="211823" y="1506476"/>
                    <a:pt x="210061" y="1514843"/>
                  </a:cubicBezTo>
                  <a:lnTo>
                    <a:pt x="198171" y="1505595"/>
                  </a:lnTo>
                  <a:lnTo>
                    <a:pt x="196850" y="1518807"/>
                  </a:lnTo>
                  <a:lnTo>
                    <a:pt x="192887" y="1525413"/>
                  </a:lnTo>
                  <a:lnTo>
                    <a:pt x="186281" y="1514843"/>
                  </a:lnTo>
                  <a:lnTo>
                    <a:pt x="173070" y="1513522"/>
                  </a:lnTo>
                  <a:lnTo>
                    <a:pt x="174391" y="1524092"/>
                  </a:lnTo>
                  <a:lnTo>
                    <a:pt x="187602" y="1533340"/>
                  </a:lnTo>
                  <a:lnTo>
                    <a:pt x="196850" y="1545230"/>
                  </a:lnTo>
                  <a:lnTo>
                    <a:pt x="204777" y="1567689"/>
                  </a:lnTo>
                  <a:lnTo>
                    <a:pt x="206098" y="1582222"/>
                  </a:lnTo>
                  <a:lnTo>
                    <a:pt x="196850" y="1575616"/>
                  </a:lnTo>
                  <a:lnTo>
                    <a:pt x="179675" y="1558441"/>
                  </a:lnTo>
                  <a:lnTo>
                    <a:pt x="167785" y="1545230"/>
                  </a:lnTo>
                  <a:lnTo>
                    <a:pt x="157216" y="1561083"/>
                  </a:lnTo>
                  <a:lnTo>
                    <a:pt x="142683" y="1566368"/>
                  </a:lnTo>
                  <a:lnTo>
                    <a:pt x="138720" y="1545230"/>
                  </a:lnTo>
                  <a:lnTo>
                    <a:pt x="121545" y="1538624"/>
                  </a:lnTo>
                  <a:lnTo>
                    <a:pt x="116261" y="1542587"/>
                  </a:lnTo>
                  <a:lnTo>
                    <a:pt x="121545" y="1558441"/>
                  </a:lnTo>
                  <a:lnTo>
                    <a:pt x="103050" y="1580901"/>
                  </a:lnTo>
                  <a:lnTo>
                    <a:pt x="108334" y="1596754"/>
                  </a:lnTo>
                  <a:lnTo>
                    <a:pt x="96444" y="1596754"/>
                  </a:lnTo>
                  <a:lnTo>
                    <a:pt x="85875" y="1609965"/>
                  </a:lnTo>
                  <a:lnTo>
                    <a:pt x="76627" y="1592791"/>
                  </a:lnTo>
                  <a:lnTo>
                    <a:pt x="68700" y="1582222"/>
                  </a:lnTo>
                  <a:lnTo>
                    <a:pt x="55489" y="1576937"/>
                  </a:lnTo>
                  <a:lnTo>
                    <a:pt x="54168" y="1553156"/>
                  </a:lnTo>
                  <a:lnTo>
                    <a:pt x="77948" y="1555799"/>
                  </a:lnTo>
                  <a:lnTo>
                    <a:pt x="73984" y="1535982"/>
                  </a:lnTo>
                  <a:lnTo>
                    <a:pt x="62094" y="1541266"/>
                  </a:lnTo>
                  <a:lnTo>
                    <a:pt x="46241" y="1530697"/>
                  </a:lnTo>
                  <a:lnTo>
                    <a:pt x="38314" y="1518807"/>
                  </a:lnTo>
                  <a:lnTo>
                    <a:pt x="54168" y="1504274"/>
                  </a:lnTo>
                  <a:lnTo>
                    <a:pt x="72663" y="1512201"/>
                  </a:lnTo>
                  <a:lnTo>
                    <a:pt x="85875" y="1498990"/>
                  </a:lnTo>
                  <a:lnTo>
                    <a:pt x="105692" y="1497669"/>
                  </a:lnTo>
                  <a:lnTo>
                    <a:pt x="91159" y="1487100"/>
                  </a:lnTo>
                  <a:lnTo>
                    <a:pt x="85875" y="1469925"/>
                  </a:lnTo>
                  <a:lnTo>
                    <a:pt x="89838" y="1463319"/>
                  </a:lnTo>
                  <a:lnTo>
                    <a:pt x="95122" y="1450108"/>
                  </a:lnTo>
                  <a:lnTo>
                    <a:pt x="88517" y="1430291"/>
                  </a:lnTo>
                  <a:lnTo>
                    <a:pt x="73984" y="1421043"/>
                  </a:lnTo>
                  <a:lnTo>
                    <a:pt x="63415" y="1394620"/>
                  </a:lnTo>
                  <a:lnTo>
                    <a:pt x="52846" y="1378766"/>
                  </a:lnTo>
                  <a:lnTo>
                    <a:pt x="27745" y="1365555"/>
                  </a:lnTo>
                  <a:close/>
                  <a:moveTo>
                    <a:pt x="175791" y="933980"/>
                  </a:moveTo>
                  <a:lnTo>
                    <a:pt x="162268" y="940741"/>
                  </a:lnTo>
                  <a:lnTo>
                    <a:pt x="148130" y="962255"/>
                  </a:lnTo>
                  <a:lnTo>
                    <a:pt x="150018" y="970750"/>
                  </a:lnTo>
                  <a:lnTo>
                    <a:pt x="151606" y="974721"/>
                  </a:lnTo>
                  <a:lnTo>
                    <a:pt x="155909" y="990088"/>
                  </a:lnTo>
                  <a:lnTo>
                    <a:pt x="160826" y="996235"/>
                  </a:lnTo>
                  <a:lnTo>
                    <a:pt x="167588" y="1001767"/>
                  </a:lnTo>
                  <a:lnTo>
                    <a:pt x="179882" y="1002996"/>
                  </a:lnTo>
                  <a:lnTo>
                    <a:pt x="182955" y="996850"/>
                  </a:lnTo>
                  <a:lnTo>
                    <a:pt x="174593" y="992669"/>
                  </a:lnTo>
                  <a:lnTo>
                    <a:pt x="165956" y="991760"/>
                  </a:lnTo>
                  <a:lnTo>
                    <a:pt x="165956" y="984998"/>
                  </a:lnTo>
                  <a:lnTo>
                    <a:pt x="171286" y="983221"/>
                  </a:lnTo>
                  <a:lnTo>
                    <a:pt x="170661" y="980253"/>
                  </a:lnTo>
                  <a:lnTo>
                    <a:pt x="171260" y="978008"/>
                  </a:lnTo>
                  <a:lnTo>
                    <a:pt x="168415" y="975163"/>
                  </a:lnTo>
                  <a:lnTo>
                    <a:pt x="158580" y="974549"/>
                  </a:lnTo>
                  <a:lnTo>
                    <a:pt x="161653" y="962870"/>
                  </a:lnTo>
                  <a:lnTo>
                    <a:pt x="166571" y="968402"/>
                  </a:lnTo>
                  <a:lnTo>
                    <a:pt x="177635" y="967787"/>
                  </a:lnTo>
                  <a:lnTo>
                    <a:pt x="183782" y="963484"/>
                  </a:lnTo>
                  <a:lnTo>
                    <a:pt x="172103" y="958567"/>
                  </a:lnTo>
                  <a:lnTo>
                    <a:pt x="167185" y="954264"/>
                  </a:lnTo>
                  <a:lnTo>
                    <a:pt x="172717" y="939512"/>
                  </a:lnTo>
                  <a:close/>
                  <a:moveTo>
                    <a:pt x="198322" y="829042"/>
                  </a:moveTo>
                  <a:lnTo>
                    <a:pt x="194916" y="829610"/>
                  </a:lnTo>
                  <a:lnTo>
                    <a:pt x="199022" y="829074"/>
                  </a:lnTo>
                  <a:close/>
                  <a:moveTo>
                    <a:pt x="11890" y="0"/>
                  </a:moveTo>
                  <a:lnTo>
                    <a:pt x="46240" y="18495"/>
                  </a:lnTo>
                  <a:lnTo>
                    <a:pt x="40955" y="33028"/>
                  </a:lnTo>
                  <a:lnTo>
                    <a:pt x="43597" y="47561"/>
                  </a:lnTo>
                  <a:lnTo>
                    <a:pt x="48882" y="54166"/>
                  </a:lnTo>
                  <a:lnTo>
                    <a:pt x="81911" y="55487"/>
                  </a:lnTo>
                  <a:lnTo>
                    <a:pt x="97764" y="60772"/>
                  </a:lnTo>
                  <a:lnTo>
                    <a:pt x="99085" y="79268"/>
                  </a:lnTo>
                  <a:lnTo>
                    <a:pt x="105691" y="92479"/>
                  </a:lnTo>
                  <a:lnTo>
                    <a:pt x="118903" y="101727"/>
                  </a:lnTo>
                  <a:lnTo>
                    <a:pt x="147967" y="93801"/>
                  </a:lnTo>
                  <a:lnTo>
                    <a:pt x="163821" y="85873"/>
                  </a:lnTo>
                  <a:lnTo>
                    <a:pt x="180996" y="85873"/>
                  </a:lnTo>
                  <a:lnTo>
                    <a:pt x="191565" y="103048"/>
                  </a:lnTo>
                  <a:lnTo>
                    <a:pt x="204776" y="99085"/>
                  </a:lnTo>
                  <a:lnTo>
                    <a:pt x="212703" y="88516"/>
                  </a:lnTo>
                  <a:lnTo>
                    <a:pt x="227235" y="75304"/>
                  </a:lnTo>
                  <a:lnTo>
                    <a:pt x="247053" y="59451"/>
                  </a:lnTo>
                  <a:lnTo>
                    <a:pt x="249695" y="47561"/>
                  </a:lnTo>
                  <a:lnTo>
                    <a:pt x="266870" y="39634"/>
                  </a:lnTo>
                  <a:lnTo>
                    <a:pt x="281402" y="39634"/>
                  </a:lnTo>
                  <a:lnTo>
                    <a:pt x="293293" y="54166"/>
                  </a:lnTo>
                  <a:lnTo>
                    <a:pt x="288008" y="76625"/>
                  </a:lnTo>
                  <a:lnTo>
                    <a:pt x="295935" y="89837"/>
                  </a:lnTo>
                  <a:lnTo>
                    <a:pt x="295935" y="109654"/>
                  </a:lnTo>
                  <a:lnTo>
                    <a:pt x="328963" y="162500"/>
                  </a:lnTo>
                  <a:lnTo>
                    <a:pt x="328963" y="175711"/>
                  </a:lnTo>
                  <a:lnTo>
                    <a:pt x="313109" y="227235"/>
                  </a:lnTo>
                  <a:lnTo>
                    <a:pt x="314431" y="254979"/>
                  </a:lnTo>
                  <a:lnTo>
                    <a:pt x="306504" y="261584"/>
                  </a:lnTo>
                  <a:lnTo>
                    <a:pt x="294614" y="268190"/>
                  </a:lnTo>
                  <a:lnTo>
                    <a:pt x="302540" y="277438"/>
                  </a:lnTo>
                  <a:lnTo>
                    <a:pt x="297256" y="289328"/>
                  </a:lnTo>
                  <a:lnTo>
                    <a:pt x="297256" y="297255"/>
                  </a:lnTo>
                  <a:lnTo>
                    <a:pt x="314431" y="307824"/>
                  </a:lnTo>
                  <a:lnTo>
                    <a:pt x="356707" y="338210"/>
                  </a:lnTo>
                  <a:lnTo>
                    <a:pt x="384451" y="361990"/>
                  </a:lnTo>
                  <a:lnTo>
                    <a:pt x="396341" y="376523"/>
                  </a:lnTo>
                  <a:lnTo>
                    <a:pt x="416158" y="391056"/>
                  </a:lnTo>
                  <a:cubicBezTo>
                    <a:pt x="416158" y="396714"/>
                    <a:pt x="415756" y="392198"/>
                    <a:pt x="428048" y="397661"/>
                  </a:cubicBezTo>
                  <a:lnTo>
                    <a:pt x="482215" y="433332"/>
                  </a:lnTo>
                  <a:lnTo>
                    <a:pt x="529776" y="463718"/>
                  </a:lnTo>
                  <a:lnTo>
                    <a:pt x="549593" y="475608"/>
                  </a:lnTo>
                  <a:lnTo>
                    <a:pt x="587906" y="499388"/>
                  </a:lnTo>
                  <a:lnTo>
                    <a:pt x="583943" y="509957"/>
                  </a:lnTo>
                  <a:lnTo>
                    <a:pt x="590548" y="532417"/>
                  </a:lnTo>
                  <a:lnTo>
                    <a:pt x="585264" y="544307"/>
                  </a:lnTo>
                  <a:lnTo>
                    <a:pt x="574889" y="544307"/>
                  </a:lnTo>
                  <a:lnTo>
                    <a:pt x="572053" y="560376"/>
                  </a:lnTo>
                  <a:lnTo>
                    <a:pt x="572661" y="560426"/>
                  </a:lnTo>
                  <a:lnTo>
                    <a:pt x="584955" y="569032"/>
                  </a:lnTo>
                  <a:lnTo>
                    <a:pt x="570203" y="582555"/>
                  </a:lnTo>
                  <a:lnTo>
                    <a:pt x="560368" y="587472"/>
                  </a:lnTo>
                  <a:lnTo>
                    <a:pt x="551762" y="602225"/>
                  </a:lnTo>
                  <a:lnTo>
                    <a:pt x="547212" y="621308"/>
                  </a:lnTo>
                  <a:lnTo>
                    <a:pt x="534551" y="626812"/>
                  </a:lnTo>
                  <a:lnTo>
                    <a:pt x="521799" y="633362"/>
                  </a:lnTo>
                  <a:lnTo>
                    <a:pt x="524221" y="655089"/>
                  </a:lnTo>
                  <a:lnTo>
                    <a:pt x="520019" y="670718"/>
                  </a:lnTo>
                  <a:lnTo>
                    <a:pt x="528401" y="675840"/>
                  </a:lnTo>
                  <a:lnTo>
                    <a:pt x="531097" y="666675"/>
                  </a:lnTo>
                  <a:lnTo>
                    <a:pt x="554877" y="673281"/>
                  </a:lnTo>
                  <a:lnTo>
                    <a:pt x="572052" y="675923"/>
                  </a:lnTo>
                  <a:lnTo>
                    <a:pt x="586584" y="681207"/>
                  </a:lnTo>
                  <a:lnTo>
                    <a:pt x="587905" y="685171"/>
                  </a:lnTo>
                  <a:lnTo>
                    <a:pt x="590547" y="701025"/>
                  </a:lnTo>
                  <a:lnTo>
                    <a:pt x="601117" y="702346"/>
                  </a:lnTo>
                  <a:lnTo>
                    <a:pt x="611686" y="691776"/>
                  </a:lnTo>
                  <a:lnTo>
                    <a:pt x="620934" y="685171"/>
                  </a:lnTo>
                  <a:lnTo>
                    <a:pt x="642072" y="682529"/>
                  </a:lnTo>
                  <a:lnTo>
                    <a:pt x="644714" y="699704"/>
                  </a:lnTo>
                  <a:lnTo>
                    <a:pt x="656604" y="712915"/>
                  </a:lnTo>
                  <a:lnTo>
                    <a:pt x="649998" y="740659"/>
                  </a:lnTo>
                  <a:lnTo>
                    <a:pt x="646035" y="760476"/>
                  </a:lnTo>
                  <a:lnTo>
                    <a:pt x="646035" y="777651"/>
                  </a:lnTo>
                  <a:lnTo>
                    <a:pt x="636787" y="780293"/>
                  </a:lnTo>
                  <a:lnTo>
                    <a:pt x="623576" y="792183"/>
                  </a:lnTo>
                  <a:lnTo>
                    <a:pt x="628860" y="810679"/>
                  </a:lnTo>
                  <a:lnTo>
                    <a:pt x="636787" y="822569"/>
                  </a:lnTo>
                  <a:lnTo>
                    <a:pt x="644714" y="822569"/>
                  </a:lnTo>
                  <a:lnTo>
                    <a:pt x="639429" y="834459"/>
                  </a:lnTo>
                  <a:lnTo>
                    <a:pt x="638213" y="849057"/>
                  </a:lnTo>
                  <a:lnTo>
                    <a:pt x="647710" y="865941"/>
                  </a:lnTo>
                  <a:lnTo>
                    <a:pt x="651320" y="867488"/>
                  </a:lnTo>
                  <a:lnTo>
                    <a:pt x="672458" y="872772"/>
                  </a:lnTo>
                  <a:cubicBezTo>
                    <a:pt x="670256" y="880259"/>
                    <a:pt x="668054" y="885103"/>
                    <a:pt x="665852" y="889286"/>
                  </a:cubicBezTo>
                  <a:lnTo>
                    <a:pt x="663166" y="894390"/>
                  </a:lnTo>
                  <a:lnTo>
                    <a:pt x="669906" y="907121"/>
                  </a:lnTo>
                  <a:lnTo>
                    <a:pt x="677743" y="907121"/>
                  </a:lnTo>
                  <a:lnTo>
                    <a:pt x="684349" y="912406"/>
                  </a:lnTo>
                  <a:lnTo>
                    <a:pt x="688312" y="922975"/>
                  </a:lnTo>
                  <a:lnTo>
                    <a:pt x="684349" y="933544"/>
                  </a:lnTo>
                  <a:lnTo>
                    <a:pt x="675101" y="950719"/>
                  </a:lnTo>
                  <a:lnTo>
                    <a:pt x="680385" y="959967"/>
                  </a:lnTo>
                  <a:lnTo>
                    <a:pt x="692275" y="975820"/>
                  </a:lnTo>
                  <a:lnTo>
                    <a:pt x="692275" y="982426"/>
                  </a:lnTo>
                  <a:lnTo>
                    <a:pt x="692275" y="996959"/>
                  </a:lnTo>
                  <a:lnTo>
                    <a:pt x="696239" y="1010170"/>
                  </a:lnTo>
                  <a:lnTo>
                    <a:pt x="701523" y="1024702"/>
                  </a:lnTo>
                  <a:lnTo>
                    <a:pt x="706808" y="1043198"/>
                  </a:lnTo>
                  <a:lnTo>
                    <a:pt x="725304" y="1061694"/>
                  </a:lnTo>
                  <a:lnTo>
                    <a:pt x="745121" y="1066979"/>
                  </a:lnTo>
                  <a:lnTo>
                    <a:pt x="766259" y="1068300"/>
                  </a:lnTo>
                  <a:lnTo>
                    <a:pt x="763617" y="1077548"/>
                  </a:lnTo>
                  <a:lnTo>
                    <a:pt x="768902" y="1089438"/>
                  </a:lnTo>
                  <a:lnTo>
                    <a:pt x="775507" y="1113218"/>
                  </a:lnTo>
                  <a:lnTo>
                    <a:pt x="775507" y="1125109"/>
                  </a:lnTo>
                  <a:lnTo>
                    <a:pt x="770620" y="1130747"/>
                  </a:lnTo>
                  <a:lnTo>
                    <a:pt x="774610" y="1146706"/>
                  </a:lnTo>
                  <a:lnTo>
                    <a:pt x="779030" y="1141402"/>
                  </a:lnTo>
                  <a:lnTo>
                    <a:pt x="782553" y="1134356"/>
                  </a:lnTo>
                  <a:lnTo>
                    <a:pt x="791360" y="1134356"/>
                  </a:lnTo>
                  <a:lnTo>
                    <a:pt x="800168" y="1178394"/>
                  </a:lnTo>
                  <a:lnTo>
                    <a:pt x="782553" y="1194248"/>
                  </a:lnTo>
                  <a:lnTo>
                    <a:pt x="779030" y="1220670"/>
                  </a:lnTo>
                  <a:lnTo>
                    <a:pt x="757892" y="1243570"/>
                  </a:lnTo>
                  <a:lnTo>
                    <a:pt x="752607" y="1259424"/>
                  </a:lnTo>
                  <a:lnTo>
                    <a:pt x="752607" y="1280562"/>
                  </a:lnTo>
                  <a:lnTo>
                    <a:pt x="768461" y="1284085"/>
                  </a:lnTo>
                  <a:lnTo>
                    <a:pt x="784314" y="1284085"/>
                  </a:lnTo>
                  <a:lnTo>
                    <a:pt x="794883" y="1291131"/>
                  </a:lnTo>
                  <a:lnTo>
                    <a:pt x="819545" y="1285847"/>
                  </a:lnTo>
                  <a:lnTo>
                    <a:pt x="831875" y="1278800"/>
                  </a:lnTo>
                  <a:lnTo>
                    <a:pt x="844206" y="1284085"/>
                  </a:lnTo>
                  <a:lnTo>
                    <a:pt x="847729" y="1305223"/>
                  </a:lnTo>
                  <a:lnTo>
                    <a:pt x="845967" y="1317554"/>
                  </a:lnTo>
                  <a:lnTo>
                    <a:pt x="860059" y="1319315"/>
                  </a:lnTo>
                  <a:lnTo>
                    <a:pt x="872390" y="1319315"/>
                  </a:lnTo>
                  <a:lnTo>
                    <a:pt x="875913" y="1322838"/>
                  </a:lnTo>
                  <a:lnTo>
                    <a:pt x="874152" y="1333407"/>
                  </a:lnTo>
                  <a:lnTo>
                    <a:pt x="879436" y="1343977"/>
                  </a:lnTo>
                  <a:lnTo>
                    <a:pt x="882959" y="1349261"/>
                  </a:lnTo>
                  <a:lnTo>
                    <a:pt x="874152" y="1368638"/>
                  </a:lnTo>
                  <a:lnTo>
                    <a:pt x="872390" y="1386253"/>
                  </a:lnTo>
                  <a:lnTo>
                    <a:pt x="853013" y="1352784"/>
                  </a:lnTo>
                  <a:lnTo>
                    <a:pt x="833637" y="1352784"/>
                  </a:lnTo>
                  <a:lnTo>
                    <a:pt x="816022" y="1345738"/>
                  </a:lnTo>
                  <a:lnTo>
                    <a:pt x="801930" y="1365115"/>
                  </a:lnTo>
                  <a:lnTo>
                    <a:pt x="780791" y="1363353"/>
                  </a:lnTo>
                  <a:lnTo>
                    <a:pt x="771984" y="1361592"/>
                  </a:lnTo>
                  <a:lnTo>
                    <a:pt x="763176" y="1377445"/>
                  </a:lnTo>
                  <a:lnTo>
                    <a:pt x="742038" y="1370399"/>
                  </a:lnTo>
                  <a:lnTo>
                    <a:pt x="734992" y="1379207"/>
                  </a:lnTo>
                  <a:lnTo>
                    <a:pt x="734992" y="1400345"/>
                  </a:lnTo>
                  <a:lnTo>
                    <a:pt x="719138" y="1403868"/>
                  </a:lnTo>
                  <a:lnTo>
                    <a:pt x="708569" y="1414437"/>
                  </a:lnTo>
                  <a:lnTo>
                    <a:pt x="682147" y="1384491"/>
                  </a:lnTo>
                  <a:lnTo>
                    <a:pt x="682147" y="1370399"/>
                  </a:lnTo>
                  <a:lnTo>
                    <a:pt x="666293" y="1356307"/>
                  </a:lnTo>
                  <a:lnTo>
                    <a:pt x="638109" y="1335169"/>
                  </a:lnTo>
                  <a:cubicBezTo>
                    <a:pt x="631650" y="1336930"/>
                    <a:pt x="621668" y="1329884"/>
                    <a:pt x="615209" y="1331646"/>
                  </a:cubicBezTo>
                  <a:lnTo>
                    <a:pt x="602879" y="1343977"/>
                  </a:lnTo>
                  <a:lnTo>
                    <a:pt x="578217" y="1347500"/>
                  </a:lnTo>
                  <a:lnTo>
                    <a:pt x="546510" y="1331646"/>
                  </a:lnTo>
                  <a:lnTo>
                    <a:pt x="530657" y="1322838"/>
                  </a:lnTo>
                  <a:lnTo>
                    <a:pt x="509518" y="1319315"/>
                  </a:lnTo>
                  <a:lnTo>
                    <a:pt x="481334" y="1312269"/>
                  </a:lnTo>
                  <a:lnTo>
                    <a:pt x="458435" y="1303462"/>
                  </a:lnTo>
                  <a:lnTo>
                    <a:pt x="447866" y="1292893"/>
                  </a:lnTo>
                  <a:lnTo>
                    <a:pt x="451299" y="1284737"/>
                  </a:lnTo>
                  <a:lnTo>
                    <a:pt x="447814" y="1271492"/>
                  </a:lnTo>
                  <a:lnTo>
                    <a:pt x="439939" y="1288929"/>
                  </a:lnTo>
                  <a:lnTo>
                    <a:pt x="369918" y="1238726"/>
                  </a:lnTo>
                  <a:lnTo>
                    <a:pt x="365955" y="1225515"/>
                  </a:lnTo>
                  <a:lnTo>
                    <a:pt x="356707" y="1213625"/>
                  </a:lnTo>
                  <a:lnTo>
                    <a:pt x="361992" y="1197771"/>
                  </a:lnTo>
                  <a:lnTo>
                    <a:pt x="373882" y="1200414"/>
                  </a:lnTo>
                  <a:lnTo>
                    <a:pt x="376524" y="1205698"/>
                  </a:lnTo>
                  <a:lnTo>
                    <a:pt x="387093" y="1207019"/>
                  </a:lnTo>
                  <a:lnTo>
                    <a:pt x="393699" y="1192487"/>
                  </a:lnTo>
                  <a:lnTo>
                    <a:pt x="389735" y="1181917"/>
                  </a:lnTo>
                  <a:lnTo>
                    <a:pt x="452682" y="1102605"/>
                  </a:lnTo>
                  <a:lnTo>
                    <a:pt x="440732" y="1099720"/>
                  </a:lnTo>
                  <a:lnTo>
                    <a:pt x="432881" y="1106382"/>
                  </a:lnTo>
                  <a:lnTo>
                    <a:pt x="411615" y="1102575"/>
                  </a:lnTo>
                  <a:lnTo>
                    <a:pt x="395633" y="1103189"/>
                  </a:lnTo>
                  <a:lnTo>
                    <a:pt x="378032" y="1100194"/>
                  </a:lnTo>
                  <a:lnTo>
                    <a:pt x="371090" y="1103536"/>
                  </a:lnTo>
                  <a:lnTo>
                    <a:pt x="390102" y="1108721"/>
                  </a:lnTo>
                  <a:lnTo>
                    <a:pt x="407313" y="1108107"/>
                  </a:lnTo>
                  <a:lnTo>
                    <a:pt x="395019" y="1120400"/>
                  </a:lnTo>
                  <a:lnTo>
                    <a:pt x="387643" y="1133308"/>
                  </a:lnTo>
                  <a:lnTo>
                    <a:pt x="363056" y="1147446"/>
                  </a:lnTo>
                  <a:lnTo>
                    <a:pt x="336625" y="1167116"/>
                  </a:lnTo>
                  <a:lnTo>
                    <a:pt x="323102" y="1181868"/>
                  </a:lnTo>
                  <a:lnTo>
                    <a:pt x="305276" y="1192932"/>
                  </a:lnTo>
                  <a:lnTo>
                    <a:pt x="294212" y="1206455"/>
                  </a:lnTo>
                  <a:lnTo>
                    <a:pt x="280074" y="1208299"/>
                  </a:lnTo>
                  <a:lnTo>
                    <a:pt x="252414" y="1205841"/>
                  </a:lnTo>
                  <a:lnTo>
                    <a:pt x="222294" y="1207685"/>
                  </a:lnTo>
                  <a:lnTo>
                    <a:pt x="207542" y="1201538"/>
                  </a:lnTo>
                  <a:lnTo>
                    <a:pt x="200781" y="1191703"/>
                  </a:lnTo>
                  <a:lnTo>
                    <a:pt x="201395" y="1170804"/>
                  </a:lnTo>
                  <a:lnTo>
                    <a:pt x="190946" y="1157896"/>
                  </a:lnTo>
                  <a:lnTo>
                    <a:pt x="181111" y="1154207"/>
                  </a:lnTo>
                  <a:lnTo>
                    <a:pt x="181111" y="1142529"/>
                  </a:lnTo>
                  <a:lnTo>
                    <a:pt x="186028" y="1135767"/>
                  </a:lnTo>
                  <a:lnTo>
                    <a:pt x="184799" y="1126547"/>
                  </a:lnTo>
                  <a:lnTo>
                    <a:pt x="190331" y="1106263"/>
                  </a:lnTo>
                  <a:lnTo>
                    <a:pt x="192175" y="1090281"/>
                  </a:lnTo>
                  <a:lnTo>
                    <a:pt x="192175" y="1073070"/>
                  </a:lnTo>
                  <a:lnTo>
                    <a:pt x="186028" y="1060776"/>
                  </a:lnTo>
                  <a:lnTo>
                    <a:pt x="185414" y="1052785"/>
                  </a:lnTo>
                  <a:lnTo>
                    <a:pt x="184799" y="1044795"/>
                  </a:lnTo>
                  <a:lnTo>
                    <a:pt x="190946" y="1038648"/>
                  </a:lnTo>
                  <a:lnTo>
                    <a:pt x="191560" y="1030657"/>
                  </a:lnTo>
                  <a:lnTo>
                    <a:pt x="190946" y="1023281"/>
                  </a:lnTo>
                  <a:lnTo>
                    <a:pt x="184184" y="1016519"/>
                  </a:lnTo>
                  <a:lnTo>
                    <a:pt x="179882" y="1013446"/>
                  </a:lnTo>
                  <a:lnTo>
                    <a:pt x="170661" y="1013446"/>
                  </a:lnTo>
                  <a:lnTo>
                    <a:pt x="158368" y="1014061"/>
                  </a:lnTo>
                  <a:lnTo>
                    <a:pt x="150992" y="1005455"/>
                  </a:lnTo>
                  <a:lnTo>
                    <a:pt x="146689" y="997464"/>
                  </a:lnTo>
                  <a:lnTo>
                    <a:pt x="146689" y="986400"/>
                  </a:lnTo>
                  <a:lnTo>
                    <a:pt x="142386" y="975336"/>
                  </a:lnTo>
                  <a:lnTo>
                    <a:pt x="143451" y="974271"/>
                  </a:lnTo>
                  <a:lnTo>
                    <a:pt x="141369" y="974549"/>
                  </a:lnTo>
                  <a:lnTo>
                    <a:pt x="130305" y="967787"/>
                  </a:lnTo>
                  <a:lnTo>
                    <a:pt x="121699" y="955494"/>
                  </a:lnTo>
                  <a:lnTo>
                    <a:pt x="127846" y="945044"/>
                  </a:lnTo>
                  <a:lnTo>
                    <a:pt x="135837" y="941971"/>
                  </a:lnTo>
                  <a:lnTo>
                    <a:pt x="137681" y="935209"/>
                  </a:lnTo>
                  <a:lnTo>
                    <a:pt x="133378" y="930292"/>
                  </a:lnTo>
                  <a:lnTo>
                    <a:pt x="128461" y="919842"/>
                  </a:lnTo>
                  <a:lnTo>
                    <a:pt x="128461" y="911237"/>
                  </a:lnTo>
                  <a:lnTo>
                    <a:pt x="130919" y="906934"/>
                  </a:lnTo>
                  <a:lnTo>
                    <a:pt x="135222" y="904475"/>
                  </a:lnTo>
                  <a:lnTo>
                    <a:pt x="148130" y="899558"/>
                  </a:lnTo>
                  <a:lnTo>
                    <a:pt x="138295" y="895870"/>
                  </a:lnTo>
                  <a:lnTo>
                    <a:pt x="138295" y="883576"/>
                  </a:lnTo>
                  <a:lnTo>
                    <a:pt x="139525" y="872512"/>
                  </a:lnTo>
                  <a:lnTo>
                    <a:pt x="143213" y="861448"/>
                  </a:lnTo>
                  <a:lnTo>
                    <a:pt x="146901" y="854072"/>
                  </a:lnTo>
                  <a:lnTo>
                    <a:pt x="152433" y="846081"/>
                  </a:lnTo>
                  <a:lnTo>
                    <a:pt x="159809" y="843622"/>
                  </a:lnTo>
                  <a:lnTo>
                    <a:pt x="161038" y="851613"/>
                  </a:lnTo>
                  <a:lnTo>
                    <a:pt x="162883" y="858989"/>
                  </a:lnTo>
                  <a:lnTo>
                    <a:pt x="168415" y="860219"/>
                  </a:lnTo>
                  <a:lnTo>
                    <a:pt x="171488" y="854686"/>
                  </a:lnTo>
                  <a:lnTo>
                    <a:pt x="182552" y="854072"/>
                  </a:lnTo>
                  <a:lnTo>
                    <a:pt x="188694" y="856460"/>
                  </a:lnTo>
                  <a:lnTo>
                    <a:pt x="190074" y="830241"/>
                  </a:lnTo>
                  <a:lnTo>
                    <a:pt x="190862" y="830138"/>
                  </a:lnTo>
                  <a:lnTo>
                    <a:pt x="187872" y="825354"/>
                  </a:lnTo>
                  <a:lnTo>
                    <a:pt x="189101" y="817363"/>
                  </a:lnTo>
                  <a:lnTo>
                    <a:pt x="197092" y="817363"/>
                  </a:lnTo>
                  <a:lnTo>
                    <a:pt x="198936" y="813675"/>
                  </a:lnTo>
                  <a:lnTo>
                    <a:pt x="204468" y="810602"/>
                  </a:lnTo>
                  <a:lnTo>
                    <a:pt x="210001" y="812446"/>
                  </a:lnTo>
                  <a:lnTo>
                    <a:pt x="218606" y="814290"/>
                  </a:lnTo>
                  <a:lnTo>
                    <a:pt x="225368" y="811831"/>
                  </a:lnTo>
                  <a:lnTo>
                    <a:pt x="232744" y="809987"/>
                  </a:lnTo>
                  <a:lnTo>
                    <a:pt x="242579" y="809372"/>
                  </a:lnTo>
                  <a:lnTo>
                    <a:pt x="247496" y="807528"/>
                  </a:lnTo>
                  <a:lnTo>
                    <a:pt x="247894" y="807081"/>
                  </a:lnTo>
                  <a:lnTo>
                    <a:pt x="253542" y="777430"/>
                  </a:lnTo>
                  <a:lnTo>
                    <a:pt x="251799" y="772491"/>
                  </a:lnTo>
                  <a:lnTo>
                    <a:pt x="238890" y="769417"/>
                  </a:lnTo>
                  <a:lnTo>
                    <a:pt x="229670" y="771261"/>
                  </a:lnTo>
                  <a:lnTo>
                    <a:pt x="229055" y="781711"/>
                  </a:lnTo>
                  <a:lnTo>
                    <a:pt x="231514" y="790931"/>
                  </a:lnTo>
                  <a:lnTo>
                    <a:pt x="224138" y="795234"/>
                  </a:lnTo>
                  <a:lnTo>
                    <a:pt x="219835" y="792161"/>
                  </a:lnTo>
                  <a:lnTo>
                    <a:pt x="200780" y="792161"/>
                  </a:lnTo>
                  <a:lnTo>
                    <a:pt x="194019" y="787243"/>
                  </a:lnTo>
                  <a:lnTo>
                    <a:pt x="193404" y="771876"/>
                  </a:lnTo>
                  <a:lnTo>
                    <a:pt x="184799" y="766959"/>
                  </a:lnTo>
                  <a:lnTo>
                    <a:pt x="184799" y="757124"/>
                  </a:lnTo>
                  <a:lnTo>
                    <a:pt x="188487" y="749748"/>
                  </a:lnTo>
                  <a:lnTo>
                    <a:pt x="190331" y="738069"/>
                  </a:lnTo>
                  <a:lnTo>
                    <a:pt x="188487" y="722087"/>
                  </a:lnTo>
                  <a:lnTo>
                    <a:pt x="181110" y="711023"/>
                  </a:lnTo>
                  <a:lnTo>
                    <a:pt x="167587" y="704876"/>
                  </a:lnTo>
                  <a:lnTo>
                    <a:pt x="161441" y="691968"/>
                  </a:lnTo>
                  <a:lnTo>
                    <a:pt x="165129" y="683362"/>
                  </a:lnTo>
                  <a:lnTo>
                    <a:pt x="169432" y="679060"/>
                  </a:lnTo>
                  <a:lnTo>
                    <a:pt x="174349" y="677216"/>
                  </a:lnTo>
                  <a:lnTo>
                    <a:pt x="178652" y="665537"/>
                  </a:lnTo>
                  <a:lnTo>
                    <a:pt x="179266" y="650784"/>
                  </a:lnTo>
                  <a:lnTo>
                    <a:pt x="183569" y="641564"/>
                  </a:lnTo>
                  <a:lnTo>
                    <a:pt x="192175" y="641564"/>
                  </a:lnTo>
                  <a:lnTo>
                    <a:pt x="206927" y="637261"/>
                  </a:lnTo>
                  <a:lnTo>
                    <a:pt x="213688" y="634803"/>
                  </a:lnTo>
                  <a:lnTo>
                    <a:pt x="230285" y="634188"/>
                  </a:lnTo>
                  <a:lnTo>
                    <a:pt x="240734" y="631115"/>
                  </a:lnTo>
                  <a:lnTo>
                    <a:pt x="246881" y="629271"/>
                  </a:lnTo>
                  <a:lnTo>
                    <a:pt x="256101" y="608986"/>
                  </a:lnTo>
                  <a:lnTo>
                    <a:pt x="266551" y="608372"/>
                  </a:lnTo>
                  <a:lnTo>
                    <a:pt x="276386" y="605913"/>
                  </a:lnTo>
                  <a:lnTo>
                    <a:pt x="289909" y="599766"/>
                  </a:lnTo>
                  <a:lnTo>
                    <a:pt x="300973" y="585628"/>
                  </a:lnTo>
                  <a:lnTo>
                    <a:pt x="300973" y="577638"/>
                  </a:lnTo>
                  <a:lnTo>
                    <a:pt x="296056" y="574564"/>
                  </a:lnTo>
                  <a:lnTo>
                    <a:pt x="286835" y="578252"/>
                  </a:lnTo>
                  <a:lnTo>
                    <a:pt x="275156" y="577023"/>
                  </a:lnTo>
                  <a:lnTo>
                    <a:pt x="264092" y="577638"/>
                  </a:lnTo>
                  <a:lnTo>
                    <a:pt x="261633" y="568417"/>
                  </a:lnTo>
                  <a:lnTo>
                    <a:pt x="256101" y="555509"/>
                  </a:lnTo>
                  <a:lnTo>
                    <a:pt x="243193" y="548748"/>
                  </a:lnTo>
                  <a:lnTo>
                    <a:pt x="235202" y="551821"/>
                  </a:lnTo>
                  <a:lnTo>
                    <a:pt x="235202" y="556738"/>
                  </a:lnTo>
                  <a:lnTo>
                    <a:pt x="227211" y="569647"/>
                  </a:lnTo>
                  <a:lnTo>
                    <a:pt x="220450" y="570876"/>
                  </a:lnTo>
                  <a:lnTo>
                    <a:pt x="216147" y="566573"/>
                  </a:lnTo>
                  <a:lnTo>
                    <a:pt x="208156" y="558583"/>
                  </a:lnTo>
                  <a:lnTo>
                    <a:pt x="201395" y="558583"/>
                  </a:lnTo>
                  <a:lnTo>
                    <a:pt x="197707" y="554894"/>
                  </a:lnTo>
                  <a:lnTo>
                    <a:pt x="198826" y="545190"/>
                  </a:lnTo>
                  <a:lnTo>
                    <a:pt x="178247" y="547584"/>
                  </a:lnTo>
                  <a:lnTo>
                    <a:pt x="175578" y="556124"/>
                  </a:lnTo>
                  <a:lnTo>
                    <a:pt x="171276" y="570876"/>
                  </a:lnTo>
                  <a:lnTo>
                    <a:pt x="165743" y="570876"/>
                  </a:lnTo>
                  <a:lnTo>
                    <a:pt x="160211" y="564115"/>
                  </a:lnTo>
                  <a:lnTo>
                    <a:pt x="148532" y="553665"/>
                  </a:lnTo>
                  <a:lnTo>
                    <a:pt x="145459" y="543216"/>
                  </a:lnTo>
                  <a:lnTo>
                    <a:pt x="150619" y="535992"/>
                  </a:lnTo>
                  <a:lnTo>
                    <a:pt x="119403" y="504775"/>
                  </a:lnTo>
                  <a:lnTo>
                    <a:pt x="110975" y="517885"/>
                  </a:lnTo>
                  <a:lnTo>
                    <a:pt x="95122" y="504673"/>
                  </a:lnTo>
                  <a:lnTo>
                    <a:pt x="77947" y="491462"/>
                  </a:lnTo>
                  <a:lnTo>
                    <a:pt x="77947" y="470324"/>
                  </a:lnTo>
                  <a:lnTo>
                    <a:pt x="73984" y="439937"/>
                  </a:lnTo>
                  <a:lnTo>
                    <a:pt x="60773" y="414836"/>
                  </a:lnTo>
                  <a:lnTo>
                    <a:pt x="44919" y="398982"/>
                  </a:lnTo>
                  <a:lnTo>
                    <a:pt x="35671" y="375202"/>
                  </a:lnTo>
                  <a:lnTo>
                    <a:pt x="36992" y="361990"/>
                  </a:lnTo>
                  <a:lnTo>
                    <a:pt x="58130" y="351421"/>
                  </a:lnTo>
                  <a:lnTo>
                    <a:pt x="46240" y="338210"/>
                  </a:lnTo>
                  <a:lnTo>
                    <a:pt x="43597" y="321036"/>
                  </a:lnTo>
                  <a:lnTo>
                    <a:pt x="21138" y="313109"/>
                  </a:lnTo>
                  <a:lnTo>
                    <a:pt x="33028" y="293291"/>
                  </a:lnTo>
                  <a:lnTo>
                    <a:pt x="36992" y="264227"/>
                  </a:lnTo>
                  <a:lnTo>
                    <a:pt x="34350" y="239125"/>
                  </a:lnTo>
                  <a:lnTo>
                    <a:pt x="23781" y="224592"/>
                  </a:lnTo>
                  <a:lnTo>
                    <a:pt x="9248" y="212702"/>
                  </a:lnTo>
                  <a:lnTo>
                    <a:pt x="9248" y="190243"/>
                  </a:lnTo>
                  <a:lnTo>
                    <a:pt x="14533" y="161178"/>
                  </a:lnTo>
                  <a:lnTo>
                    <a:pt x="22459" y="145324"/>
                  </a:lnTo>
                  <a:lnTo>
                    <a:pt x="30386" y="121544"/>
                  </a:lnTo>
                  <a:lnTo>
                    <a:pt x="26423" y="97764"/>
                  </a:lnTo>
                  <a:lnTo>
                    <a:pt x="1321" y="71341"/>
                  </a:lnTo>
                  <a:lnTo>
                    <a:pt x="11890" y="58130"/>
                  </a:lnTo>
                  <a:lnTo>
                    <a:pt x="6606" y="56809"/>
                  </a:lnTo>
                  <a:lnTo>
                    <a:pt x="0" y="43597"/>
                  </a:lnTo>
                  <a:lnTo>
                    <a:pt x="3964" y="13211"/>
                  </a:lnTo>
                  <a:close/>
                </a:path>
              </a:pathLst>
            </a:cu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nvGrpSpPr>
            <p:cNvPr id="234" name="그룹 233">
              <a:extLst>
                <a:ext uri="{FF2B5EF4-FFF2-40B4-BE49-F238E27FC236}">
                  <a16:creationId xmlns:a16="http://schemas.microsoft.com/office/drawing/2014/main" id="{F8C9947A-C7F9-B921-D3F9-455C1A7C5DA0}"/>
                </a:ext>
              </a:extLst>
            </p:cNvPr>
            <p:cNvGrpSpPr/>
            <p:nvPr/>
          </p:nvGrpSpPr>
          <p:grpSpPr>
            <a:xfrm>
              <a:off x="2383677" y="4890860"/>
              <a:ext cx="591253" cy="830490"/>
              <a:chOff x="3797802" y="4807119"/>
              <a:chExt cx="457112" cy="642072"/>
            </a:xfrm>
            <a:effectLst/>
          </p:grpSpPr>
          <p:grpSp>
            <p:nvGrpSpPr>
              <p:cNvPr id="241" name="그룹 240">
                <a:extLst>
                  <a:ext uri="{FF2B5EF4-FFF2-40B4-BE49-F238E27FC236}">
                    <a16:creationId xmlns:a16="http://schemas.microsoft.com/office/drawing/2014/main" id="{D4916E86-E061-ADDF-9F64-B66B84DE3A68}"/>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243" name="안양시">
                  <a:extLst>
                    <a:ext uri="{FF2B5EF4-FFF2-40B4-BE49-F238E27FC236}">
                      <a16:creationId xmlns:a16="http://schemas.microsoft.com/office/drawing/2014/main" id="{9F681637-6976-ED28-C339-1B60093DAA60}"/>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4" name="과천시">
                  <a:extLst>
                    <a:ext uri="{FF2B5EF4-FFF2-40B4-BE49-F238E27FC236}">
                      <a16:creationId xmlns:a16="http://schemas.microsoft.com/office/drawing/2014/main" id="{4AAD04AA-4FDC-01EE-3135-ABC25A7789BE}"/>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5" name="의왕시">
                  <a:extLst>
                    <a:ext uri="{FF2B5EF4-FFF2-40B4-BE49-F238E27FC236}">
                      <a16:creationId xmlns:a16="http://schemas.microsoft.com/office/drawing/2014/main" id="{0D80E4B1-AE2F-EA7E-C255-0FB55AC5B1D0}"/>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6" name="군포시">
                  <a:extLst>
                    <a:ext uri="{FF2B5EF4-FFF2-40B4-BE49-F238E27FC236}">
                      <a16:creationId xmlns:a16="http://schemas.microsoft.com/office/drawing/2014/main" id="{A6583DAD-9139-B179-B32D-F64CD33A0E9D}"/>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7" name="수원시">
                  <a:extLst>
                    <a:ext uri="{FF2B5EF4-FFF2-40B4-BE49-F238E27FC236}">
                      <a16:creationId xmlns:a16="http://schemas.microsoft.com/office/drawing/2014/main" id="{D922E374-0EF7-FF9E-19FF-57562F6C0944}"/>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242" name="자유형: 도형 241">
                <a:extLst>
                  <a:ext uri="{FF2B5EF4-FFF2-40B4-BE49-F238E27FC236}">
                    <a16:creationId xmlns:a16="http://schemas.microsoft.com/office/drawing/2014/main" id="{CBE629C1-576F-7B91-176D-18C389660CFA}"/>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235" name="타원 234">
              <a:extLst>
                <a:ext uri="{FF2B5EF4-FFF2-40B4-BE49-F238E27FC236}">
                  <a16:creationId xmlns:a16="http://schemas.microsoft.com/office/drawing/2014/main" id="{7DF0535A-7952-F356-DEE7-50452D513A42}"/>
                </a:ext>
              </a:extLst>
            </p:cNvPr>
            <p:cNvSpPr/>
            <p:nvPr/>
          </p:nvSpPr>
          <p:spPr>
            <a:xfrm>
              <a:off x="1080914" y="4815723"/>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6" name="타원 235">
              <a:extLst>
                <a:ext uri="{FF2B5EF4-FFF2-40B4-BE49-F238E27FC236}">
                  <a16:creationId xmlns:a16="http://schemas.microsoft.com/office/drawing/2014/main" id="{B0CF9932-94E7-7444-7E9E-79352505AB5D}"/>
                </a:ext>
              </a:extLst>
            </p:cNvPr>
            <p:cNvSpPr/>
            <p:nvPr/>
          </p:nvSpPr>
          <p:spPr>
            <a:xfrm>
              <a:off x="1637136" y="4726968"/>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37" name="그림 236">
              <a:extLst>
                <a:ext uri="{FF2B5EF4-FFF2-40B4-BE49-F238E27FC236}">
                  <a16:creationId xmlns:a16="http://schemas.microsoft.com/office/drawing/2014/main" id="{7B069E0F-EB40-2865-91F0-BA6A79DBD50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36282" y="4672947"/>
              <a:ext cx="214800" cy="217913"/>
            </a:xfrm>
            <a:prstGeom prst="rect">
              <a:avLst/>
            </a:prstGeom>
          </p:spPr>
        </p:pic>
        <p:pic>
          <p:nvPicPr>
            <p:cNvPr id="238" name="그림 237" descr="25만개의 항만 icon 로열티 프리 이미지 및 스톡 사진 | Shutterstock">
              <a:extLst>
                <a:ext uri="{FF2B5EF4-FFF2-40B4-BE49-F238E27FC236}">
                  <a16:creationId xmlns:a16="http://schemas.microsoft.com/office/drawing/2014/main" id="{3F0AF840-FC07-8B74-8E79-1F8C66DFBEED}"/>
                </a:ext>
              </a:extLst>
            </p:cNvPr>
            <p:cNvPicPr>
              <a:picLocks noChangeAspect="1"/>
            </p:cNvPicPr>
            <p:nvPr/>
          </p:nvPicPr>
          <p:blipFill>
            <a:blip r:embed="rId3">
              <a:clrChange>
                <a:clrFrom>
                  <a:srgbClr val="FFFFFF"/>
                </a:clrFrom>
                <a:clrTo>
                  <a:srgbClr val="FFFFFF">
                    <a:alpha val="0"/>
                  </a:srgbClr>
                </a:clrTo>
              </a:clrChange>
            </a:blip>
            <a:srcRect l="22787" b="9292"/>
            <a:stretch>
              <a:fillRect/>
            </a:stretch>
          </p:blipFill>
          <p:spPr>
            <a:xfrm>
              <a:off x="1237294" y="5026029"/>
              <a:ext cx="338724" cy="265915"/>
            </a:xfrm>
            <a:prstGeom prst="rect">
              <a:avLst/>
            </a:prstGeom>
          </p:spPr>
        </p:pic>
        <p:sp>
          <p:nvSpPr>
            <p:cNvPr id="239" name="직사각형 238">
              <a:extLst>
                <a:ext uri="{FF2B5EF4-FFF2-40B4-BE49-F238E27FC236}">
                  <a16:creationId xmlns:a16="http://schemas.microsoft.com/office/drawing/2014/main" id="{A0BA6BB4-3351-66FE-2442-82C3BA860565}"/>
                </a:ext>
              </a:extLst>
            </p:cNvPr>
            <p:cNvSpPr/>
            <p:nvPr/>
          </p:nvSpPr>
          <p:spPr>
            <a:xfrm>
              <a:off x="485352" y="2132059"/>
              <a:ext cx="3806899" cy="387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0" name="자유형: 도형 239">
              <a:extLst>
                <a:ext uri="{FF2B5EF4-FFF2-40B4-BE49-F238E27FC236}">
                  <a16:creationId xmlns:a16="http://schemas.microsoft.com/office/drawing/2014/main" id="{0D1BC2C0-9D6B-F6B1-15B8-42BB5AF6AEA4}"/>
                </a:ext>
              </a:extLst>
            </p:cNvPr>
            <p:cNvSpPr/>
            <p:nvPr/>
          </p:nvSpPr>
          <p:spPr>
            <a:xfrm flipV="1">
              <a:off x="1745249" y="5494076"/>
              <a:ext cx="2423116" cy="1110733"/>
            </a:xfrm>
            <a:custGeom>
              <a:avLst/>
              <a:gdLst>
                <a:gd name="csX0" fmla="*/ 709163 w 2423116"/>
                <a:gd name="csY0" fmla="*/ 1110733 h 1110733"/>
                <a:gd name="csX1" fmla="*/ 722834 w 2423116"/>
                <a:gd name="csY1" fmla="*/ 1100481 h 1110733"/>
                <a:gd name="csX2" fmla="*/ 739922 w 2423116"/>
                <a:gd name="csY2" fmla="*/ 1103899 h 1110733"/>
                <a:gd name="csX3" fmla="*/ 760428 w 2423116"/>
                <a:gd name="csY3" fmla="*/ 1076558 h 1110733"/>
                <a:gd name="csX4" fmla="*/ 774099 w 2423116"/>
                <a:gd name="csY4" fmla="*/ 1064594 h 1110733"/>
                <a:gd name="csX5" fmla="*/ 780933 w 2423116"/>
                <a:gd name="csY5" fmla="*/ 1066304 h 1110733"/>
                <a:gd name="csX6" fmla="*/ 774099 w 2423116"/>
                <a:gd name="csY6" fmla="*/ 1032127 h 1110733"/>
                <a:gd name="csX7" fmla="*/ 787769 w 2423116"/>
                <a:gd name="csY7" fmla="*/ 1006495 h 1110733"/>
                <a:gd name="csX8" fmla="*/ 799731 w 2423116"/>
                <a:gd name="csY8" fmla="*/ 991116 h 1110733"/>
                <a:gd name="csX9" fmla="*/ 813401 w 2423116"/>
                <a:gd name="csY9" fmla="*/ 989407 h 1110733"/>
                <a:gd name="csX10" fmla="*/ 837325 w 2423116"/>
                <a:gd name="csY10" fmla="*/ 989407 h 1110733"/>
                <a:gd name="csX11" fmla="*/ 857832 w 2423116"/>
                <a:gd name="csY11" fmla="*/ 962065 h 1110733"/>
                <a:gd name="csX12" fmla="*/ 862958 w 2423116"/>
                <a:gd name="csY12" fmla="*/ 948394 h 1110733"/>
                <a:gd name="csX13" fmla="*/ 859540 w 2423116"/>
                <a:gd name="csY13" fmla="*/ 933015 h 1110733"/>
                <a:gd name="csX14" fmla="*/ 874919 w 2423116"/>
                <a:gd name="csY14" fmla="*/ 921053 h 1110733"/>
                <a:gd name="csX15" fmla="*/ 888590 w 2423116"/>
                <a:gd name="csY15" fmla="*/ 919345 h 1110733"/>
                <a:gd name="csX16" fmla="*/ 892009 w 2423116"/>
                <a:gd name="csY16" fmla="*/ 893712 h 1110733"/>
                <a:gd name="csX17" fmla="*/ 921058 w 2423116"/>
                <a:gd name="csY17" fmla="*/ 885168 h 1110733"/>
                <a:gd name="csX18" fmla="*/ 939855 w 2423116"/>
                <a:gd name="csY18" fmla="*/ 897131 h 1110733"/>
                <a:gd name="csX19" fmla="*/ 950108 w 2423116"/>
                <a:gd name="csY19" fmla="*/ 897131 h 1110733"/>
                <a:gd name="csX20" fmla="*/ 967196 w 2423116"/>
                <a:gd name="csY20" fmla="*/ 892004 h 1110733"/>
                <a:gd name="csX21" fmla="*/ 970614 w 2423116"/>
                <a:gd name="csY21" fmla="*/ 871497 h 1110733"/>
                <a:gd name="csX22" fmla="*/ 985993 w 2423116"/>
                <a:gd name="csY22" fmla="*/ 871497 h 1110733"/>
                <a:gd name="csX23" fmla="*/ 996247 w 2423116"/>
                <a:gd name="csY23" fmla="*/ 886877 h 1110733"/>
                <a:gd name="csX24" fmla="*/ 1006499 w 2423116"/>
                <a:gd name="csY24" fmla="*/ 876625 h 1110733"/>
                <a:gd name="csX25" fmla="*/ 1059472 w 2423116"/>
                <a:gd name="csY25" fmla="*/ 868080 h 1110733"/>
                <a:gd name="csX26" fmla="*/ 1069726 w 2423116"/>
                <a:gd name="csY26" fmla="*/ 881751 h 1110733"/>
                <a:gd name="csX27" fmla="*/ 1083397 w 2423116"/>
                <a:gd name="csY27" fmla="*/ 909093 h 1110733"/>
                <a:gd name="csX28" fmla="*/ 1090232 w 2423116"/>
                <a:gd name="csY28" fmla="*/ 912510 h 1110733"/>
                <a:gd name="csX29" fmla="*/ 1103902 w 2423116"/>
                <a:gd name="csY29" fmla="*/ 898840 h 1110733"/>
                <a:gd name="csX30" fmla="*/ 1144914 w 2423116"/>
                <a:gd name="csY30" fmla="*/ 898840 h 1110733"/>
                <a:gd name="csX31" fmla="*/ 1155167 w 2423116"/>
                <a:gd name="csY31" fmla="*/ 905674 h 1110733"/>
                <a:gd name="csX32" fmla="*/ 1160294 w 2423116"/>
                <a:gd name="csY32" fmla="*/ 917636 h 1110733"/>
                <a:gd name="csX33" fmla="*/ 1165420 w 2423116"/>
                <a:gd name="csY33" fmla="*/ 922763 h 1110733"/>
                <a:gd name="csX34" fmla="*/ 1167129 w 2423116"/>
                <a:gd name="csY34" fmla="*/ 902257 h 1110733"/>
                <a:gd name="csX35" fmla="*/ 1177382 w 2423116"/>
                <a:gd name="csY35" fmla="*/ 886877 h 1110733"/>
                <a:gd name="csX36" fmla="*/ 1189344 w 2423116"/>
                <a:gd name="csY36" fmla="*/ 890295 h 1110733"/>
                <a:gd name="csX37" fmla="*/ 1196178 w 2423116"/>
                <a:gd name="csY37" fmla="*/ 869789 h 1110733"/>
                <a:gd name="csX38" fmla="*/ 1232064 w 2423116"/>
                <a:gd name="csY38" fmla="*/ 844156 h 1110733"/>
                <a:gd name="csX39" fmla="*/ 1250862 w 2423116"/>
                <a:gd name="csY39" fmla="*/ 856118 h 1110733"/>
                <a:gd name="csX40" fmla="*/ 1267950 w 2423116"/>
                <a:gd name="csY40" fmla="*/ 862954 h 1110733"/>
                <a:gd name="csX41" fmla="*/ 1320923 w 2423116"/>
                <a:gd name="csY41" fmla="*/ 861245 h 1110733"/>
                <a:gd name="csX42" fmla="*/ 1344847 w 2423116"/>
                <a:gd name="csY42" fmla="*/ 862954 h 1110733"/>
                <a:gd name="csX43" fmla="*/ 1361934 w 2423116"/>
                <a:gd name="csY43" fmla="*/ 844156 h 1110733"/>
                <a:gd name="csX44" fmla="*/ 1389275 w 2423116"/>
                <a:gd name="csY44" fmla="*/ 852701 h 1110733"/>
                <a:gd name="csX45" fmla="*/ 1396111 w 2423116"/>
                <a:gd name="csY45" fmla="*/ 861245 h 1110733"/>
                <a:gd name="csX46" fmla="*/ 1408073 w 2423116"/>
                <a:gd name="csY46" fmla="*/ 861245 h 1110733"/>
                <a:gd name="csX47" fmla="*/ 1411491 w 2423116"/>
                <a:gd name="csY47" fmla="*/ 840739 h 1110733"/>
                <a:gd name="csX48" fmla="*/ 1420035 w 2423116"/>
                <a:gd name="csY48" fmla="*/ 828777 h 1110733"/>
                <a:gd name="csX49" fmla="*/ 1411491 w 2423116"/>
                <a:gd name="csY49" fmla="*/ 804853 h 1110733"/>
                <a:gd name="csX50" fmla="*/ 1413199 w 2423116"/>
                <a:gd name="csY50" fmla="*/ 791182 h 1110733"/>
                <a:gd name="csX51" fmla="*/ 1425162 w 2423116"/>
                <a:gd name="csY51" fmla="*/ 777511 h 1110733"/>
                <a:gd name="csX52" fmla="*/ 1430288 w 2423116"/>
                <a:gd name="csY52" fmla="*/ 775802 h 1110733"/>
                <a:gd name="csX53" fmla="*/ 1433706 w 2423116"/>
                <a:gd name="csY53" fmla="*/ 748461 h 1110733"/>
                <a:gd name="csX54" fmla="*/ 1431997 w 2423116"/>
                <a:gd name="csY54" fmla="*/ 729665 h 1110733"/>
                <a:gd name="csX55" fmla="*/ 1414908 w 2423116"/>
                <a:gd name="csY55" fmla="*/ 719412 h 1110733"/>
                <a:gd name="csX56" fmla="*/ 1408073 w 2423116"/>
                <a:gd name="csY56" fmla="*/ 700614 h 1110733"/>
                <a:gd name="csX57" fmla="*/ 1387567 w 2423116"/>
                <a:gd name="csY57" fmla="*/ 695488 h 1110733"/>
                <a:gd name="csX58" fmla="*/ 1355100 w 2423116"/>
                <a:gd name="csY58" fmla="*/ 690362 h 1110733"/>
                <a:gd name="csX59" fmla="*/ 1341429 w 2423116"/>
                <a:gd name="csY59" fmla="*/ 668147 h 1110733"/>
                <a:gd name="csX60" fmla="*/ 1344847 w 2423116"/>
                <a:gd name="csY60" fmla="*/ 642515 h 1110733"/>
                <a:gd name="csX61" fmla="*/ 1343138 w 2423116"/>
                <a:gd name="csY61" fmla="*/ 613464 h 1110733"/>
                <a:gd name="csX62" fmla="*/ 1336303 w 2423116"/>
                <a:gd name="csY62" fmla="*/ 604920 h 1110733"/>
                <a:gd name="csX63" fmla="*/ 1319455 w 2423116"/>
                <a:gd name="csY63" fmla="*/ 603389 h 1110733"/>
                <a:gd name="csX64" fmla="*/ 1319455 w 2423116"/>
                <a:gd name="csY64" fmla="*/ 591704 h 1110733"/>
                <a:gd name="csX65" fmla="*/ 1322632 w 2423116"/>
                <a:gd name="csY65" fmla="*/ 591250 h 1110733"/>
                <a:gd name="csX66" fmla="*/ 1320923 w 2423116"/>
                <a:gd name="csY66" fmla="*/ 569035 h 1110733"/>
                <a:gd name="csX67" fmla="*/ 1312378 w 2423116"/>
                <a:gd name="csY67" fmla="*/ 551947 h 1110733"/>
                <a:gd name="csX68" fmla="*/ 1305544 w 2423116"/>
                <a:gd name="csY68" fmla="*/ 551947 h 1110733"/>
                <a:gd name="csX69" fmla="*/ 1290384 w 2423116"/>
                <a:gd name="csY69" fmla="*/ 545209 h 1110733"/>
                <a:gd name="csX70" fmla="*/ 1290093 w 2423116"/>
                <a:gd name="csY70" fmla="*/ 544863 h 1110733"/>
                <a:gd name="csX71" fmla="*/ 1286746 w 2423116"/>
                <a:gd name="csY71" fmla="*/ 533149 h 1110733"/>
                <a:gd name="csX72" fmla="*/ 1286746 w 2423116"/>
                <a:gd name="csY72" fmla="*/ 516061 h 1110733"/>
                <a:gd name="csX73" fmla="*/ 1296999 w 2423116"/>
                <a:gd name="csY73" fmla="*/ 495555 h 1110733"/>
                <a:gd name="csX74" fmla="*/ 1308961 w 2423116"/>
                <a:gd name="csY74" fmla="*/ 469923 h 1110733"/>
                <a:gd name="csX75" fmla="*/ 1320923 w 2423116"/>
                <a:gd name="csY75" fmla="*/ 430620 h 1110733"/>
                <a:gd name="csX76" fmla="*/ 1327758 w 2423116"/>
                <a:gd name="csY76" fmla="*/ 410115 h 1110733"/>
                <a:gd name="csX77" fmla="*/ 1332885 w 2423116"/>
                <a:gd name="csY77" fmla="*/ 389608 h 1110733"/>
                <a:gd name="csX78" fmla="*/ 1331496 w 2423116"/>
                <a:gd name="csY78" fmla="*/ 381280 h 1110733"/>
                <a:gd name="csX79" fmla="*/ 1345923 w 2423116"/>
                <a:gd name="csY79" fmla="*/ 375378 h 1110733"/>
                <a:gd name="csX80" fmla="*/ 1346554 w 2423116"/>
                <a:gd name="csY80" fmla="*/ 381064 h 1110733"/>
                <a:gd name="csX81" fmla="*/ 1343137 w 2423116"/>
                <a:gd name="csY81" fmla="*/ 401570 h 1110733"/>
                <a:gd name="csX82" fmla="*/ 1341428 w 2423116"/>
                <a:gd name="csY82" fmla="*/ 411823 h 1110733"/>
                <a:gd name="csX83" fmla="*/ 1358517 w 2423116"/>
                <a:gd name="csY83" fmla="*/ 415241 h 1110733"/>
                <a:gd name="csX84" fmla="*/ 1375605 w 2423116"/>
                <a:gd name="csY84" fmla="*/ 399861 h 1110733"/>
                <a:gd name="csX85" fmla="*/ 1387567 w 2423116"/>
                <a:gd name="csY85" fmla="*/ 408405 h 1110733"/>
                <a:gd name="csX86" fmla="*/ 1404655 w 2423116"/>
                <a:gd name="csY86" fmla="*/ 416951 h 1110733"/>
                <a:gd name="csX87" fmla="*/ 1428578 w 2423116"/>
                <a:gd name="csY87" fmla="*/ 415241 h 1110733"/>
                <a:gd name="csX88" fmla="*/ 1450793 w 2423116"/>
                <a:gd name="csY88" fmla="*/ 399861 h 1110733"/>
                <a:gd name="csX89" fmla="*/ 1467881 w 2423116"/>
                <a:gd name="csY89" fmla="*/ 401570 h 1110733"/>
                <a:gd name="csX90" fmla="*/ 1476426 w 2423116"/>
                <a:gd name="csY90" fmla="*/ 404987 h 1110733"/>
                <a:gd name="csX91" fmla="*/ 1500350 w 2423116"/>
                <a:gd name="csY91" fmla="*/ 394734 h 1110733"/>
                <a:gd name="csX92" fmla="*/ 1514020 w 2423116"/>
                <a:gd name="csY92" fmla="*/ 399861 h 1110733"/>
                <a:gd name="csX93" fmla="*/ 1546487 w 2423116"/>
                <a:gd name="csY93" fmla="*/ 425494 h 1110733"/>
                <a:gd name="csX94" fmla="*/ 1555032 w 2423116"/>
                <a:gd name="csY94" fmla="*/ 449418 h 1110733"/>
                <a:gd name="csX95" fmla="*/ 1563576 w 2423116"/>
                <a:gd name="csY95" fmla="*/ 461379 h 1110733"/>
                <a:gd name="csX96" fmla="*/ 1575538 w 2423116"/>
                <a:gd name="csY96" fmla="*/ 473341 h 1110733"/>
                <a:gd name="csX97" fmla="*/ 1570411 w 2423116"/>
                <a:gd name="csY97" fmla="*/ 487012 h 1110733"/>
                <a:gd name="csX98" fmla="*/ 1604588 w 2423116"/>
                <a:gd name="csY98" fmla="*/ 492138 h 1110733"/>
                <a:gd name="csX99" fmla="*/ 1625094 w 2423116"/>
                <a:gd name="csY99" fmla="*/ 504100 h 1110733"/>
                <a:gd name="csX100" fmla="*/ 1643891 w 2423116"/>
                <a:gd name="csY100" fmla="*/ 512644 h 1110733"/>
                <a:gd name="csX101" fmla="*/ 1657561 w 2423116"/>
                <a:gd name="csY101" fmla="*/ 522897 h 1110733"/>
                <a:gd name="csX102" fmla="*/ 1679776 w 2423116"/>
                <a:gd name="csY102" fmla="*/ 529732 h 1110733"/>
                <a:gd name="csX103" fmla="*/ 1691738 w 2423116"/>
                <a:gd name="csY103" fmla="*/ 538276 h 1110733"/>
                <a:gd name="csX104" fmla="*/ 1695155 w 2423116"/>
                <a:gd name="csY104" fmla="*/ 560492 h 1110733"/>
                <a:gd name="csX105" fmla="*/ 1684903 w 2423116"/>
                <a:gd name="csY105" fmla="*/ 570743 h 1110733"/>
                <a:gd name="csX106" fmla="*/ 1695155 w 2423116"/>
                <a:gd name="csY106" fmla="*/ 580997 h 1110733"/>
                <a:gd name="csX107" fmla="*/ 1695155 w 2423116"/>
                <a:gd name="csY107" fmla="*/ 596377 h 1110733"/>
                <a:gd name="csX108" fmla="*/ 1698574 w 2423116"/>
                <a:gd name="csY108" fmla="*/ 610048 h 1110733"/>
                <a:gd name="csX109" fmla="*/ 1708826 w 2423116"/>
                <a:gd name="csY109" fmla="*/ 632261 h 1110733"/>
                <a:gd name="csX110" fmla="*/ 1724205 w 2423116"/>
                <a:gd name="csY110" fmla="*/ 640806 h 1110733"/>
                <a:gd name="csX111" fmla="*/ 1734458 w 2423116"/>
                <a:gd name="csY111" fmla="*/ 635680 h 1110733"/>
                <a:gd name="csX112" fmla="*/ 1734458 w 2423116"/>
                <a:gd name="csY112" fmla="*/ 613465 h 1110733"/>
                <a:gd name="csX113" fmla="*/ 1739585 w 2423116"/>
                <a:gd name="csY113" fmla="*/ 601503 h 1110733"/>
                <a:gd name="csX114" fmla="*/ 1741294 w 2423116"/>
                <a:gd name="csY114" fmla="*/ 584414 h 1110733"/>
                <a:gd name="csX115" fmla="*/ 1751546 w 2423116"/>
                <a:gd name="csY115" fmla="*/ 569035 h 1110733"/>
                <a:gd name="csX116" fmla="*/ 1773762 w 2423116"/>
                <a:gd name="csY116" fmla="*/ 565618 h 1110733"/>
                <a:gd name="csX117" fmla="*/ 1795976 w 2423116"/>
                <a:gd name="csY117" fmla="*/ 546821 h 1110733"/>
                <a:gd name="csX118" fmla="*/ 1814774 w 2423116"/>
                <a:gd name="csY118" fmla="*/ 510935 h 1110733"/>
                <a:gd name="csX119" fmla="*/ 1826734 w 2423116"/>
                <a:gd name="csY119" fmla="*/ 483593 h 1110733"/>
                <a:gd name="csX120" fmla="*/ 1859203 w 2423116"/>
                <a:gd name="csY120" fmla="*/ 464797 h 1110733"/>
                <a:gd name="csX121" fmla="*/ 1874582 w 2423116"/>
                <a:gd name="csY121" fmla="*/ 481885 h 1110733"/>
                <a:gd name="csX122" fmla="*/ 1884835 w 2423116"/>
                <a:gd name="csY122" fmla="*/ 490429 h 1110733"/>
                <a:gd name="csX123" fmla="*/ 1891671 w 2423116"/>
                <a:gd name="csY123" fmla="*/ 488720 h 1110733"/>
                <a:gd name="csX124" fmla="*/ 1893380 w 2423116"/>
                <a:gd name="csY124" fmla="*/ 507518 h 1110733"/>
                <a:gd name="csX125" fmla="*/ 1907050 w 2423116"/>
                <a:gd name="csY125" fmla="*/ 514353 h 1110733"/>
                <a:gd name="csX126" fmla="*/ 1920721 w 2423116"/>
                <a:gd name="csY126" fmla="*/ 488720 h 1110733"/>
                <a:gd name="csX127" fmla="*/ 1936100 w 2423116"/>
                <a:gd name="csY127" fmla="*/ 485303 h 1110733"/>
                <a:gd name="csX128" fmla="*/ 1944644 w 2423116"/>
                <a:gd name="csY128" fmla="*/ 463088 h 1110733"/>
                <a:gd name="csX129" fmla="*/ 1958315 w 2423116"/>
                <a:gd name="csY129" fmla="*/ 461379 h 1110733"/>
                <a:gd name="csX130" fmla="*/ 1971985 w 2423116"/>
                <a:gd name="csY130" fmla="*/ 454543 h 1110733"/>
                <a:gd name="csX131" fmla="*/ 1987365 w 2423116"/>
                <a:gd name="csY131" fmla="*/ 469923 h 1110733"/>
                <a:gd name="csX132" fmla="*/ 2001036 w 2423116"/>
                <a:gd name="csY132" fmla="*/ 473341 h 1110733"/>
                <a:gd name="csX133" fmla="*/ 2023250 w 2423116"/>
                <a:gd name="csY133" fmla="*/ 469923 h 1110733"/>
                <a:gd name="csX134" fmla="*/ 2043757 w 2423116"/>
                <a:gd name="csY134" fmla="*/ 464797 h 1110733"/>
                <a:gd name="csX135" fmla="*/ 2064262 w 2423116"/>
                <a:gd name="csY135" fmla="*/ 476759 h 1110733"/>
                <a:gd name="csX136" fmla="*/ 2084768 w 2423116"/>
                <a:gd name="csY136" fmla="*/ 476759 h 1110733"/>
                <a:gd name="csX137" fmla="*/ 2098439 w 2423116"/>
                <a:gd name="csY137" fmla="*/ 456252 h 1110733"/>
                <a:gd name="csX138" fmla="*/ 2096730 w 2423116"/>
                <a:gd name="csY138" fmla="*/ 435747 h 1110733"/>
                <a:gd name="csX139" fmla="*/ 2115528 w 2423116"/>
                <a:gd name="csY139" fmla="*/ 420368 h 1110733"/>
                <a:gd name="csX140" fmla="*/ 2130907 w 2423116"/>
                <a:gd name="csY140" fmla="*/ 415241 h 1110733"/>
                <a:gd name="csX141" fmla="*/ 2147995 w 2423116"/>
                <a:gd name="csY141" fmla="*/ 411823 h 1110733"/>
                <a:gd name="csX142" fmla="*/ 2159957 w 2423116"/>
                <a:gd name="csY142" fmla="*/ 423785 h 1110733"/>
                <a:gd name="csX143" fmla="*/ 2173627 w 2423116"/>
                <a:gd name="csY143" fmla="*/ 444292 h 1110733"/>
                <a:gd name="csX144" fmla="*/ 2171918 w 2423116"/>
                <a:gd name="csY144" fmla="*/ 464797 h 1110733"/>
                <a:gd name="csX145" fmla="*/ 2182172 w 2423116"/>
                <a:gd name="csY145" fmla="*/ 481885 h 1110733"/>
                <a:gd name="csX146" fmla="*/ 2182172 w 2423116"/>
                <a:gd name="csY146" fmla="*/ 510935 h 1110733"/>
                <a:gd name="csX147" fmla="*/ 2165084 w 2423116"/>
                <a:gd name="csY147" fmla="*/ 517770 h 1110733"/>
                <a:gd name="csX148" fmla="*/ 2144577 w 2423116"/>
                <a:gd name="csY148" fmla="*/ 512644 h 1110733"/>
                <a:gd name="csX149" fmla="*/ 2147995 w 2423116"/>
                <a:gd name="csY149" fmla="*/ 528023 h 1110733"/>
                <a:gd name="csX150" fmla="*/ 2168501 w 2423116"/>
                <a:gd name="csY150" fmla="*/ 538276 h 1110733"/>
                <a:gd name="csX151" fmla="*/ 2177046 w 2423116"/>
                <a:gd name="csY151" fmla="*/ 553656 h 1110733"/>
                <a:gd name="csX152" fmla="*/ 2178754 w 2423116"/>
                <a:gd name="csY152" fmla="*/ 577579 h 1110733"/>
                <a:gd name="csX153" fmla="*/ 2180463 w 2423116"/>
                <a:gd name="csY153" fmla="*/ 599794 h 1110733"/>
                <a:gd name="csX154" fmla="*/ 2190716 w 2423116"/>
                <a:gd name="csY154" fmla="*/ 615174 h 1110733"/>
                <a:gd name="csX155" fmla="*/ 2221474 w 2423116"/>
                <a:gd name="csY155" fmla="*/ 618591 h 1110733"/>
                <a:gd name="csX156" fmla="*/ 2247107 w 2423116"/>
                <a:gd name="csY156" fmla="*/ 591250 h 1110733"/>
                <a:gd name="csX157" fmla="*/ 2257360 w 2423116"/>
                <a:gd name="csY157" fmla="*/ 553656 h 1110733"/>
                <a:gd name="csX158" fmla="*/ 2282992 w 2423116"/>
                <a:gd name="csY158" fmla="*/ 551947 h 1110733"/>
                <a:gd name="csX159" fmla="*/ 2303498 w 2423116"/>
                <a:gd name="csY159" fmla="*/ 548530 h 1110733"/>
                <a:gd name="csX160" fmla="*/ 2329131 w 2423116"/>
                <a:gd name="csY160" fmla="*/ 541694 h 1110733"/>
                <a:gd name="csX161" fmla="*/ 2354764 w 2423116"/>
                <a:gd name="csY161" fmla="*/ 533151 h 1110733"/>
                <a:gd name="csX162" fmla="*/ 2373560 w 2423116"/>
                <a:gd name="csY162" fmla="*/ 534859 h 1110733"/>
                <a:gd name="csX163" fmla="*/ 2378686 w 2423116"/>
                <a:gd name="csY163" fmla="*/ 512644 h 1110733"/>
                <a:gd name="csX164" fmla="*/ 2383813 w 2423116"/>
                <a:gd name="csY164" fmla="*/ 498974 h 1110733"/>
                <a:gd name="csX165" fmla="*/ 2394065 w 2423116"/>
                <a:gd name="csY165" fmla="*/ 483593 h 1110733"/>
                <a:gd name="csX166" fmla="*/ 2409446 w 2423116"/>
                <a:gd name="csY166" fmla="*/ 469923 h 1110733"/>
                <a:gd name="csX167" fmla="*/ 2416282 w 2423116"/>
                <a:gd name="csY167" fmla="*/ 454543 h 1110733"/>
                <a:gd name="csX168" fmla="*/ 2423116 w 2423116"/>
                <a:gd name="csY168" fmla="*/ 411823 h 1110733"/>
                <a:gd name="csX169" fmla="*/ 2417990 w 2423116"/>
                <a:gd name="csY169" fmla="*/ 372520 h 1110733"/>
                <a:gd name="csX170" fmla="*/ 2409446 w 2423116"/>
                <a:gd name="csY170" fmla="*/ 343471 h 1110733"/>
                <a:gd name="csX171" fmla="*/ 2399192 w 2423116"/>
                <a:gd name="csY171" fmla="*/ 331509 h 1110733"/>
                <a:gd name="csX172" fmla="*/ 2378686 w 2423116"/>
                <a:gd name="csY172" fmla="*/ 311002 h 1110733"/>
                <a:gd name="csX173" fmla="*/ 2347928 w 2423116"/>
                <a:gd name="csY173" fmla="*/ 304167 h 1110733"/>
                <a:gd name="csX174" fmla="*/ 2341093 w 2423116"/>
                <a:gd name="csY174" fmla="*/ 292205 h 1110733"/>
                <a:gd name="csX175" fmla="*/ 2317168 w 2423116"/>
                <a:gd name="csY175" fmla="*/ 288787 h 1110733"/>
                <a:gd name="csX176" fmla="*/ 2293246 w 2423116"/>
                <a:gd name="csY176" fmla="*/ 293915 h 1110733"/>
                <a:gd name="csX177" fmla="*/ 2289827 w 2423116"/>
                <a:gd name="csY177" fmla="*/ 278534 h 1110733"/>
                <a:gd name="csX178" fmla="*/ 2267613 w 2423116"/>
                <a:gd name="csY178" fmla="*/ 269991 h 1110733"/>
                <a:gd name="csX179" fmla="*/ 2253943 w 2423116"/>
                <a:gd name="csY179" fmla="*/ 247776 h 1110733"/>
                <a:gd name="csX180" fmla="*/ 2267613 w 2423116"/>
                <a:gd name="csY180" fmla="*/ 239233 h 1110733"/>
                <a:gd name="csX181" fmla="*/ 2269322 w 2423116"/>
                <a:gd name="csY181" fmla="*/ 220435 h 1110733"/>
                <a:gd name="csX182" fmla="*/ 2260777 w 2423116"/>
                <a:gd name="csY182" fmla="*/ 208473 h 1110733"/>
                <a:gd name="csX183" fmla="*/ 2272739 w 2423116"/>
                <a:gd name="csY183" fmla="*/ 191385 h 1110733"/>
                <a:gd name="csX184" fmla="*/ 2272739 w 2423116"/>
                <a:gd name="csY184" fmla="*/ 176005 h 1110733"/>
                <a:gd name="csX185" fmla="*/ 2253943 w 2423116"/>
                <a:gd name="csY185" fmla="*/ 176005 h 1110733"/>
                <a:gd name="csX186" fmla="*/ 2243688 w 2423116"/>
                <a:gd name="csY186" fmla="*/ 158917 h 1110733"/>
                <a:gd name="csX187" fmla="*/ 2245398 w 2423116"/>
                <a:gd name="csY187" fmla="*/ 146955 h 1110733"/>
                <a:gd name="csX188" fmla="*/ 2235145 w 2423116"/>
                <a:gd name="csY188" fmla="*/ 145246 h 1110733"/>
                <a:gd name="csX189" fmla="*/ 2219766 w 2423116"/>
                <a:gd name="csY189" fmla="*/ 145246 h 1110733"/>
                <a:gd name="csX190" fmla="*/ 2209513 w 2423116"/>
                <a:gd name="csY190" fmla="*/ 124740 h 1110733"/>
                <a:gd name="csX191" fmla="*/ 2189006 w 2423116"/>
                <a:gd name="csY191" fmla="*/ 107652 h 1110733"/>
                <a:gd name="csX192" fmla="*/ 2168501 w 2423116"/>
                <a:gd name="csY192" fmla="*/ 116197 h 1110733"/>
                <a:gd name="csX193" fmla="*/ 2149703 w 2423116"/>
                <a:gd name="csY193" fmla="*/ 104235 h 1110733"/>
                <a:gd name="csX194" fmla="*/ 2130907 w 2423116"/>
                <a:gd name="csY194" fmla="*/ 99108 h 1110733"/>
                <a:gd name="csX195" fmla="*/ 2105274 w 2423116"/>
                <a:gd name="csY195" fmla="*/ 102526 h 1110733"/>
                <a:gd name="csX196" fmla="*/ 2088187 w 2423116"/>
                <a:gd name="csY196" fmla="*/ 92273 h 1110733"/>
                <a:gd name="csX197" fmla="*/ 2088187 w 2423116"/>
                <a:gd name="csY197" fmla="*/ 80311 h 1110733"/>
                <a:gd name="csX198" fmla="*/ 2062553 w 2423116"/>
                <a:gd name="csY198" fmla="*/ 46134 h 1110733"/>
                <a:gd name="csX199" fmla="*/ 2069389 w 2423116"/>
                <a:gd name="csY199" fmla="*/ 35881 h 1110733"/>
                <a:gd name="csX200" fmla="*/ 2084768 w 2423116"/>
                <a:gd name="csY200" fmla="*/ 25628 h 1110733"/>
                <a:gd name="csX201" fmla="*/ 2096730 w 2423116"/>
                <a:gd name="csY201" fmla="*/ 1705 h 1110733"/>
                <a:gd name="csX202" fmla="*/ 2097867 w 2423116"/>
                <a:gd name="csY202" fmla="*/ 0 h 1110733"/>
                <a:gd name="csX203" fmla="*/ 1427893 w 2423116"/>
                <a:gd name="csY203" fmla="*/ 0 h 1110733"/>
                <a:gd name="csX204" fmla="*/ 1426870 w 2423116"/>
                <a:gd name="csY204" fmla="*/ 1705 h 1110733"/>
                <a:gd name="csX205" fmla="*/ 1401290 w 2423116"/>
                <a:gd name="csY205" fmla="*/ 0 h 1110733"/>
                <a:gd name="csX206" fmla="*/ 1401228 w 2423116"/>
                <a:gd name="csY206" fmla="*/ 0 h 1110733"/>
                <a:gd name="csX207" fmla="*/ 1392693 w 2423116"/>
                <a:gd name="csY207" fmla="*/ 3414 h 1110733"/>
                <a:gd name="csX208" fmla="*/ 1387607 w 2423116"/>
                <a:gd name="csY208" fmla="*/ 2849 h 1110733"/>
                <a:gd name="csX209" fmla="*/ 1377094 w 2423116"/>
                <a:gd name="csY209" fmla="*/ 827 h 1110733"/>
                <a:gd name="csX210" fmla="*/ 1376887 w 2423116"/>
                <a:gd name="csY210" fmla="*/ 0 h 1110733"/>
                <a:gd name="csX211" fmla="*/ 1330297 w 2423116"/>
                <a:gd name="csY211" fmla="*/ 0 h 1110733"/>
                <a:gd name="csX212" fmla="*/ 1319729 w 2423116"/>
                <a:gd name="csY212" fmla="*/ 4228 h 1110733"/>
                <a:gd name="csX213" fmla="*/ 1314092 w 2423116"/>
                <a:gd name="csY213" fmla="*/ 0 h 1110733"/>
                <a:gd name="csX214" fmla="*/ 1314081 w 2423116"/>
                <a:gd name="csY214" fmla="*/ 0 h 1110733"/>
                <a:gd name="csX215" fmla="*/ 1295291 w 2423116"/>
                <a:gd name="csY215" fmla="*/ 10249 h 1110733"/>
                <a:gd name="csX216" fmla="*/ 1288659 w 2423116"/>
                <a:gd name="csY216" fmla="*/ 0 h 1110733"/>
                <a:gd name="csX217" fmla="*/ 541694 w 2423116"/>
                <a:gd name="csY217" fmla="*/ 0 h 1110733"/>
                <a:gd name="csX218" fmla="*/ 517775 w 2423116"/>
                <a:gd name="csY218" fmla="*/ 23919 h 1110733"/>
                <a:gd name="csX219" fmla="*/ 502396 w 2423116"/>
                <a:gd name="csY219" fmla="*/ 54679 h 1110733"/>
                <a:gd name="csX220" fmla="*/ 502396 w 2423116"/>
                <a:gd name="csY220" fmla="*/ 71767 h 1110733"/>
                <a:gd name="csX221" fmla="*/ 495560 w 2423116"/>
                <a:gd name="csY221" fmla="*/ 90564 h 1110733"/>
                <a:gd name="csX222" fmla="*/ 481889 w 2423116"/>
                <a:gd name="csY222" fmla="*/ 90564 h 1110733"/>
                <a:gd name="csX223" fmla="*/ 451130 w 2423116"/>
                <a:gd name="csY223" fmla="*/ 102526 h 1110733"/>
                <a:gd name="csX224" fmla="*/ 427207 w 2423116"/>
                <a:gd name="csY224" fmla="*/ 104235 h 1110733"/>
                <a:gd name="csX225" fmla="*/ 422080 w 2423116"/>
                <a:gd name="csY225" fmla="*/ 93982 h 1110733"/>
                <a:gd name="csX226" fmla="*/ 408410 w 2423116"/>
                <a:gd name="csY226" fmla="*/ 93982 h 1110733"/>
                <a:gd name="csX227" fmla="*/ 406701 w 2423116"/>
                <a:gd name="csY227" fmla="*/ 82020 h 1110733"/>
                <a:gd name="csX228" fmla="*/ 391322 w 2423116"/>
                <a:gd name="csY228" fmla="*/ 83728 h 1110733"/>
                <a:gd name="csX229" fmla="*/ 389613 w 2423116"/>
                <a:gd name="csY229" fmla="*/ 99108 h 1110733"/>
                <a:gd name="csX230" fmla="*/ 365689 w 2423116"/>
                <a:gd name="csY230" fmla="*/ 128157 h 1110733"/>
                <a:gd name="csX231" fmla="*/ 384486 w 2423116"/>
                <a:gd name="csY231" fmla="*/ 150372 h 1110733"/>
                <a:gd name="csX232" fmla="*/ 396448 w 2423116"/>
                <a:gd name="csY232" fmla="*/ 138410 h 1110733"/>
                <a:gd name="csX233" fmla="*/ 413537 w 2423116"/>
                <a:gd name="csY233" fmla="*/ 141828 h 1110733"/>
                <a:gd name="csX234" fmla="*/ 423164 w 2423116"/>
                <a:gd name="csY234" fmla="*/ 141828 h 1110733"/>
                <a:gd name="csX235" fmla="*/ 423164 w 2423116"/>
                <a:gd name="csY235" fmla="*/ 159038 h 1110733"/>
                <a:gd name="csX236" fmla="*/ 416954 w 2423116"/>
                <a:gd name="csY236" fmla="*/ 158917 h 1110733"/>
                <a:gd name="csX237" fmla="*/ 410118 w 2423116"/>
                <a:gd name="csY237" fmla="*/ 169169 h 1110733"/>
                <a:gd name="csX238" fmla="*/ 413537 w 2423116"/>
                <a:gd name="csY238" fmla="*/ 187967 h 1110733"/>
                <a:gd name="csX239" fmla="*/ 399866 w 2423116"/>
                <a:gd name="csY239" fmla="*/ 208473 h 1110733"/>
                <a:gd name="csX240" fmla="*/ 314425 w 2423116"/>
                <a:gd name="csY240" fmla="*/ 210182 h 1110733"/>
                <a:gd name="csX241" fmla="*/ 283666 w 2423116"/>
                <a:gd name="csY241" fmla="*/ 215308 h 1110733"/>
                <a:gd name="csX242" fmla="*/ 276830 w 2423116"/>
                <a:gd name="csY242" fmla="*/ 237523 h 1110733"/>
                <a:gd name="csX243" fmla="*/ 281956 w 2423116"/>
                <a:gd name="csY243" fmla="*/ 259738 h 1110733"/>
                <a:gd name="csX244" fmla="*/ 305880 w 2423116"/>
                <a:gd name="csY244" fmla="*/ 295623 h 1110733"/>
                <a:gd name="csX245" fmla="*/ 334930 w 2423116"/>
                <a:gd name="csY245" fmla="*/ 304167 h 1110733"/>
                <a:gd name="csX246" fmla="*/ 348600 w 2423116"/>
                <a:gd name="csY246" fmla="*/ 328090 h 1110733"/>
                <a:gd name="csX247" fmla="*/ 341766 w 2423116"/>
                <a:gd name="csY247" fmla="*/ 340052 h 1110733"/>
                <a:gd name="csX248" fmla="*/ 324678 w 2423116"/>
                <a:gd name="csY248" fmla="*/ 329799 h 1110733"/>
                <a:gd name="csX249" fmla="*/ 333221 w 2423116"/>
                <a:gd name="csY249" fmla="*/ 348597 h 1110733"/>
                <a:gd name="csX250" fmla="*/ 328095 w 2423116"/>
                <a:gd name="csY250" fmla="*/ 375938 h 1110733"/>
                <a:gd name="csX251" fmla="*/ 341766 w 2423116"/>
                <a:gd name="csY251" fmla="*/ 418658 h 1110733"/>
                <a:gd name="csX252" fmla="*/ 353727 w 2423116"/>
                <a:gd name="csY252" fmla="*/ 444290 h 1110733"/>
                <a:gd name="csX253" fmla="*/ 353727 w 2423116"/>
                <a:gd name="csY253" fmla="*/ 461379 h 1110733"/>
                <a:gd name="csX254" fmla="*/ 343474 w 2423116"/>
                <a:gd name="csY254" fmla="*/ 480176 h 1110733"/>
                <a:gd name="csX255" fmla="*/ 328095 w 2423116"/>
                <a:gd name="csY255" fmla="*/ 471633 h 1110733"/>
                <a:gd name="csX256" fmla="*/ 317842 w 2423116"/>
                <a:gd name="csY256" fmla="*/ 490429 h 1110733"/>
                <a:gd name="csX257" fmla="*/ 331512 w 2423116"/>
                <a:gd name="csY257" fmla="*/ 529732 h 1110733"/>
                <a:gd name="csX258" fmla="*/ 360563 w 2423116"/>
                <a:gd name="csY258" fmla="*/ 553656 h 1110733"/>
                <a:gd name="csX259" fmla="*/ 379360 w 2423116"/>
                <a:gd name="csY259" fmla="*/ 563909 h 1110733"/>
                <a:gd name="csX260" fmla="*/ 387904 w 2423116"/>
                <a:gd name="csY260" fmla="*/ 557073 h 1110733"/>
                <a:gd name="csX261" fmla="*/ 411827 w 2423116"/>
                <a:gd name="csY261" fmla="*/ 548530 h 1110733"/>
                <a:gd name="csX262" fmla="*/ 420371 w 2423116"/>
                <a:gd name="csY262" fmla="*/ 560492 h 1110733"/>
                <a:gd name="csX263" fmla="*/ 427207 w 2423116"/>
                <a:gd name="csY263" fmla="*/ 579288 h 1110733"/>
                <a:gd name="csX264" fmla="*/ 461384 w 2423116"/>
                <a:gd name="csY264" fmla="*/ 589541 h 1110733"/>
                <a:gd name="csX265" fmla="*/ 480181 w 2423116"/>
                <a:gd name="csY265" fmla="*/ 610046 h 1110733"/>
                <a:gd name="csX266" fmla="*/ 451130 w 2423116"/>
                <a:gd name="csY266" fmla="*/ 615174 h 1110733"/>
                <a:gd name="csX267" fmla="*/ 442586 w 2423116"/>
                <a:gd name="csY267" fmla="*/ 627134 h 1110733"/>
                <a:gd name="csX268" fmla="*/ 439168 w 2423116"/>
                <a:gd name="csY268" fmla="*/ 640806 h 1110733"/>
                <a:gd name="csX269" fmla="*/ 430625 w 2423116"/>
                <a:gd name="csY269" fmla="*/ 642515 h 1110733"/>
                <a:gd name="csX270" fmla="*/ 413537 w 2423116"/>
                <a:gd name="csY270" fmla="*/ 627134 h 1110733"/>
                <a:gd name="csX271" fmla="*/ 389613 w 2423116"/>
                <a:gd name="csY271" fmla="*/ 632261 h 1110733"/>
                <a:gd name="csX272" fmla="*/ 379360 w 2423116"/>
                <a:gd name="csY272" fmla="*/ 633970 h 1110733"/>
                <a:gd name="csX273" fmla="*/ 384486 w 2423116"/>
                <a:gd name="csY273" fmla="*/ 649351 h 1110733"/>
                <a:gd name="csX274" fmla="*/ 403284 w 2423116"/>
                <a:gd name="csY274" fmla="*/ 649351 h 1110733"/>
                <a:gd name="csX275" fmla="*/ 425497 w 2423116"/>
                <a:gd name="csY275" fmla="*/ 669856 h 1110733"/>
                <a:gd name="csX276" fmla="*/ 420371 w 2423116"/>
                <a:gd name="csY276" fmla="*/ 680109 h 1110733"/>
                <a:gd name="csX277" fmla="*/ 422080 w 2423116"/>
                <a:gd name="csY277" fmla="*/ 695488 h 1110733"/>
                <a:gd name="csX278" fmla="*/ 415245 w 2423116"/>
                <a:gd name="csY278" fmla="*/ 705741 h 1110733"/>
                <a:gd name="csX279" fmla="*/ 416954 w 2423116"/>
                <a:gd name="csY279" fmla="*/ 714285 h 1110733"/>
                <a:gd name="csX280" fmla="*/ 427207 w 2423116"/>
                <a:gd name="csY280" fmla="*/ 745044 h 1110733"/>
                <a:gd name="csX281" fmla="*/ 428916 w 2423116"/>
                <a:gd name="csY281" fmla="*/ 768968 h 1110733"/>
                <a:gd name="csX282" fmla="*/ 430625 w 2423116"/>
                <a:gd name="csY282" fmla="*/ 794600 h 1110733"/>
                <a:gd name="csX283" fmla="*/ 422080 w 2423116"/>
                <a:gd name="csY283" fmla="*/ 794600 h 1110733"/>
                <a:gd name="csX284" fmla="*/ 413537 w 2423116"/>
                <a:gd name="csY284" fmla="*/ 777511 h 1110733"/>
                <a:gd name="csX285" fmla="*/ 404992 w 2423116"/>
                <a:gd name="csY285" fmla="*/ 755297 h 1110733"/>
                <a:gd name="csX286" fmla="*/ 406701 w 2423116"/>
                <a:gd name="csY286" fmla="*/ 729665 h 1110733"/>
                <a:gd name="csX287" fmla="*/ 393030 w 2423116"/>
                <a:gd name="csY287" fmla="*/ 710867 h 1110733"/>
                <a:gd name="csX288" fmla="*/ 369107 w 2423116"/>
                <a:gd name="csY288" fmla="*/ 705741 h 1110733"/>
                <a:gd name="csX289" fmla="*/ 365689 w 2423116"/>
                <a:gd name="csY289" fmla="*/ 680109 h 1110733"/>
                <a:gd name="csX290" fmla="*/ 314425 w 2423116"/>
                <a:gd name="csY290" fmla="*/ 680109 h 1110733"/>
                <a:gd name="csX291" fmla="*/ 295627 w 2423116"/>
                <a:gd name="csY291" fmla="*/ 695488 h 1110733"/>
                <a:gd name="csX292" fmla="*/ 278539 w 2423116"/>
                <a:gd name="csY292" fmla="*/ 690362 h 1110733"/>
                <a:gd name="csX293" fmla="*/ 271704 w 2423116"/>
                <a:gd name="csY293" fmla="*/ 676692 h 1110733"/>
                <a:gd name="csX294" fmla="*/ 273413 w 2423116"/>
                <a:gd name="csY294" fmla="*/ 659602 h 1110733"/>
                <a:gd name="csX295" fmla="*/ 254615 w 2423116"/>
                <a:gd name="csY295" fmla="*/ 630553 h 1110733"/>
                <a:gd name="csX296" fmla="*/ 230692 w 2423116"/>
                <a:gd name="csY296" fmla="*/ 630553 h 1110733"/>
                <a:gd name="csX297" fmla="*/ 228983 w 2423116"/>
                <a:gd name="csY297" fmla="*/ 616882 h 1110733"/>
                <a:gd name="csX298" fmla="*/ 234109 w 2423116"/>
                <a:gd name="csY298" fmla="*/ 601503 h 1110733"/>
                <a:gd name="csX299" fmla="*/ 222148 w 2423116"/>
                <a:gd name="csY299" fmla="*/ 584414 h 1110733"/>
                <a:gd name="csX300" fmla="*/ 206768 w 2423116"/>
                <a:gd name="csY300" fmla="*/ 579288 h 1110733"/>
                <a:gd name="csX301" fmla="*/ 199933 w 2423116"/>
                <a:gd name="csY301" fmla="*/ 562200 h 1110733"/>
                <a:gd name="csX302" fmla="*/ 184554 w 2423116"/>
                <a:gd name="csY302" fmla="*/ 557073 h 1110733"/>
                <a:gd name="csX303" fmla="*/ 167466 w 2423116"/>
                <a:gd name="csY303" fmla="*/ 565618 h 1110733"/>
                <a:gd name="csX304" fmla="*/ 157212 w 2423116"/>
                <a:gd name="csY304" fmla="*/ 558782 h 1110733"/>
                <a:gd name="csX305" fmla="*/ 148669 w 2423116"/>
                <a:gd name="csY305" fmla="*/ 546821 h 1110733"/>
                <a:gd name="csX306" fmla="*/ 148669 w 2423116"/>
                <a:gd name="csY306" fmla="*/ 539985 h 1110733"/>
                <a:gd name="csX307" fmla="*/ 107657 w 2423116"/>
                <a:gd name="csY307" fmla="*/ 510934 h 1110733"/>
                <a:gd name="csX308" fmla="*/ 87151 w 2423116"/>
                <a:gd name="csY308" fmla="*/ 567326 h 1110733"/>
                <a:gd name="csX309" fmla="*/ 73480 w 2423116"/>
                <a:gd name="csY309" fmla="*/ 572452 h 1110733"/>
                <a:gd name="csX310" fmla="*/ 88859 w 2423116"/>
                <a:gd name="csY310" fmla="*/ 596376 h 1110733"/>
                <a:gd name="csX311" fmla="*/ 90568 w 2423116"/>
                <a:gd name="csY311" fmla="*/ 622008 h 1110733"/>
                <a:gd name="csX312" fmla="*/ 126453 w 2423116"/>
                <a:gd name="csY312" fmla="*/ 625426 h 1110733"/>
                <a:gd name="csX313" fmla="*/ 140124 w 2423116"/>
                <a:gd name="csY313" fmla="*/ 625426 h 1110733"/>
                <a:gd name="csX314" fmla="*/ 124745 w 2423116"/>
                <a:gd name="csY314" fmla="*/ 647641 h 1110733"/>
                <a:gd name="csX315" fmla="*/ 104238 w 2423116"/>
                <a:gd name="csY315" fmla="*/ 661311 h 1110733"/>
                <a:gd name="csX316" fmla="*/ 88859 w 2423116"/>
                <a:gd name="csY316" fmla="*/ 661311 h 1110733"/>
                <a:gd name="csX317" fmla="*/ 73480 w 2423116"/>
                <a:gd name="csY317" fmla="*/ 647641 h 1110733"/>
                <a:gd name="csX318" fmla="*/ 59810 w 2423116"/>
                <a:gd name="csY318" fmla="*/ 649351 h 1110733"/>
                <a:gd name="csX319" fmla="*/ 46139 w 2423116"/>
                <a:gd name="csY319" fmla="*/ 647641 h 1110733"/>
                <a:gd name="csX320" fmla="*/ 25633 w 2423116"/>
                <a:gd name="csY320" fmla="*/ 640806 h 1110733"/>
                <a:gd name="csX321" fmla="*/ 10253 w 2423116"/>
                <a:gd name="csY321" fmla="*/ 642515 h 1110733"/>
                <a:gd name="csX322" fmla="*/ 11962 w 2423116"/>
                <a:gd name="csY322" fmla="*/ 652768 h 1110733"/>
                <a:gd name="csX323" fmla="*/ 34177 w 2423116"/>
                <a:gd name="csY323" fmla="*/ 664730 h 1110733"/>
                <a:gd name="csX324" fmla="*/ 32469 w 2423116"/>
                <a:gd name="csY324" fmla="*/ 676692 h 1110733"/>
                <a:gd name="csX325" fmla="*/ 23924 w 2423116"/>
                <a:gd name="csY325" fmla="*/ 704033 h 1110733"/>
                <a:gd name="csX326" fmla="*/ 52974 w 2423116"/>
                <a:gd name="csY326" fmla="*/ 734791 h 1110733"/>
                <a:gd name="csX327" fmla="*/ 58101 w 2423116"/>
                <a:gd name="csY327" fmla="*/ 760423 h 1110733"/>
                <a:gd name="csX328" fmla="*/ 41012 w 2423116"/>
                <a:gd name="csY328" fmla="*/ 768968 h 1110733"/>
                <a:gd name="csX329" fmla="*/ 20507 w 2423116"/>
                <a:gd name="csY329" fmla="*/ 757006 h 1110733"/>
                <a:gd name="csX330" fmla="*/ 3419 w 2423116"/>
                <a:gd name="csY330" fmla="*/ 736500 h 1110733"/>
                <a:gd name="csX331" fmla="*/ 0 w 2423116"/>
                <a:gd name="csY331" fmla="*/ 746753 h 1110733"/>
                <a:gd name="csX332" fmla="*/ 27341 w 2423116"/>
                <a:gd name="csY332" fmla="*/ 779221 h 1110733"/>
                <a:gd name="csX333" fmla="*/ 34177 w 2423116"/>
                <a:gd name="csY333" fmla="*/ 796309 h 1110733"/>
                <a:gd name="csX334" fmla="*/ 52974 w 2423116"/>
                <a:gd name="csY334" fmla="*/ 791182 h 1110733"/>
                <a:gd name="csX335" fmla="*/ 66644 w 2423116"/>
                <a:gd name="csY335" fmla="*/ 780930 h 1110733"/>
                <a:gd name="csX336" fmla="*/ 82025 w 2423116"/>
                <a:gd name="csY336" fmla="*/ 784347 h 1110733"/>
                <a:gd name="csX337" fmla="*/ 88859 w 2423116"/>
                <a:gd name="csY337" fmla="*/ 798018 h 1110733"/>
                <a:gd name="csX338" fmla="*/ 102530 w 2423116"/>
                <a:gd name="csY338" fmla="*/ 808272 h 1110733"/>
                <a:gd name="csX339" fmla="*/ 124745 w 2423116"/>
                <a:gd name="csY339" fmla="*/ 808272 h 1110733"/>
                <a:gd name="csX340" fmla="*/ 145250 w 2423116"/>
                <a:gd name="csY340" fmla="*/ 842448 h 1110733"/>
                <a:gd name="csX341" fmla="*/ 140124 w 2423116"/>
                <a:gd name="csY341" fmla="*/ 856118 h 1110733"/>
                <a:gd name="csX342" fmla="*/ 123036 w 2423116"/>
                <a:gd name="csY342" fmla="*/ 854410 h 1110733"/>
                <a:gd name="csX343" fmla="*/ 114492 w 2423116"/>
                <a:gd name="csY343" fmla="*/ 835613 h 1110733"/>
                <a:gd name="csX344" fmla="*/ 92278 w 2423116"/>
                <a:gd name="csY344" fmla="*/ 827068 h 1110733"/>
                <a:gd name="csX345" fmla="*/ 87151 w 2423116"/>
                <a:gd name="csY345" fmla="*/ 811688 h 1110733"/>
                <a:gd name="csX346" fmla="*/ 73480 w 2423116"/>
                <a:gd name="csY346" fmla="*/ 799726 h 1110733"/>
                <a:gd name="csX347" fmla="*/ 56391 w 2423116"/>
                <a:gd name="csY347" fmla="*/ 825360 h 1110733"/>
                <a:gd name="csX348" fmla="*/ 56391 w 2423116"/>
                <a:gd name="csY348" fmla="*/ 844156 h 1110733"/>
                <a:gd name="csX349" fmla="*/ 58101 w 2423116"/>
                <a:gd name="csY349" fmla="*/ 862954 h 1110733"/>
                <a:gd name="csX350" fmla="*/ 71771 w 2423116"/>
                <a:gd name="csY350" fmla="*/ 871497 h 1110733"/>
                <a:gd name="csX351" fmla="*/ 80316 w 2423116"/>
                <a:gd name="csY351" fmla="*/ 880042 h 1110733"/>
                <a:gd name="csX352" fmla="*/ 73480 w 2423116"/>
                <a:gd name="csY352" fmla="*/ 900548 h 1110733"/>
                <a:gd name="csX353" fmla="*/ 66644 w 2423116"/>
                <a:gd name="csY353" fmla="*/ 903966 h 1110733"/>
                <a:gd name="csX354" fmla="*/ 56391 w 2423116"/>
                <a:gd name="csY354" fmla="*/ 903966 h 1110733"/>
                <a:gd name="csX355" fmla="*/ 49556 w 2423116"/>
                <a:gd name="csY355" fmla="*/ 921053 h 1110733"/>
                <a:gd name="csX356" fmla="*/ 42720 w 2423116"/>
                <a:gd name="csY356" fmla="*/ 939851 h 1110733"/>
                <a:gd name="csX357" fmla="*/ 46139 w 2423116"/>
                <a:gd name="csY357" fmla="*/ 960356 h 1110733"/>
                <a:gd name="csX358" fmla="*/ 54682 w 2423116"/>
                <a:gd name="csY358" fmla="*/ 960356 h 1110733"/>
                <a:gd name="csX359" fmla="*/ 58101 w 2423116"/>
                <a:gd name="csY359" fmla="*/ 948394 h 1110733"/>
                <a:gd name="csX360" fmla="*/ 68353 w 2423116"/>
                <a:gd name="csY360" fmla="*/ 948394 h 1110733"/>
                <a:gd name="csX361" fmla="*/ 80316 w 2423116"/>
                <a:gd name="csY361" fmla="*/ 962065 h 1110733"/>
                <a:gd name="csX362" fmla="*/ 92278 w 2423116"/>
                <a:gd name="csY362" fmla="*/ 991116 h 1110733"/>
                <a:gd name="csX363" fmla="*/ 97404 w 2423116"/>
                <a:gd name="csY363" fmla="*/ 1006495 h 1110733"/>
                <a:gd name="csX364" fmla="*/ 109366 w 2423116"/>
                <a:gd name="csY364" fmla="*/ 1013331 h 1110733"/>
                <a:gd name="csX365" fmla="*/ 111074 w 2423116"/>
                <a:gd name="csY365" fmla="*/ 1020166 h 1110733"/>
                <a:gd name="csX366" fmla="*/ 129871 w 2423116"/>
                <a:gd name="csY366" fmla="*/ 1008204 h 1110733"/>
                <a:gd name="csX367" fmla="*/ 153794 w 2423116"/>
                <a:gd name="csY367" fmla="*/ 1013331 h 1110733"/>
                <a:gd name="csX368" fmla="*/ 176010 w 2423116"/>
                <a:gd name="csY368" fmla="*/ 1004786 h 1110733"/>
                <a:gd name="csX369" fmla="*/ 193097 w 2423116"/>
                <a:gd name="csY369" fmla="*/ 996242 h 1110733"/>
                <a:gd name="csX370" fmla="*/ 222148 w 2423116"/>
                <a:gd name="csY370" fmla="*/ 999660 h 1110733"/>
                <a:gd name="csX371" fmla="*/ 235819 w 2423116"/>
                <a:gd name="csY371" fmla="*/ 982571 h 1110733"/>
                <a:gd name="csX372" fmla="*/ 252907 w 2423116"/>
                <a:gd name="csY372" fmla="*/ 979154 h 1110733"/>
                <a:gd name="csX373" fmla="*/ 275122 w 2423116"/>
                <a:gd name="csY373" fmla="*/ 992825 h 1110733"/>
                <a:gd name="csX374" fmla="*/ 311007 w 2423116"/>
                <a:gd name="csY374" fmla="*/ 984281 h 1110733"/>
                <a:gd name="csX375" fmla="*/ 314425 w 2423116"/>
                <a:gd name="csY375" fmla="*/ 970610 h 1110733"/>
                <a:gd name="csX376" fmla="*/ 334930 w 2423116"/>
                <a:gd name="csY376" fmla="*/ 970610 h 1110733"/>
                <a:gd name="csX377" fmla="*/ 343474 w 2423116"/>
                <a:gd name="csY377" fmla="*/ 965484 h 1110733"/>
                <a:gd name="csX378" fmla="*/ 353727 w 2423116"/>
                <a:gd name="csY378" fmla="*/ 974027 h 1110733"/>
                <a:gd name="csX379" fmla="*/ 369107 w 2423116"/>
                <a:gd name="csY379" fmla="*/ 958648 h 1110733"/>
                <a:gd name="csX380" fmla="*/ 384486 w 2423116"/>
                <a:gd name="csY380" fmla="*/ 953522 h 1110733"/>
                <a:gd name="csX381" fmla="*/ 398156 w 2423116"/>
                <a:gd name="csY381" fmla="*/ 953522 h 1110733"/>
                <a:gd name="csX382" fmla="*/ 396448 w 2423116"/>
                <a:gd name="csY382" fmla="*/ 972318 h 1110733"/>
                <a:gd name="csX383" fmla="*/ 394739 w 2423116"/>
                <a:gd name="csY383" fmla="*/ 992825 h 1110733"/>
                <a:gd name="csX384" fmla="*/ 403284 w 2423116"/>
                <a:gd name="csY384" fmla="*/ 1009912 h 1110733"/>
                <a:gd name="csX385" fmla="*/ 403284 w 2423116"/>
                <a:gd name="csY385" fmla="*/ 1030419 h 1110733"/>
                <a:gd name="csX386" fmla="*/ 408410 w 2423116"/>
                <a:gd name="csY386" fmla="*/ 1044089 h 1110733"/>
                <a:gd name="csX387" fmla="*/ 428916 w 2423116"/>
                <a:gd name="csY387" fmla="*/ 1052634 h 1110733"/>
                <a:gd name="csX388" fmla="*/ 447712 w 2423116"/>
                <a:gd name="csY388" fmla="*/ 1033836 h 1110733"/>
                <a:gd name="csX389" fmla="*/ 457966 w 2423116"/>
                <a:gd name="csY389" fmla="*/ 1042381 h 1110733"/>
                <a:gd name="csX390" fmla="*/ 435751 w 2423116"/>
                <a:gd name="csY390" fmla="*/ 1069722 h 1110733"/>
                <a:gd name="csX391" fmla="*/ 430625 w 2423116"/>
                <a:gd name="csY391" fmla="*/ 1081684 h 1110733"/>
                <a:gd name="csX392" fmla="*/ 446004 w 2423116"/>
                <a:gd name="csY392" fmla="*/ 1100481 h 1110733"/>
                <a:gd name="csX393" fmla="*/ 468219 w 2423116"/>
                <a:gd name="csY393" fmla="*/ 1100481 h 1110733"/>
                <a:gd name="csX394" fmla="*/ 456257 w 2423116"/>
                <a:gd name="csY394" fmla="*/ 1081684 h 1110733"/>
                <a:gd name="csX395" fmla="*/ 466510 w 2423116"/>
                <a:gd name="csY395" fmla="*/ 1068013 h 1110733"/>
                <a:gd name="csX396" fmla="*/ 487015 w 2423116"/>
                <a:gd name="csY396" fmla="*/ 1057760 h 1110733"/>
                <a:gd name="csX397" fmla="*/ 498977 w 2423116"/>
                <a:gd name="csY397" fmla="*/ 1047507 h 1110733"/>
                <a:gd name="csX398" fmla="*/ 509230 w 2423116"/>
                <a:gd name="csY398" fmla="*/ 1064594 h 1110733"/>
                <a:gd name="csX399" fmla="*/ 521192 w 2423116"/>
                <a:gd name="csY399" fmla="*/ 1062886 h 1110733"/>
                <a:gd name="csX400" fmla="*/ 545116 w 2423116"/>
                <a:gd name="csY400" fmla="*/ 1030419 h 1110733"/>
                <a:gd name="csX401" fmla="*/ 570748 w 2423116"/>
                <a:gd name="csY401" fmla="*/ 1025293 h 1110733"/>
                <a:gd name="csX402" fmla="*/ 584419 w 2423116"/>
                <a:gd name="csY402" fmla="*/ 1042381 h 1110733"/>
                <a:gd name="csX403" fmla="*/ 610051 w 2423116"/>
                <a:gd name="csY403" fmla="*/ 1042381 h 1110733"/>
                <a:gd name="csX404" fmla="*/ 615177 w 2423116"/>
                <a:gd name="csY404" fmla="*/ 1052634 h 1110733"/>
                <a:gd name="csX405" fmla="*/ 610051 w 2423116"/>
                <a:gd name="csY405" fmla="*/ 1069722 h 1110733"/>
                <a:gd name="csX406" fmla="*/ 613468 w 2423116"/>
                <a:gd name="csY406" fmla="*/ 1076558 h 1110733"/>
                <a:gd name="csX407" fmla="*/ 635684 w 2423116"/>
                <a:gd name="csY407" fmla="*/ 1068013 h 1110733"/>
                <a:gd name="csX408" fmla="*/ 645937 w 2423116"/>
                <a:gd name="csY408" fmla="*/ 1078266 h 1110733"/>
                <a:gd name="csX409" fmla="*/ 654481 w 2423116"/>
                <a:gd name="csY409" fmla="*/ 1091937 h 1110733"/>
                <a:gd name="csX410" fmla="*/ 664733 w 2423116"/>
                <a:gd name="csY410" fmla="*/ 1091937 h 1110733"/>
                <a:gd name="csX411" fmla="*/ 678404 w 2423116"/>
                <a:gd name="csY411" fmla="*/ 1091937 h 1110733"/>
                <a:gd name="csX412" fmla="*/ 693784 w 2423116"/>
                <a:gd name="csY412" fmla="*/ 1091937 h 1110733"/>
                <a:gd name="csX413" fmla="*/ 704036 w 2423116"/>
                <a:gd name="csY413" fmla="*/ 1105607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26870 w 2423116"/>
                <a:gd name="csY411" fmla="*/ 1705 h 1110733"/>
                <a:gd name="csX412" fmla="*/ 1401290 w 2423116"/>
                <a:gd name="csY412" fmla="*/ 0 h 1110733"/>
                <a:gd name="csX413" fmla="*/ 1401228 w 2423116"/>
                <a:gd name="csY413" fmla="*/ 0 h 1110733"/>
                <a:gd name="csX414" fmla="*/ 1484133 w 2423116"/>
                <a:gd name="csY414" fmla="*/ 94854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01290 w 2423116"/>
                <a:gd name="csY411" fmla="*/ 0 h 1110733"/>
                <a:gd name="csX412" fmla="*/ 1401228 w 2423116"/>
                <a:gd name="csY412" fmla="*/ 0 h 1110733"/>
                <a:gd name="csX413" fmla="*/ 1484133 w 2423116"/>
                <a:gd name="csY413" fmla="*/ 94854 h 1110733"/>
                <a:gd name="csX0" fmla="*/ 1392693 w 2423116"/>
                <a:gd name="csY0" fmla="*/ 3414 h 1110733"/>
                <a:gd name="csX1" fmla="*/ 1387607 w 2423116"/>
                <a:gd name="csY1" fmla="*/ 2849 h 1110733"/>
                <a:gd name="csX2" fmla="*/ 1377094 w 2423116"/>
                <a:gd name="csY2" fmla="*/ 827 h 1110733"/>
                <a:gd name="csX3" fmla="*/ 1330297 w 2423116"/>
                <a:gd name="csY3" fmla="*/ 0 h 1110733"/>
                <a:gd name="csX4" fmla="*/ 1319729 w 2423116"/>
                <a:gd name="csY4" fmla="*/ 4228 h 1110733"/>
                <a:gd name="csX5" fmla="*/ 1314092 w 2423116"/>
                <a:gd name="csY5" fmla="*/ 0 h 1110733"/>
                <a:gd name="csX6" fmla="*/ 1314081 w 2423116"/>
                <a:gd name="csY6" fmla="*/ 0 h 1110733"/>
                <a:gd name="csX7" fmla="*/ 1295291 w 2423116"/>
                <a:gd name="csY7" fmla="*/ 10249 h 1110733"/>
                <a:gd name="csX8" fmla="*/ 1288659 w 2423116"/>
                <a:gd name="csY8" fmla="*/ 0 h 1110733"/>
                <a:gd name="csX9" fmla="*/ 541694 w 2423116"/>
                <a:gd name="csY9" fmla="*/ 0 h 1110733"/>
                <a:gd name="csX10" fmla="*/ 517775 w 2423116"/>
                <a:gd name="csY10" fmla="*/ 23919 h 1110733"/>
                <a:gd name="csX11" fmla="*/ 502396 w 2423116"/>
                <a:gd name="csY11" fmla="*/ 54679 h 1110733"/>
                <a:gd name="csX12" fmla="*/ 502396 w 2423116"/>
                <a:gd name="csY12" fmla="*/ 71767 h 1110733"/>
                <a:gd name="csX13" fmla="*/ 495560 w 2423116"/>
                <a:gd name="csY13" fmla="*/ 90564 h 1110733"/>
                <a:gd name="csX14" fmla="*/ 481889 w 2423116"/>
                <a:gd name="csY14" fmla="*/ 90564 h 1110733"/>
                <a:gd name="csX15" fmla="*/ 451130 w 2423116"/>
                <a:gd name="csY15" fmla="*/ 102526 h 1110733"/>
                <a:gd name="csX16" fmla="*/ 427207 w 2423116"/>
                <a:gd name="csY16" fmla="*/ 104235 h 1110733"/>
                <a:gd name="csX17" fmla="*/ 422080 w 2423116"/>
                <a:gd name="csY17" fmla="*/ 93982 h 1110733"/>
                <a:gd name="csX18" fmla="*/ 408410 w 2423116"/>
                <a:gd name="csY18" fmla="*/ 93982 h 1110733"/>
                <a:gd name="csX19" fmla="*/ 406701 w 2423116"/>
                <a:gd name="csY19" fmla="*/ 82020 h 1110733"/>
                <a:gd name="csX20" fmla="*/ 391322 w 2423116"/>
                <a:gd name="csY20" fmla="*/ 83728 h 1110733"/>
                <a:gd name="csX21" fmla="*/ 389613 w 2423116"/>
                <a:gd name="csY21" fmla="*/ 99108 h 1110733"/>
                <a:gd name="csX22" fmla="*/ 365689 w 2423116"/>
                <a:gd name="csY22" fmla="*/ 128157 h 1110733"/>
                <a:gd name="csX23" fmla="*/ 384486 w 2423116"/>
                <a:gd name="csY23" fmla="*/ 150372 h 1110733"/>
                <a:gd name="csX24" fmla="*/ 396448 w 2423116"/>
                <a:gd name="csY24" fmla="*/ 138410 h 1110733"/>
                <a:gd name="csX25" fmla="*/ 413537 w 2423116"/>
                <a:gd name="csY25" fmla="*/ 141828 h 1110733"/>
                <a:gd name="csX26" fmla="*/ 423164 w 2423116"/>
                <a:gd name="csY26" fmla="*/ 141828 h 1110733"/>
                <a:gd name="csX27" fmla="*/ 423164 w 2423116"/>
                <a:gd name="csY27" fmla="*/ 159038 h 1110733"/>
                <a:gd name="csX28" fmla="*/ 416954 w 2423116"/>
                <a:gd name="csY28" fmla="*/ 158917 h 1110733"/>
                <a:gd name="csX29" fmla="*/ 410118 w 2423116"/>
                <a:gd name="csY29" fmla="*/ 169169 h 1110733"/>
                <a:gd name="csX30" fmla="*/ 413537 w 2423116"/>
                <a:gd name="csY30" fmla="*/ 187967 h 1110733"/>
                <a:gd name="csX31" fmla="*/ 399866 w 2423116"/>
                <a:gd name="csY31" fmla="*/ 208473 h 1110733"/>
                <a:gd name="csX32" fmla="*/ 314425 w 2423116"/>
                <a:gd name="csY32" fmla="*/ 210182 h 1110733"/>
                <a:gd name="csX33" fmla="*/ 283666 w 2423116"/>
                <a:gd name="csY33" fmla="*/ 215308 h 1110733"/>
                <a:gd name="csX34" fmla="*/ 276830 w 2423116"/>
                <a:gd name="csY34" fmla="*/ 237523 h 1110733"/>
                <a:gd name="csX35" fmla="*/ 281956 w 2423116"/>
                <a:gd name="csY35" fmla="*/ 259738 h 1110733"/>
                <a:gd name="csX36" fmla="*/ 305880 w 2423116"/>
                <a:gd name="csY36" fmla="*/ 295623 h 1110733"/>
                <a:gd name="csX37" fmla="*/ 334930 w 2423116"/>
                <a:gd name="csY37" fmla="*/ 304167 h 1110733"/>
                <a:gd name="csX38" fmla="*/ 348600 w 2423116"/>
                <a:gd name="csY38" fmla="*/ 328090 h 1110733"/>
                <a:gd name="csX39" fmla="*/ 341766 w 2423116"/>
                <a:gd name="csY39" fmla="*/ 340052 h 1110733"/>
                <a:gd name="csX40" fmla="*/ 324678 w 2423116"/>
                <a:gd name="csY40" fmla="*/ 329799 h 1110733"/>
                <a:gd name="csX41" fmla="*/ 333221 w 2423116"/>
                <a:gd name="csY41" fmla="*/ 348597 h 1110733"/>
                <a:gd name="csX42" fmla="*/ 328095 w 2423116"/>
                <a:gd name="csY42" fmla="*/ 375938 h 1110733"/>
                <a:gd name="csX43" fmla="*/ 341766 w 2423116"/>
                <a:gd name="csY43" fmla="*/ 418658 h 1110733"/>
                <a:gd name="csX44" fmla="*/ 353727 w 2423116"/>
                <a:gd name="csY44" fmla="*/ 444290 h 1110733"/>
                <a:gd name="csX45" fmla="*/ 353727 w 2423116"/>
                <a:gd name="csY45" fmla="*/ 461379 h 1110733"/>
                <a:gd name="csX46" fmla="*/ 343474 w 2423116"/>
                <a:gd name="csY46" fmla="*/ 480176 h 1110733"/>
                <a:gd name="csX47" fmla="*/ 328095 w 2423116"/>
                <a:gd name="csY47" fmla="*/ 471633 h 1110733"/>
                <a:gd name="csX48" fmla="*/ 317842 w 2423116"/>
                <a:gd name="csY48" fmla="*/ 490429 h 1110733"/>
                <a:gd name="csX49" fmla="*/ 331512 w 2423116"/>
                <a:gd name="csY49" fmla="*/ 529732 h 1110733"/>
                <a:gd name="csX50" fmla="*/ 360563 w 2423116"/>
                <a:gd name="csY50" fmla="*/ 553656 h 1110733"/>
                <a:gd name="csX51" fmla="*/ 379360 w 2423116"/>
                <a:gd name="csY51" fmla="*/ 563909 h 1110733"/>
                <a:gd name="csX52" fmla="*/ 387904 w 2423116"/>
                <a:gd name="csY52" fmla="*/ 557073 h 1110733"/>
                <a:gd name="csX53" fmla="*/ 411827 w 2423116"/>
                <a:gd name="csY53" fmla="*/ 548530 h 1110733"/>
                <a:gd name="csX54" fmla="*/ 420371 w 2423116"/>
                <a:gd name="csY54" fmla="*/ 560492 h 1110733"/>
                <a:gd name="csX55" fmla="*/ 427207 w 2423116"/>
                <a:gd name="csY55" fmla="*/ 579288 h 1110733"/>
                <a:gd name="csX56" fmla="*/ 461384 w 2423116"/>
                <a:gd name="csY56" fmla="*/ 589541 h 1110733"/>
                <a:gd name="csX57" fmla="*/ 480181 w 2423116"/>
                <a:gd name="csY57" fmla="*/ 610046 h 1110733"/>
                <a:gd name="csX58" fmla="*/ 451130 w 2423116"/>
                <a:gd name="csY58" fmla="*/ 615174 h 1110733"/>
                <a:gd name="csX59" fmla="*/ 442586 w 2423116"/>
                <a:gd name="csY59" fmla="*/ 627134 h 1110733"/>
                <a:gd name="csX60" fmla="*/ 439168 w 2423116"/>
                <a:gd name="csY60" fmla="*/ 640806 h 1110733"/>
                <a:gd name="csX61" fmla="*/ 430625 w 2423116"/>
                <a:gd name="csY61" fmla="*/ 642515 h 1110733"/>
                <a:gd name="csX62" fmla="*/ 413537 w 2423116"/>
                <a:gd name="csY62" fmla="*/ 627134 h 1110733"/>
                <a:gd name="csX63" fmla="*/ 389613 w 2423116"/>
                <a:gd name="csY63" fmla="*/ 632261 h 1110733"/>
                <a:gd name="csX64" fmla="*/ 379360 w 2423116"/>
                <a:gd name="csY64" fmla="*/ 633970 h 1110733"/>
                <a:gd name="csX65" fmla="*/ 384486 w 2423116"/>
                <a:gd name="csY65" fmla="*/ 649351 h 1110733"/>
                <a:gd name="csX66" fmla="*/ 403284 w 2423116"/>
                <a:gd name="csY66" fmla="*/ 649351 h 1110733"/>
                <a:gd name="csX67" fmla="*/ 425497 w 2423116"/>
                <a:gd name="csY67" fmla="*/ 669856 h 1110733"/>
                <a:gd name="csX68" fmla="*/ 420371 w 2423116"/>
                <a:gd name="csY68" fmla="*/ 680109 h 1110733"/>
                <a:gd name="csX69" fmla="*/ 422080 w 2423116"/>
                <a:gd name="csY69" fmla="*/ 695488 h 1110733"/>
                <a:gd name="csX70" fmla="*/ 415245 w 2423116"/>
                <a:gd name="csY70" fmla="*/ 705741 h 1110733"/>
                <a:gd name="csX71" fmla="*/ 416954 w 2423116"/>
                <a:gd name="csY71" fmla="*/ 714285 h 1110733"/>
                <a:gd name="csX72" fmla="*/ 427207 w 2423116"/>
                <a:gd name="csY72" fmla="*/ 745044 h 1110733"/>
                <a:gd name="csX73" fmla="*/ 428916 w 2423116"/>
                <a:gd name="csY73" fmla="*/ 768968 h 1110733"/>
                <a:gd name="csX74" fmla="*/ 430625 w 2423116"/>
                <a:gd name="csY74" fmla="*/ 794600 h 1110733"/>
                <a:gd name="csX75" fmla="*/ 422080 w 2423116"/>
                <a:gd name="csY75" fmla="*/ 794600 h 1110733"/>
                <a:gd name="csX76" fmla="*/ 413537 w 2423116"/>
                <a:gd name="csY76" fmla="*/ 777511 h 1110733"/>
                <a:gd name="csX77" fmla="*/ 404992 w 2423116"/>
                <a:gd name="csY77" fmla="*/ 755297 h 1110733"/>
                <a:gd name="csX78" fmla="*/ 406701 w 2423116"/>
                <a:gd name="csY78" fmla="*/ 729665 h 1110733"/>
                <a:gd name="csX79" fmla="*/ 393030 w 2423116"/>
                <a:gd name="csY79" fmla="*/ 710867 h 1110733"/>
                <a:gd name="csX80" fmla="*/ 369107 w 2423116"/>
                <a:gd name="csY80" fmla="*/ 705741 h 1110733"/>
                <a:gd name="csX81" fmla="*/ 365689 w 2423116"/>
                <a:gd name="csY81" fmla="*/ 680109 h 1110733"/>
                <a:gd name="csX82" fmla="*/ 314425 w 2423116"/>
                <a:gd name="csY82" fmla="*/ 680109 h 1110733"/>
                <a:gd name="csX83" fmla="*/ 295627 w 2423116"/>
                <a:gd name="csY83" fmla="*/ 695488 h 1110733"/>
                <a:gd name="csX84" fmla="*/ 278539 w 2423116"/>
                <a:gd name="csY84" fmla="*/ 690362 h 1110733"/>
                <a:gd name="csX85" fmla="*/ 271704 w 2423116"/>
                <a:gd name="csY85" fmla="*/ 676692 h 1110733"/>
                <a:gd name="csX86" fmla="*/ 273413 w 2423116"/>
                <a:gd name="csY86" fmla="*/ 659602 h 1110733"/>
                <a:gd name="csX87" fmla="*/ 254615 w 2423116"/>
                <a:gd name="csY87" fmla="*/ 630553 h 1110733"/>
                <a:gd name="csX88" fmla="*/ 230692 w 2423116"/>
                <a:gd name="csY88" fmla="*/ 630553 h 1110733"/>
                <a:gd name="csX89" fmla="*/ 228983 w 2423116"/>
                <a:gd name="csY89" fmla="*/ 616882 h 1110733"/>
                <a:gd name="csX90" fmla="*/ 234109 w 2423116"/>
                <a:gd name="csY90" fmla="*/ 601503 h 1110733"/>
                <a:gd name="csX91" fmla="*/ 222148 w 2423116"/>
                <a:gd name="csY91" fmla="*/ 584414 h 1110733"/>
                <a:gd name="csX92" fmla="*/ 206768 w 2423116"/>
                <a:gd name="csY92" fmla="*/ 579288 h 1110733"/>
                <a:gd name="csX93" fmla="*/ 199933 w 2423116"/>
                <a:gd name="csY93" fmla="*/ 562200 h 1110733"/>
                <a:gd name="csX94" fmla="*/ 184554 w 2423116"/>
                <a:gd name="csY94" fmla="*/ 557073 h 1110733"/>
                <a:gd name="csX95" fmla="*/ 167466 w 2423116"/>
                <a:gd name="csY95" fmla="*/ 565618 h 1110733"/>
                <a:gd name="csX96" fmla="*/ 157212 w 2423116"/>
                <a:gd name="csY96" fmla="*/ 558782 h 1110733"/>
                <a:gd name="csX97" fmla="*/ 148669 w 2423116"/>
                <a:gd name="csY97" fmla="*/ 546821 h 1110733"/>
                <a:gd name="csX98" fmla="*/ 148669 w 2423116"/>
                <a:gd name="csY98" fmla="*/ 539985 h 1110733"/>
                <a:gd name="csX99" fmla="*/ 107657 w 2423116"/>
                <a:gd name="csY99" fmla="*/ 510934 h 1110733"/>
                <a:gd name="csX100" fmla="*/ 87151 w 2423116"/>
                <a:gd name="csY100" fmla="*/ 567326 h 1110733"/>
                <a:gd name="csX101" fmla="*/ 73480 w 2423116"/>
                <a:gd name="csY101" fmla="*/ 572452 h 1110733"/>
                <a:gd name="csX102" fmla="*/ 88859 w 2423116"/>
                <a:gd name="csY102" fmla="*/ 596376 h 1110733"/>
                <a:gd name="csX103" fmla="*/ 90568 w 2423116"/>
                <a:gd name="csY103" fmla="*/ 622008 h 1110733"/>
                <a:gd name="csX104" fmla="*/ 126453 w 2423116"/>
                <a:gd name="csY104" fmla="*/ 625426 h 1110733"/>
                <a:gd name="csX105" fmla="*/ 140124 w 2423116"/>
                <a:gd name="csY105" fmla="*/ 625426 h 1110733"/>
                <a:gd name="csX106" fmla="*/ 124745 w 2423116"/>
                <a:gd name="csY106" fmla="*/ 647641 h 1110733"/>
                <a:gd name="csX107" fmla="*/ 104238 w 2423116"/>
                <a:gd name="csY107" fmla="*/ 661311 h 1110733"/>
                <a:gd name="csX108" fmla="*/ 88859 w 2423116"/>
                <a:gd name="csY108" fmla="*/ 661311 h 1110733"/>
                <a:gd name="csX109" fmla="*/ 73480 w 2423116"/>
                <a:gd name="csY109" fmla="*/ 647641 h 1110733"/>
                <a:gd name="csX110" fmla="*/ 59810 w 2423116"/>
                <a:gd name="csY110" fmla="*/ 649351 h 1110733"/>
                <a:gd name="csX111" fmla="*/ 46139 w 2423116"/>
                <a:gd name="csY111" fmla="*/ 647641 h 1110733"/>
                <a:gd name="csX112" fmla="*/ 25633 w 2423116"/>
                <a:gd name="csY112" fmla="*/ 640806 h 1110733"/>
                <a:gd name="csX113" fmla="*/ 10253 w 2423116"/>
                <a:gd name="csY113" fmla="*/ 642515 h 1110733"/>
                <a:gd name="csX114" fmla="*/ 11962 w 2423116"/>
                <a:gd name="csY114" fmla="*/ 652768 h 1110733"/>
                <a:gd name="csX115" fmla="*/ 34177 w 2423116"/>
                <a:gd name="csY115" fmla="*/ 664730 h 1110733"/>
                <a:gd name="csX116" fmla="*/ 32469 w 2423116"/>
                <a:gd name="csY116" fmla="*/ 676692 h 1110733"/>
                <a:gd name="csX117" fmla="*/ 23924 w 2423116"/>
                <a:gd name="csY117" fmla="*/ 704033 h 1110733"/>
                <a:gd name="csX118" fmla="*/ 52974 w 2423116"/>
                <a:gd name="csY118" fmla="*/ 734791 h 1110733"/>
                <a:gd name="csX119" fmla="*/ 58101 w 2423116"/>
                <a:gd name="csY119" fmla="*/ 760423 h 1110733"/>
                <a:gd name="csX120" fmla="*/ 41012 w 2423116"/>
                <a:gd name="csY120" fmla="*/ 768968 h 1110733"/>
                <a:gd name="csX121" fmla="*/ 20507 w 2423116"/>
                <a:gd name="csY121" fmla="*/ 757006 h 1110733"/>
                <a:gd name="csX122" fmla="*/ 3419 w 2423116"/>
                <a:gd name="csY122" fmla="*/ 736500 h 1110733"/>
                <a:gd name="csX123" fmla="*/ 0 w 2423116"/>
                <a:gd name="csY123" fmla="*/ 746753 h 1110733"/>
                <a:gd name="csX124" fmla="*/ 27341 w 2423116"/>
                <a:gd name="csY124" fmla="*/ 779221 h 1110733"/>
                <a:gd name="csX125" fmla="*/ 34177 w 2423116"/>
                <a:gd name="csY125" fmla="*/ 796309 h 1110733"/>
                <a:gd name="csX126" fmla="*/ 52974 w 2423116"/>
                <a:gd name="csY126" fmla="*/ 791182 h 1110733"/>
                <a:gd name="csX127" fmla="*/ 66644 w 2423116"/>
                <a:gd name="csY127" fmla="*/ 780930 h 1110733"/>
                <a:gd name="csX128" fmla="*/ 82025 w 2423116"/>
                <a:gd name="csY128" fmla="*/ 784347 h 1110733"/>
                <a:gd name="csX129" fmla="*/ 88859 w 2423116"/>
                <a:gd name="csY129" fmla="*/ 798018 h 1110733"/>
                <a:gd name="csX130" fmla="*/ 102530 w 2423116"/>
                <a:gd name="csY130" fmla="*/ 808272 h 1110733"/>
                <a:gd name="csX131" fmla="*/ 124745 w 2423116"/>
                <a:gd name="csY131" fmla="*/ 808272 h 1110733"/>
                <a:gd name="csX132" fmla="*/ 145250 w 2423116"/>
                <a:gd name="csY132" fmla="*/ 842448 h 1110733"/>
                <a:gd name="csX133" fmla="*/ 140124 w 2423116"/>
                <a:gd name="csY133" fmla="*/ 856118 h 1110733"/>
                <a:gd name="csX134" fmla="*/ 123036 w 2423116"/>
                <a:gd name="csY134" fmla="*/ 854410 h 1110733"/>
                <a:gd name="csX135" fmla="*/ 114492 w 2423116"/>
                <a:gd name="csY135" fmla="*/ 835613 h 1110733"/>
                <a:gd name="csX136" fmla="*/ 92278 w 2423116"/>
                <a:gd name="csY136" fmla="*/ 827068 h 1110733"/>
                <a:gd name="csX137" fmla="*/ 87151 w 2423116"/>
                <a:gd name="csY137" fmla="*/ 811688 h 1110733"/>
                <a:gd name="csX138" fmla="*/ 73480 w 2423116"/>
                <a:gd name="csY138" fmla="*/ 799726 h 1110733"/>
                <a:gd name="csX139" fmla="*/ 56391 w 2423116"/>
                <a:gd name="csY139" fmla="*/ 825360 h 1110733"/>
                <a:gd name="csX140" fmla="*/ 56391 w 2423116"/>
                <a:gd name="csY140" fmla="*/ 844156 h 1110733"/>
                <a:gd name="csX141" fmla="*/ 58101 w 2423116"/>
                <a:gd name="csY141" fmla="*/ 862954 h 1110733"/>
                <a:gd name="csX142" fmla="*/ 71771 w 2423116"/>
                <a:gd name="csY142" fmla="*/ 871497 h 1110733"/>
                <a:gd name="csX143" fmla="*/ 80316 w 2423116"/>
                <a:gd name="csY143" fmla="*/ 880042 h 1110733"/>
                <a:gd name="csX144" fmla="*/ 73480 w 2423116"/>
                <a:gd name="csY144" fmla="*/ 900548 h 1110733"/>
                <a:gd name="csX145" fmla="*/ 66644 w 2423116"/>
                <a:gd name="csY145" fmla="*/ 903966 h 1110733"/>
                <a:gd name="csX146" fmla="*/ 56391 w 2423116"/>
                <a:gd name="csY146" fmla="*/ 903966 h 1110733"/>
                <a:gd name="csX147" fmla="*/ 49556 w 2423116"/>
                <a:gd name="csY147" fmla="*/ 921053 h 1110733"/>
                <a:gd name="csX148" fmla="*/ 42720 w 2423116"/>
                <a:gd name="csY148" fmla="*/ 939851 h 1110733"/>
                <a:gd name="csX149" fmla="*/ 46139 w 2423116"/>
                <a:gd name="csY149" fmla="*/ 960356 h 1110733"/>
                <a:gd name="csX150" fmla="*/ 54682 w 2423116"/>
                <a:gd name="csY150" fmla="*/ 960356 h 1110733"/>
                <a:gd name="csX151" fmla="*/ 58101 w 2423116"/>
                <a:gd name="csY151" fmla="*/ 948394 h 1110733"/>
                <a:gd name="csX152" fmla="*/ 68353 w 2423116"/>
                <a:gd name="csY152" fmla="*/ 948394 h 1110733"/>
                <a:gd name="csX153" fmla="*/ 80316 w 2423116"/>
                <a:gd name="csY153" fmla="*/ 962065 h 1110733"/>
                <a:gd name="csX154" fmla="*/ 92278 w 2423116"/>
                <a:gd name="csY154" fmla="*/ 991116 h 1110733"/>
                <a:gd name="csX155" fmla="*/ 97404 w 2423116"/>
                <a:gd name="csY155" fmla="*/ 1006495 h 1110733"/>
                <a:gd name="csX156" fmla="*/ 109366 w 2423116"/>
                <a:gd name="csY156" fmla="*/ 1013331 h 1110733"/>
                <a:gd name="csX157" fmla="*/ 111074 w 2423116"/>
                <a:gd name="csY157" fmla="*/ 1020166 h 1110733"/>
                <a:gd name="csX158" fmla="*/ 129871 w 2423116"/>
                <a:gd name="csY158" fmla="*/ 1008204 h 1110733"/>
                <a:gd name="csX159" fmla="*/ 153794 w 2423116"/>
                <a:gd name="csY159" fmla="*/ 1013331 h 1110733"/>
                <a:gd name="csX160" fmla="*/ 176010 w 2423116"/>
                <a:gd name="csY160" fmla="*/ 1004786 h 1110733"/>
                <a:gd name="csX161" fmla="*/ 193097 w 2423116"/>
                <a:gd name="csY161" fmla="*/ 996242 h 1110733"/>
                <a:gd name="csX162" fmla="*/ 222148 w 2423116"/>
                <a:gd name="csY162" fmla="*/ 999660 h 1110733"/>
                <a:gd name="csX163" fmla="*/ 235819 w 2423116"/>
                <a:gd name="csY163" fmla="*/ 982571 h 1110733"/>
                <a:gd name="csX164" fmla="*/ 252907 w 2423116"/>
                <a:gd name="csY164" fmla="*/ 979154 h 1110733"/>
                <a:gd name="csX165" fmla="*/ 275122 w 2423116"/>
                <a:gd name="csY165" fmla="*/ 992825 h 1110733"/>
                <a:gd name="csX166" fmla="*/ 311007 w 2423116"/>
                <a:gd name="csY166" fmla="*/ 984281 h 1110733"/>
                <a:gd name="csX167" fmla="*/ 314425 w 2423116"/>
                <a:gd name="csY167" fmla="*/ 970610 h 1110733"/>
                <a:gd name="csX168" fmla="*/ 334930 w 2423116"/>
                <a:gd name="csY168" fmla="*/ 970610 h 1110733"/>
                <a:gd name="csX169" fmla="*/ 343474 w 2423116"/>
                <a:gd name="csY169" fmla="*/ 965484 h 1110733"/>
                <a:gd name="csX170" fmla="*/ 353727 w 2423116"/>
                <a:gd name="csY170" fmla="*/ 974027 h 1110733"/>
                <a:gd name="csX171" fmla="*/ 369107 w 2423116"/>
                <a:gd name="csY171" fmla="*/ 958648 h 1110733"/>
                <a:gd name="csX172" fmla="*/ 384486 w 2423116"/>
                <a:gd name="csY172" fmla="*/ 953522 h 1110733"/>
                <a:gd name="csX173" fmla="*/ 398156 w 2423116"/>
                <a:gd name="csY173" fmla="*/ 953522 h 1110733"/>
                <a:gd name="csX174" fmla="*/ 396448 w 2423116"/>
                <a:gd name="csY174" fmla="*/ 972318 h 1110733"/>
                <a:gd name="csX175" fmla="*/ 394739 w 2423116"/>
                <a:gd name="csY175" fmla="*/ 992825 h 1110733"/>
                <a:gd name="csX176" fmla="*/ 403284 w 2423116"/>
                <a:gd name="csY176" fmla="*/ 1009912 h 1110733"/>
                <a:gd name="csX177" fmla="*/ 403284 w 2423116"/>
                <a:gd name="csY177" fmla="*/ 1030419 h 1110733"/>
                <a:gd name="csX178" fmla="*/ 408410 w 2423116"/>
                <a:gd name="csY178" fmla="*/ 1044089 h 1110733"/>
                <a:gd name="csX179" fmla="*/ 428916 w 2423116"/>
                <a:gd name="csY179" fmla="*/ 1052634 h 1110733"/>
                <a:gd name="csX180" fmla="*/ 447712 w 2423116"/>
                <a:gd name="csY180" fmla="*/ 1033836 h 1110733"/>
                <a:gd name="csX181" fmla="*/ 457966 w 2423116"/>
                <a:gd name="csY181" fmla="*/ 1042381 h 1110733"/>
                <a:gd name="csX182" fmla="*/ 435751 w 2423116"/>
                <a:gd name="csY182" fmla="*/ 1069722 h 1110733"/>
                <a:gd name="csX183" fmla="*/ 430625 w 2423116"/>
                <a:gd name="csY183" fmla="*/ 1081684 h 1110733"/>
                <a:gd name="csX184" fmla="*/ 446004 w 2423116"/>
                <a:gd name="csY184" fmla="*/ 1100481 h 1110733"/>
                <a:gd name="csX185" fmla="*/ 468219 w 2423116"/>
                <a:gd name="csY185" fmla="*/ 1100481 h 1110733"/>
                <a:gd name="csX186" fmla="*/ 456257 w 2423116"/>
                <a:gd name="csY186" fmla="*/ 1081684 h 1110733"/>
                <a:gd name="csX187" fmla="*/ 466510 w 2423116"/>
                <a:gd name="csY187" fmla="*/ 1068013 h 1110733"/>
                <a:gd name="csX188" fmla="*/ 487015 w 2423116"/>
                <a:gd name="csY188" fmla="*/ 1057760 h 1110733"/>
                <a:gd name="csX189" fmla="*/ 498977 w 2423116"/>
                <a:gd name="csY189" fmla="*/ 1047507 h 1110733"/>
                <a:gd name="csX190" fmla="*/ 509230 w 2423116"/>
                <a:gd name="csY190" fmla="*/ 1064594 h 1110733"/>
                <a:gd name="csX191" fmla="*/ 521192 w 2423116"/>
                <a:gd name="csY191" fmla="*/ 1062886 h 1110733"/>
                <a:gd name="csX192" fmla="*/ 545116 w 2423116"/>
                <a:gd name="csY192" fmla="*/ 1030419 h 1110733"/>
                <a:gd name="csX193" fmla="*/ 570748 w 2423116"/>
                <a:gd name="csY193" fmla="*/ 1025293 h 1110733"/>
                <a:gd name="csX194" fmla="*/ 584419 w 2423116"/>
                <a:gd name="csY194" fmla="*/ 1042381 h 1110733"/>
                <a:gd name="csX195" fmla="*/ 610051 w 2423116"/>
                <a:gd name="csY195" fmla="*/ 1042381 h 1110733"/>
                <a:gd name="csX196" fmla="*/ 615177 w 2423116"/>
                <a:gd name="csY196" fmla="*/ 1052634 h 1110733"/>
                <a:gd name="csX197" fmla="*/ 610051 w 2423116"/>
                <a:gd name="csY197" fmla="*/ 1069722 h 1110733"/>
                <a:gd name="csX198" fmla="*/ 613468 w 2423116"/>
                <a:gd name="csY198" fmla="*/ 1076558 h 1110733"/>
                <a:gd name="csX199" fmla="*/ 635684 w 2423116"/>
                <a:gd name="csY199" fmla="*/ 1068013 h 1110733"/>
                <a:gd name="csX200" fmla="*/ 645937 w 2423116"/>
                <a:gd name="csY200" fmla="*/ 1078266 h 1110733"/>
                <a:gd name="csX201" fmla="*/ 654481 w 2423116"/>
                <a:gd name="csY201" fmla="*/ 1091937 h 1110733"/>
                <a:gd name="csX202" fmla="*/ 664733 w 2423116"/>
                <a:gd name="csY202" fmla="*/ 1091937 h 1110733"/>
                <a:gd name="csX203" fmla="*/ 678404 w 2423116"/>
                <a:gd name="csY203" fmla="*/ 1091937 h 1110733"/>
                <a:gd name="csX204" fmla="*/ 693784 w 2423116"/>
                <a:gd name="csY204" fmla="*/ 1091937 h 1110733"/>
                <a:gd name="csX205" fmla="*/ 704036 w 2423116"/>
                <a:gd name="csY205" fmla="*/ 1105607 h 1110733"/>
                <a:gd name="csX206" fmla="*/ 709163 w 2423116"/>
                <a:gd name="csY206" fmla="*/ 1110733 h 1110733"/>
                <a:gd name="csX207" fmla="*/ 722834 w 2423116"/>
                <a:gd name="csY207" fmla="*/ 1100481 h 1110733"/>
                <a:gd name="csX208" fmla="*/ 739922 w 2423116"/>
                <a:gd name="csY208" fmla="*/ 1103899 h 1110733"/>
                <a:gd name="csX209" fmla="*/ 760428 w 2423116"/>
                <a:gd name="csY209" fmla="*/ 1076558 h 1110733"/>
                <a:gd name="csX210" fmla="*/ 774099 w 2423116"/>
                <a:gd name="csY210" fmla="*/ 1064594 h 1110733"/>
                <a:gd name="csX211" fmla="*/ 780933 w 2423116"/>
                <a:gd name="csY211" fmla="*/ 1066304 h 1110733"/>
                <a:gd name="csX212" fmla="*/ 774099 w 2423116"/>
                <a:gd name="csY212" fmla="*/ 1032127 h 1110733"/>
                <a:gd name="csX213" fmla="*/ 787769 w 2423116"/>
                <a:gd name="csY213" fmla="*/ 1006495 h 1110733"/>
                <a:gd name="csX214" fmla="*/ 799731 w 2423116"/>
                <a:gd name="csY214" fmla="*/ 991116 h 1110733"/>
                <a:gd name="csX215" fmla="*/ 813401 w 2423116"/>
                <a:gd name="csY215" fmla="*/ 989407 h 1110733"/>
                <a:gd name="csX216" fmla="*/ 837325 w 2423116"/>
                <a:gd name="csY216" fmla="*/ 989407 h 1110733"/>
                <a:gd name="csX217" fmla="*/ 857832 w 2423116"/>
                <a:gd name="csY217" fmla="*/ 962065 h 1110733"/>
                <a:gd name="csX218" fmla="*/ 862958 w 2423116"/>
                <a:gd name="csY218" fmla="*/ 948394 h 1110733"/>
                <a:gd name="csX219" fmla="*/ 859540 w 2423116"/>
                <a:gd name="csY219" fmla="*/ 933015 h 1110733"/>
                <a:gd name="csX220" fmla="*/ 874919 w 2423116"/>
                <a:gd name="csY220" fmla="*/ 921053 h 1110733"/>
                <a:gd name="csX221" fmla="*/ 888590 w 2423116"/>
                <a:gd name="csY221" fmla="*/ 919345 h 1110733"/>
                <a:gd name="csX222" fmla="*/ 892009 w 2423116"/>
                <a:gd name="csY222" fmla="*/ 893712 h 1110733"/>
                <a:gd name="csX223" fmla="*/ 921058 w 2423116"/>
                <a:gd name="csY223" fmla="*/ 885168 h 1110733"/>
                <a:gd name="csX224" fmla="*/ 939855 w 2423116"/>
                <a:gd name="csY224" fmla="*/ 897131 h 1110733"/>
                <a:gd name="csX225" fmla="*/ 950108 w 2423116"/>
                <a:gd name="csY225" fmla="*/ 897131 h 1110733"/>
                <a:gd name="csX226" fmla="*/ 967196 w 2423116"/>
                <a:gd name="csY226" fmla="*/ 892004 h 1110733"/>
                <a:gd name="csX227" fmla="*/ 970614 w 2423116"/>
                <a:gd name="csY227" fmla="*/ 871497 h 1110733"/>
                <a:gd name="csX228" fmla="*/ 985993 w 2423116"/>
                <a:gd name="csY228" fmla="*/ 871497 h 1110733"/>
                <a:gd name="csX229" fmla="*/ 996247 w 2423116"/>
                <a:gd name="csY229" fmla="*/ 886877 h 1110733"/>
                <a:gd name="csX230" fmla="*/ 1006499 w 2423116"/>
                <a:gd name="csY230" fmla="*/ 876625 h 1110733"/>
                <a:gd name="csX231" fmla="*/ 1059472 w 2423116"/>
                <a:gd name="csY231" fmla="*/ 868080 h 1110733"/>
                <a:gd name="csX232" fmla="*/ 1069726 w 2423116"/>
                <a:gd name="csY232" fmla="*/ 881751 h 1110733"/>
                <a:gd name="csX233" fmla="*/ 1083397 w 2423116"/>
                <a:gd name="csY233" fmla="*/ 909093 h 1110733"/>
                <a:gd name="csX234" fmla="*/ 1090232 w 2423116"/>
                <a:gd name="csY234" fmla="*/ 912510 h 1110733"/>
                <a:gd name="csX235" fmla="*/ 1103902 w 2423116"/>
                <a:gd name="csY235" fmla="*/ 898840 h 1110733"/>
                <a:gd name="csX236" fmla="*/ 1144914 w 2423116"/>
                <a:gd name="csY236" fmla="*/ 898840 h 1110733"/>
                <a:gd name="csX237" fmla="*/ 1155167 w 2423116"/>
                <a:gd name="csY237" fmla="*/ 905674 h 1110733"/>
                <a:gd name="csX238" fmla="*/ 1160294 w 2423116"/>
                <a:gd name="csY238" fmla="*/ 917636 h 1110733"/>
                <a:gd name="csX239" fmla="*/ 1165420 w 2423116"/>
                <a:gd name="csY239" fmla="*/ 922763 h 1110733"/>
                <a:gd name="csX240" fmla="*/ 1167129 w 2423116"/>
                <a:gd name="csY240" fmla="*/ 902257 h 1110733"/>
                <a:gd name="csX241" fmla="*/ 1177382 w 2423116"/>
                <a:gd name="csY241" fmla="*/ 886877 h 1110733"/>
                <a:gd name="csX242" fmla="*/ 1189344 w 2423116"/>
                <a:gd name="csY242" fmla="*/ 890295 h 1110733"/>
                <a:gd name="csX243" fmla="*/ 1196178 w 2423116"/>
                <a:gd name="csY243" fmla="*/ 869789 h 1110733"/>
                <a:gd name="csX244" fmla="*/ 1232064 w 2423116"/>
                <a:gd name="csY244" fmla="*/ 844156 h 1110733"/>
                <a:gd name="csX245" fmla="*/ 1250862 w 2423116"/>
                <a:gd name="csY245" fmla="*/ 856118 h 1110733"/>
                <a:gd name="csX246" fmla="*/ 1267950 w 2423116"/>
                <a:gd name="csY246" fmla="*/ 862954 h 1110733"/>
                <a:gd name="csX247" fmla="*/ 1320923 w 2423116"/>
                <a:gd name="csY247" fmla="*/ 861245 h 1110733"/>
                <a:gd name="csX248" fmla="*/ 1344847 w 2423116"/>
                <a:gd name="csY248" fmla="*/ 862954 h 1110733"/>
                <a:gd name="csX249" fmla="*/ 1361934 w 2423116"/>
                <a:gd name="csY249" fmla="*/ 844156 h 1110733"/>
                <a:gd name="csX250" fmla="*/ 1389275 w 2423116"/>
                <a:gd name="csY250" fmla="*/ 852701 h 1110733"/>
                <a:gd name="csX251" fmla="*/ 1396111 w 2423116"/>
                <a:gd name="csY251" fmla="*/ 861245 h 1110733"/>
                <a:gd name="csX252" fmla="*/ 1408073 w 2423116"/>
                <a:gd name="csY252" fmla="*/ 861245 h 1110733"/>
                <a:gd name="csX253" fmla="*/ 1411491 w 2423116"/>
                <a:gd name="csY253" fmla="*/ 840739 h 1110733"/>
                <a:gd name="csX254" fmla="*/ 1420035 w 2423116"/>
                <a:gd name="csY254" fmla="*/ 828777 h 1110733"/>
                <a:gd name="csX255" fmla="*/ 1411491 w 2423116"/>
                <a:gd name="csY255" fmla="*/ 804853 h 1110733"/>
                <a:gd name="csX256" fmla="*/ 1413199 w 2423116"/>
                <a:gd name="csY256" fmla="*/ 791182 h 1110733"/>
                <a:gd name="csX257" fmla="*/ 1425162 w 2423116"/>
                <a:gd name="csY257" fmla="*/ 777511 h 1110733"/>
                <a:gd name="csX258" fmla="*/ 1430288 w 2423116"/>
                <a:gd name="csY258" fmla="*/ 775802 h 1110733"/>
                <a:gd name="csX259" fmla="*/ 1433706 w 2423116"/>
                <a:gd name="csY259" fmla="*/ 748461 h 1110733"/>
                <a:gd name="csX260" fmla="*/ 1431997 w 2423116"/>
                <a:gd name="csY260" fmla="*/ 729665 h 1110733"/>
                <a:gd name="csX261" fmla="*/ 1414908 w 2423116"/>
                <a:gd name="csY261" fmla="*/ 719412 h 1110733"/>
                <a:gd name="csX262" fmla="*/ 1408073 w 2423116"/>
                <a:gd name="csY262" fmla="*/ 700614 h 1110733"/>
                <a:gd name="csX263" fmla="*/ 1387567 w 2423116"/>
                <a:gd name="csY263" fmla="*/ 695488 h 1110733"/>
                <a:gd name="csX264" fmla="*/ 1355100 w 2423116"/>
                <a:gd name="csY264" fmla="*/ 690362 h 1110733"/>
                <a:gd name="csX265" fmla="*/ 1341429 w 2423116"/>
                <a:gd name="csY265" fmla="*/ 668147 h 1110733"/>
                <a:gd name="csX266" fmla="*/ 1344847 w 2423116"/>
                <a:gd name="csY266" fmla="*/ 642515 h 1110733"/>
                <a:gd name="csX267" fmla="*/ 1343138 w 2423116"/>
                <a:gd name="csY267" fmla="*/ 613464 h 1110733"/>
                <a:gd name="csX268" fmla="*/ 1336303 w 2423116"/>
                <a:gd name="csY268" fmla="*/ 604920 h 1110733"/>
                <a:gd name="csX269" fmla="*/ 1319455 w 2423116"/>
                <a:gd name="csY269" fmla="*/ 603389 h 1110733"/>
                <a:gd name="csX270" fmla="*/ 1319455 w 2423116"/>
                <a:gd name="csY270" fmla="*/ 591704 h 1110733"/>
                <a:gd name="csX271" fmla="*/ 1322632 w 2423116"/>
                <a:gd name="csY271" fmla="*/ 591250 h 1110733"/>
                <a:gd name="csX272" fmla="*/ 1320923 w 2423116"/>
                <a:gd name="csY272" fmla="*/ 569035 h 1110733"/>
                <a:gd name="csX273" fmla="*/ 1312378 w 2423116"/>
                <a:gd name="csY273" fmla="*/ 551947 h 1110733"/>
                <a:gd name="csX274" fmla="*/ 1305544 w 2423116"/>
                <a:gd name="csY274" fmla="*/ 551947 h 1110733"/>
                <a:gd name="csX275" fmla="*/ 1290384 w 2423116"/>
                <a:gd name="csY275" fmla="*/ 545209 h 1110733"/>
                <a:gd name="csX276" fmla="*/ 1290093 w 2423116"/>
                <a:gd name="csY276" fmla="*/ 544863 h 1110733"/>
                <a:gd name="csX277" fmla="*/ 1286746 w 2423116"/>
                <a:gd name="csY277" fmla="*/ 533149 h 1110733"/>
                <a:gd name="csX278" fmla="*/ 1286746 w 2423116"/>
                <a:gd name="csY278" fmla="*/ 516061 h 1110733"/>
                <a:gd name="csX279" fmla="*/ 1296999 w 2423116"/>
                <a:gd name="csY279" fmla="*/ 495555 h 1110733"/>
                <a:gd name="csX280" fmla="*/ 1308961 w 2423116"/>
                <a:gd name="csY280" fmla="*/ 469923 h 1110733"/>
                <a:gd name="csX281" fmla="*/ 1320923 w 2423116"/>
                <a:gd name="csY281" fmla="*/ 430620 h 1110733"/>
                <a:gd name="csX282" fmla="*/ 1327758 w 2423116"/>
                <a:gd name="csY282" fmla="*/ 410115 h 1110733"/>
                <a:gd name="csX283" fmla="*/ 1332885 w 2423116"/>
                <a:gd name="csY283" fmla="*/ 389608 h 1110733"/>
                <a:gd name="csX284" fmla="*/ 1331496 w 2423116"/>
                <a:gd name="csY284" fmla="*/ 381280 h 1110733"/>
                <a:gd name="csX285" fmla="*/ 1345923 w 2423116"/>
                <a:gd name="csY285" fmla="*/ 375378 h 1110733"/>
                <a:gd name="csX286" fmla="*/ 1346554 w 2423116"/>
                <a:gd name="csY286" fmla="*/ 381064 h 1110733"/>
                <a:gd name="csX287" fmla="*/ 1343137 w 2423116"/>
                <a:gd name="csY287" fmla="*/ 401570 h 1110733"/>
                <a:gd name="csX288" fmla="*/ 1341428 w 2423116"/>
                <a:gd name="csY288" fmla="*/ 411823 h 1110733"/>
                <a:gd name="csX289" fmla="*/ 1358517 w 2423116"/>
                <a:gd name="csY289" fmla="*/ 415241 h 1110733"/>
                <a:gd name="csX290" fmla="*/ 1375605 w 2423116"/>
                <a:gd name="csY290" fmla="*/ 399861 h 1110733"/>
                <a:gd name="csX291" fmla="*/ 1387567 w 2423116"/>
                <a:gd name="csY291" fmla="*/ 408405 h 1110733"/>
                <a:gd name="csX292" fmla="*/ 1404655 w 2423116"/>
                <a:gd name="csY292" fmla="*/ 416951 h 1110733"/>
                <a:gd name="csX293" fmla="*/ 1428578 w 2423116"/>
                <a:gd name="csY293" fmla="*/ 415241 h 1110733"/>
                <a:gd name="csX294" fmla="*/ 1450793 w 2423116"/>
                <a:gd name="csY294" fmla="*/ 399861 h 1110733"/>
                <a:gd name="csX295" fmla="*/ 1467881 w 2423116"/>
                <a:gd name="csY295" fmla="*/ 401570 h 1110733"/>
                <a:gd name="csX296" fmla="*/ 1476426 w 2423116"/>
                <a:gd name="csY296" fmla="*/ 404987 h 1110733"/>
                <a:gd name="csX297" fmla="*/ 1500350 w 2423116"/>
                <a:gd name="csY297" fmla="*/ 394734 h 1110733"/>
                <a:gd name="csX298" fmla="*/ 1514020 w 2423116"/>
                <a:gd name="csY298" fmla="*/ 399861 h 1110733"/>
                <a:gd name="csX299" fmla="*/ 1546487 w 2423116"/>
                <a:gd name="csY299" fmla="*/ 425494 h 1110733"/>
                <a:gd name="csX300" fmla="*/ 1555032 w 2423116"/>
                <a:gd name="csY300" fmla="*/ 449418 h 1110733"/>
                <a:gd name="csX301" fmla="*/ 1563576 w 2423116"/>
                <a:gd name="csY301" fmla="*/ 461379 h 1110733"/>
                <a:gd name="csX302" fmla="*/ 1575538 w 2423116"/>
                <a:gd name="csY302" fmla="*/ 473341 h 1110733"/>
                <a:gd name="csX303" fmla="*/ 1570411 w 2423116"/>
                <a:gd name="csY303" fmla="*/ 487012 h 1110733"/>
                <a:gd name="csX304" fmla="*/ 1604588 w 2423116"/>
                <a:gd name="csY304" fmla="*/ 492138 h 1110733"/>
                <a:gd name="csX305" fmla="*/ 1625094 w 2423116"/>
                <a:gd name="csY305" fmla="*/ 504100 h 1110733"/>
                <a:gd name="csX306" fmla="*/ 1643891 w 2423116"/>
                <a:gd name="csY306" fmla="*/ 512644 h 1110733"/>
                <a:gd name="csX307" fmla="*/ 1657561 w 2423116"/>
                <a:gd name="csY307" fmla="*/ 522897 h 1110733"/>
                <a:gd name="csX308" fmla="*/ 1679776 w 2423116"/>
                <a:gd name="csY308" fmla="*/ 529732 h 1110733"/>
                <a:gd name="csX309" fmla="*/ 1691738 w 2423116"/>
                <a:gd name="csY309" fmla="*/ 538276 h 1110733"/>
                <a:gd name="csX310" fmla="*/ 1695155 w 2423116"/>
                <a:gd name="csY310" fmla="*/ 560492 h 1110733"/>
                <a:gd name="csX311" fmla="*/ 1684903 w 2423116"/>
                <a:gd name="csY311" fmla="*/ 570743 h 1110733"/>
                <a:gd name="csX312" fmla="*/ 1695155 w 2423116"/>
                <a:gd name="csY312" fmla="*/ 580997 h 1110733"/>
                <a:gd name="csX313" fmla="*/ 1695155 w 2423116"/>
                <a:gd name="csY313" fmla="*/ 596377 h 1110733"/>
                <a:gd name="csX314" fmla="*/ 1698574 w 2423116"/>
                <a:gd name="csY314" fmla="*/ 610048 h 1110733"/>
                <a:gd name="csX315" fmla="*/ 1708826 w 2423116"/>
                <a:gd name="csY315" fmla="*/ 632261 h 1110733"/>
                <a:gd name="csX316" fmla="*/ 1724205 w 2423116"/>
                <a:gd name="csY316" fmla="*/ 640806 h 1110733"/>
                <a:gd name="csX317" fmla="*/ 1734458 w 2423116"/>
                <a:gd name="csY317" fmla="*/ 635680 h 1110733"/>
                <a:gd name="csX318" fmla="*/ 1734458 w 2423116"/>
                <a:gd name="csY318" fmla="*/ 613465 h 1110733"/>
                <a:gd name="csX319" fmla="*/ 1739585 w 2423116"/>
                <a:gd name="csY319" fmla="*/ 601503 h 1110733"/>
                <a:gd name="csX320" fmla="*/ 1741294 w 2423116"/>
                <a:gd name="csY320" fmla="*/ 584414 h 1110733"/>
                <a:gd name="csX321" fmla="*/ 1751546 w 2423116"/>
                <a:gd name="csY321" fmla="*/ 569035 h 1110733"/>
                <a:gd name="csX322" fmla="*/ 1773762 w 2423116"/>
                <a:gd name="csY322" fmla="*/ 565618 h 1110733"/>
                <a:gd name="csX323" fmla="*/ 1795976 w 2423116"/>
                <a:gd name="csY323" fmla="*/ 546821 h 1110733"/>
                <a:gd name="csX324" fmla="*/ 1814774 w 2423116"/>
                <a:gd name="csY324" fmla="*/ 510935 h 1110733"/>
                <a:gd name="csX325" fmla="*/ 1826734 w 2423116"/>
                <a:gd name="csY325" fmla="*/ 483593 h 1110733"/>
                <a:gd name="csX326" fmla="*/ 1859203 w 2423116"/>
                <a:gd name="csY326" fmla="*/ 464797 h 1110733"/>
                <a:gd name="csX327" fmla="*/ 1874582 w 2423116"/>
                <a:gd name="csY327" fmla="*/ 481885 h 1110733"/>
                <a:gd name="csX328" fmla="*/ 1884835 w 2423116"/>
                <a:gd name="csY328" fmla="*/ 490429 h 1110733"/>
                <a:gd name="csX329" fmla="*/ 1891671 w 2423116"/>
                <a:gd name="csY329" fmla="*/ 488720 h 1110733"/>
                <a:gd name="csX330" fmla="*/ 1893380 w 2423116"/>
                <a:gd name="csY330" fmla="*/ 507518 h 1110733"/>
                <a:gd name="csX331" fmla="*/ 1907050 w 2423116"/>
                <a:gd name="csY331" fmla="*/ 514353 h 1110733"/>
                <a:gd name="csX332" fmla="*/ 1920721 w 2423116"/>
                <a:gd name="csY332" fmla="*/ 488720 h 1110733"/>
                <a:gd name="csX333" fmla="*/ 1936100 w 2423116"/>
                <a:gd name="csY333" fmla="*/ 485303 h 1110733"/>
                <a:gd name="csX334" fmla="*/ 1944644 w 2423116"/>
                <a:gd name="csY334" fmla="*/ 463088 h 1110733"/>
                <a:gd name="csX335" fmla="*/ 1958315 w 2423116"/>
                <a:gd name="csY335" fmla="*/ 461379 h 1110733"/>
                <a:gd name="csX336" fmla="*/ 1971985 w 2423116"/>
                <a:gd name="csY336" fmla="*/ 454543 h 1110733"/>
                <a:gd name="csX337" fmla="*/ 1987365 w 2423116"/>
                <a:gd name="csY337" fmla="*/ 469923 h 1110733"/>
                <a:gd name="csX338" fmla="*/ 2001036 w 2423116"/>
                <a:gd name="csY338" fmla="*/ 473341 h 1110733"/>
                <a:gd name="csX339" fmla="*/ 2023250 w 2423116"/>
                <a:gd name="csY339" fmla="*/ 469923 h 1110733"/>
                <a:gd name="csX340" fmla="*/ 2043757 w 2423116"/>
                <a:gd name="csY340" fmla="*/ 464797 h 1110733"/>
                <a:gd name="csX341" fmla="*/ 2064262 w 2423116"/>
                <a:gd name="csY341" fmla="*/ 476759 h 1110733"/>
                <a:gd name="csX342" fmla="*/ 2084768 w 2423116"/>
                <a:gd name="csY342" fmla="*/ 476759 h 1110733"/>
                <a:gd name="csX343" fmla="*/ 2098439 w 2423116"/>
                <a:gd name="csY343" fmla="*/ 456252 h 1110733"/>
                <a:gd name="csX344" fmla="*/ 2096730 w 2423116"/>
                <a:gd name="csY344" fmla="*/ 435747 h 1110733"/>
                <a:gd name="csX345" fmla="*/ 2115528 w 2423116"/>
                <a:gd name="csY345" fmla="*/ 420368 h 1110733"/>
                <a:gd name="csX346" fmla="*/ 2130907 w 2423116"/>
                <a:gd name="csY346" fmla="*/ 415241 h 1110733"/>
                <a:gd name="csX347" fmla="*/ 2147995 w 2423116"/>
                <a:gd name="csY347" fmla="*/ 411823 h 1110733"/>
                <a:gd name="csX348" fmla="*/ 2159957 w 2423116"/>
                <a:gd name="csY348" fmla="*/ 423785 h 1110733"/>
                <a:gd name="csX349" fmla="*/ 2173627 w 2423116"/>
                <a:gd name="csY349" fmla="*/ 444292 h 1110733"/>
                <a:gd name="csX350" fmla="*/ 2171918 w 2423116"/>
                <a:gd name="csY350" fmla="*/ 464797 h 1110733"/>
                <a:gd name="csX351" fmla="*/ 2182172 w 2423116"/>
                <a:gd name="csY351" fmla="*/ 481885 h 1110733"/>
                <a:gd name="csX352" fmla="*/ 2182172 w 2423116"/>
                <a:gd name="csY352" fmla="*/ 510935 h 1110733"/>
                <a:gd name="csX353" fmla="*/ 2165084 w 2423116"/>
                <a:gd name="csY353" fmla="*/ 517770 h 1110733"/>
                <a:gd name="csX354" fmla="*/ 2144577 w 2423116"/>
                <a:gd name="csY354" fmla="*/ 512644 h 1110733"/>
                <a:gd name="csX355" fmla="*/ 2147995 w 2423116"/>
                <a:gd name="csY355" fmla="*/ 528023 h 1110733"/>
                <a:gd name="csX356" fmla="*/ 2168501 w 2423116"/>
                <a:gd name="csY356" fmla="*/ 538276 h 1110733"/>
                <a:gd name="csX357" fmla="*/ 2177046 w 2423116"/>
                <a:gd name="csY357" fmla="*/ 553656 h 1110733"/>
                <a:gd name="csX358" fmla="*/ 2178754 w 2423116"/>
                <a:gd name="csY358" fmla="*/ 577579 h 1110733"/>
                <a:gd name="csX359" fmla="*/ 2180463 w 2423116"/>
                <a:gd name="csY359" fmla="*/ 599794 h 1110733"/>
                <a:gd name="csX360" fmla="*/ 2190716 w 2423116"/>
                <a:gd name="csY360" fmla="*/ 615174 h 1110733"/>
                <a:gd name="csX361" fmla="*/ 2221474 w 2423116"/>
                <a:gd name="csY361" fmla="*/ 618591 h 1110733"/>
                <a:gd name="csX362" fmla="*/ 2247107 w 2423116"/>
                <a:gd name="csY362" fmla="*/ 591250 h 1110733"/>
                <a:gd name="csX363" fmla="*/ 2257360 w 2423116"/>
                <a:gd name="csY363" fmla="*/ 553656 h 1110733"/>
                <a:gd name="csX364" fmla="*/ 2282992 w 2423116"/>
                <a:gd name="csY364" fmla="*/ 551947 h 1110733"/>
                <a:gd name="csX365" fmla="*/ 2303498 w 2423116"/>
                <a:gd name="csY365" fmla="*/ 548530 h 1110733"/>
                <a:gd name="csX366" fmla="*/ 2329131 w 2423116"/>
                <a:gd name="csY366" fmla="*/ 541694 h 1110733"/>
                <a:gd name="csX367" fmla="*/ 2354764 w 2423116"/>
                <a:gd name="csY367" fmla="*/ 533151 h 1110733"/>
                <a:gd name="csX368" fmla="*/ 2373560 w 2423116"/>
                <a:gd name="csY368" fmla="*/ 534859 h 1110733"/>
                <a:gd name="csX369" fmla="*/ 2378686 w 2423116"/>
                <a:gd name="csY369" fmla="*/ 512644 h 1110733"/>
                <a:gd name="csX370" fmla="*/ 2383813 w 2423116"/>
                <a:gd name="csY370" fmla="*/ 498974 h 1110733"/>
                <a:gd name="csX371" fmla="*/ 2394065 w 2423116"/>
                <a:gd name="csY371" fmla="*/ 483593 h 1110733"/>
                <a:gd name="csX372" fmla="*/ 2409446 w 2423116"/>
                <a:gd name="csY372" fmla="*/ 469923 h 1110733"/>
                <a:gd name="csX373" fmla="*/ 2416282 w 2423116"/>
                <a:gd name="csY373" fmla="*/ 454543 h 1110733"/>
                <a:gd name="csX374" fmla="*/ 2423116 w 2423116"/>
                <a:gd name="csY374" fmla="*/ 411823 h 1110733"/>
                <a:gd name="csX375" fmla="*/ 2417990 w 2423116"/>
                <a:gd name="csY375" fmla="*/ 372520 h 1110733"/>
                <a:gd name="csX376" fmla="*/ 2409446 w 2423116"/>
                <a:gd name="csY376" fmla="*/ 343471 h 1110733"/>
                <a:gd name="csX377" fmla="*/ 2399192 w 2423116"/>
                <a:gd name="csY377" fmla="*/ 331509 h 1110733"/>
                <a:gd name="csX378" fmla="*/ 2378686 w 2423116"/>
                <a:gd name="csY378" fmla="*/ 311002 h 1110733"/>
                <a:gd name="csX379" fmla="*/ 2347928 w 2423116"/>
                <a:gd name="csY379" fmla="*/ 304167 h 1110733"/>
                <a:gd name="csX380" fmla="*/ 2341093 w 2423116"/>
                <a:gd name="csY380" fmla="*/ 292205 h 1110733"/>
                <a:gd name="csX381" fmla="*/ 2317168 w 2423116"/>
                <a:gd name="csY381" fmla="*/ 288787 h 1110733"/>
                <a:gd name="csX382" fmla="*/ 2293246 w 2423116"/>
                <a:gd name="csY382" fmla="*/ 293915 h 1110733"/>
                <a:gd name="csX383" fmla="*/ 2289827 w 2423116"/>
                <a:gd name="csY383" fmla="*/ 278534 h 1110733"/>
                <a:gd name="csX384" fmla="*/ 2267613 w 2423116"/>
                <a:gd name="csY384" fmla="*/ 269991 h 1110733"/>
                <a:gd name="csX385" fmla="*/ 2253943 w 2423116"/>
                <a:gd name="csY385" fmla="*/ 247776 h 1110733"/>
                <a:gd name="csX386" fmla="*/ 2267613 w 2423116"/>
                <a:gd name="csY386" fmla="*/ 239233 h 1110733"/>
                <a:gd name="csX387" fmla="*/ 2269322 w 2423116"/>
                <a:gd name="csY387" fmla="*/ 220435 h 1110733"/>
                <a:gd name="csX388" fmla="*/ 2260777 w 2423116"/>
                <a:gd name="csY388" fmla="*/ 208473 h 1110733"/>
                <a:gd name="csX389" fmla="*/ 2272739 w 2423116"/>
                <a:gd name="csY389" fmla="*/ 191385 h 1110733"/>
                <a:gd name="csX390" fmla="*/ 2272739 w 2423116"/>
                <a:gd name="csY390" fmla="*/ 176005 h 1110733"/>
                <a:gd name="csX391" fmla="*/ 2253943 w 2423116"/>
                <a:gd name="csY391" fmla="*/ 176005 h 1110733"/>
                <a:gd name="csX392" fmla="*/ 2243688 w 2423116"/>
                <a:gd name="csY392" fmla="*/ 158917 h 1110733"/>
                <a:gd name="csX393" fmla="*/ 2245398 w 2423116"/>
                <a:gd name="csY393" fmla="*/ 146955 h 1110733"/>
                <a:gd name="csX394" fmla="*/ 2235145 w 2423116"/>
                <a:gd name="csY394" fmla="*/ 145246 h 1110733"/>
                <a:gd name="csX395" fmla="*/ 2219766 w 2423116"/>
                <a:gd name="csY395" fmla="*/ 145246 h 1110733"/>
                <a:gd name="csX396" fmla="*/ 2209513 w 2423116"/>
                <a:gd name="csY396" fmla="*/ 124740 h 1110733"/>
                <a:gd name="csX397" fmla="*/ 2189006 w 2423116"/>
                <a:gd name="csY397" fmla="*/ 107652 h 1110733"/>
                <a:gd name="csX398" fmla="*/ 2168501 w 2423116"/>
                <a:gd name="csY398" fmla="*/ 116197 h 1110733"/>
                <a:gd name="csX399" fmla="*/ 2149703 w 2423116"/>
                <a:gd name="csY399" fmla="*/ 104235 h 1110733"/>
                <a:gd name="csX400" fmla="*/ 2130907 w 2423116"/>
                <a:gd name="csY400" fmla="*/ 99108 h 1110733"/>
                <a:gd name="csX401" fmla="*/ 2105274 w 2423116"/>
                <a:gd name="csY401" fmla="*/ 102526 h 1110733"/>
                <a:gd name="csX402" fmla="*/ 2088187 w 2423116"/>
                <a:gd name="csY402" fmla="*/ 92273 h 1110733"/>
                <a:gd name="csX403" fmla="*/ 2088187 w 2423116"/>
                <a:gd name="csY403" fmla="*/ 80311 h 1110733"/>
                <a:gd name="csX404" fmla="*/ 2062553 w 2423116"/>
                <a:gd name="csY404" fmla="*/ 46134 h 1110733"/>
                <a:gd name="csX405" fmla="*/ 2069389 w 2423116"/>
                <a:gd name="csY405" fmla="*/ 35881 h 1110733"/>
                <a:gd name="csX406" fmla="*/ 2084768 w 2423116"/>
                <a:gd name="csY406" fmla="*/ 25628 h 1110733"/>
                <a:gd name="csX407" fmla="*/ 2096730 w 2423116"/>
                <a:gd name="csY407" fmla="*/ 1705 h 1110733"/>
                <a:gd name="csX408" fmla="*/ 2097867 w 2423116"/>
                <a:gd name="csY408" fmla="*/ 0 h 1110733"/>
                <a:gd name="csX409" fmla="*/ 1427893 w 2423116"/>
                <a:gd name="csY409" fmla="*/ 0 h 1110733"/>
                <a:gd name="csX410" fmla="*/ 1401290 w 2423116"/>
                <a:gd name="csY410" fmla="*/ 0 h 1110733"/>
                <a:gd name="csX411" fmla="*/ 1401228 w 2423116"/>
                <a:gd name="csY411" fmla="*/ 0 h 1110733"/>
                <a:gd name="csX412" fmla="*/ 1484133 w 2423116"/>
                <a:gd name="csY412"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314081 w 2423116"/>
                <a:gd name="csY5" fmla="*/ 0 h 1110733"/>
                <a:gd name="csX6" fmla="*/ 1295291 w 2423116"/>
                <a:gd name="csY6" fmla="*/ 10249 h 1110733"/>
                <a:gd name="csX7" fmla="*/ 1288659 w 2423116"/>
                <a:gd name="csY7" fmla="*/ 0 h 1110733"/>
                <a:gd name="csX8" fmla="*/ 541694 w 2423116"/>
                <a:gd name="csY8" fmla="*/ 0 h 1110733"/>
                <a:gd name="csX9" fmla="*/ 517775 w 2423116"/>
                <a:gd name="csY9" fmla="*/ 23919 h 1110733"/>
                <a:gd name="csX10" fmla="*/ 502396 w 2423116"/>
                <a:gd name="csY10" fmla="*/ 54679 h 1110733"/>
                <a:gd name="csX11" fmla="*/ 502396 w 2423116"/>
                <a:gd name="csY11" fmla="*/ 71767 h 1110733"/>
                <a:gd name="csX12" fmla="*/ 495560 w 2423116"/>
                <a:gd name="csY12" fmla="*/ 90564 h 1110733"/>
                <a:gd name="csX13" fmla="*/ 481889 w 2423116"/>
                <a:gd name="csY13" fmla="*/ 90564 h 1110733"/>
                <a:gd name="csX14" fmla="*/ 451130 w 2423116"/>
                <a:gd name="csY14" fmla="*/ 102526 h 1110733"/>
                <a:gd name="csX15" fmla="*/ 427207 w 2423116"/>
                <a:gd name="csY15" fmla="*/ 104235 h 1110733"/>
                <a:gd name="csX16" fmla="*/ 422080 w 2423116"/>
                <a:gd name="csY16" fmla="*/ 93982 h 1110733"/>
                <a:gd name="csX17" fmla="*/ 408410 w 2423116"/>
                <a:gd name="csY17" fmla="*/ 93982 h 1110733"/>
                <a:gd name="csX18" fmla="*/ 406701 w 2423116"/>
                <a:gd name="csY18" fmla="*/ 82020 h 1110733"/>
                <a:gd name="csX19" fmla="*/ 391322 w 2423116"/>
                <a:gd name="csY19" fmla="*/ 83728 h 1110733"/>
                <a:gd name="csX20" fmla="*/ 389613 w 2423116"/>
                <a:gd name="csY20" fmla="*/ 99108 h 1110733"/>
                <a:gd name="csX21" fmla="*/ 365689 w 2423116"/>
                <a:gd name="csY21" fmla="*/ 128157 h 1110733"/>
                <a:gd name="csX22" fmla="*/ 384486 w 2423116"/>
                <a:gd name="csY22" fmla="*/ 150372 h 1110733"/>
                <a:gd name="csX23" fmla="*/ 396448 w 2423116"/>
                <a:gd name="csY23" fmla="*/ 138410 h 1110733"/>
                <a:gd name="csX24" fmla="*/ 413537 w 2423116"/>
                <a:gd name="csY24" fmla="*/ 141828 h 1110733"/>
                <a:gd name="csX25" fmla="*/ 423164 w 2423116"/>
                <a:gd name="csY25" fmla="*/ 141828 h 1110733"/>
                <a:gd name="csX26" fmla="*/ 423164 w 2423116"/>
                <a:gd name="csY26" fmla="*/ 159038 h 1110733"/>
                <a:gd name="csX27" fmla="*/ 416954 w 2423116"/>
                <a:gd name="csY27" fmla="*/ 158917 h 1110733"/>
                <a:gd name="csX28" fmla="*/ 410118 w 2423116"/>
                <a:gd name="csY28" fmla="*/ 169169 h 1110733"/>
                <a:gd name="csX29" fmla="*/ 413537 w 2423116"/>
                <a:gd name="csY29" fmla="*/ 187967 h 1110733"/>
                <a:gd name="csX30" fmla="*/ 399866 w 2423116"/>
                <a:gd name="csY30" fmla="*/ 208473 h 1110733"/>
                <a:gd name="csX31" fmla="*/ 314425 w 2423116"/>
                <a:gd name="csY31" fmla="*/ 210182 h 1110733"/>
                <a:gd name="csX32" fmla="*/ 283666 w 2423116"/>
                <a:gd name="csY32" fmla="*/ 215308 h 1110733"/>
                <a:gd name="csX33" fmla="*/ 276830 w 2423116"/>
                <a:gd name="csY33" fmla="*/ 237523 h 1110733"/>
                <a:gd name="csX34" fmla="*/ 281956 w 2423116"/>
                <a:gd name="csY34" fmla="*/ 259738 h 1110733"/>
                <a:gd name="csX35" fmla="*/ 305880 w 2423116"/>
                <a:gd name="csY35" fmla="*/ 295623 h 1110733"/>
                <a:gd name="csX36" fmla="*/ 334930 w 2423116"/>
                <a:gd name="csY36" fmla="*/ 304167 h 1110733"/>
                <a:gd name="csX37" fmla="*/ 348600 w 2423116"/>
                <a:gd name="csY37" fmla="*/ 328090 h 1110733"/>
                <a:gd name="csX38" fmla="*/ 341766 w 2423116"/>
                <a:gd name="csY38" fmla="*/ 340052 h 1110733"/>
                <a:gd name="csX39" fmla="*/ 324678 w 2423116"/>
                <a:gd name="csY39" fmla="*/ 329799 h 1110733"/>
                <a:gd name="csX40" fmla="*/ 333221 w 2423116"/>
                <a:gd name="csY40" fmla="*/ 348597 h 1110733"/>
                <a:gd name="csX41" fmla="*/ 328095 w 2423116"/>
                <a:gd name="csY41" fmla="*/ 375938 h 1110733"/>
                <a:gd name="csX42" fmla="*/ 341766 w 2423116"/>
                <a:gd name="csY42" fmla="*/ 418658 h 1110733"/>
                <a:gd name="csX43" fmla="*/ 353727 w 2423116"/>
                <a:gd name="csY43" fmla="*/ 444290 h 1110733"/>
                <a:gd name="csX44" fmla="*/ 353727 w 2423116"/>
                <a:gd name="csY44" fmla="*/ 461379 h 1110733"/>
                <a:gd name="csX45" fmla="*/ 343474 w 2423116"/>
                <a:gd name="csY45" fmla="*/ 480176 h 1110733"/>
                <a:gd name="csX46" fmla="*/ 328095 w 2423116"/>
                <a:gd name="csY46" fmla="*/ 471633 h 1110733"/>
                <a:gd name="csX47" fmla="*/ 317842 w 2423116"/>
                <a:gd name="csY47" fmla="*/ 490429 h 1110733"/>
                <a:gd name="csX48" fmla="*/ 331512 w 2423116"/>
                <a:gd name="csY48" fmla="*/ 529732 h 1110733"/>
                <a:gd name="csX49" fmla="*/ 360563 w 2423116"/>
                <a:gd name="csY49" fmla="*/ 553656 h 1110733"/>
                <a:gd name="csX50" fmla="*/ 379360 w 2423116"/>
                <a:gd name="csY50" fmla="*/ 563909 h 1110733"/>
                <a:gd name="csX51" fmla="*/ 387904 w 2423116"/>
                <a:gd name="csY51" fmla="*/ 557073 h 1110733"/>
                <a:gd name="csX52" fmla="*/ 411827 w 2423116"/>
                <a:gd name="csY52" fmla="*/ 548530 h 1110733"/>
                <a:gd name="csX53" fmla="*/ 420371 w 2423116"/>
                <a:gd name="csY53" fmla="*/ 560492 h 1110733"/>
                <a:gd name="csX54" fmla="*/ 427207 w 2423116"/>
                <a:gd name="csY54" fmla="*/ 579288 h 1110733"/>
                <a:gd name="csX55" fmla="*/ 461384 w 2423116"/>
                <a:gd name="csY55" fmla="*/ 589541 h 1110733"/>
                <a:gd name="csX56" fmla="*/ 480181 w 2423116"/>
                <a:gd name="csY56" fmla="*/ 610046 h 1110733"/>
                <a:gd name="csX57" fmla="*/ 451130 w 2423116"/>
                <a:gd name="csY57" fmla="*/ 615174 h 1110733"/>
                <a:gd name="csX58" fmla="*/ 442586 w 2423116"/>
                <a:gd name="csY58" fmla="*/ 627134 h 1110733"/>
                <a:gd name="csX59" fmla="*/ 439168 w 2423116"/>
                <a:gd name="csY59" fmla="*/ 640806 h 1110733"/>
                <a:gd name="csX60" fmla="*/ 430625 w 2423116"/>
                <a:gd name="csY60" fmla="*/ 642515 h 1110733"/>
                <a:gd name="csX61" fmla="*/ 413537 w 2423116"/>
                <a:gd name="csY61" fmla="*/ 627134 h 1110733"/>
                <a:gd name="csX62" fmla="*/ 389613 w 2423116"/>
                <a:gd name="csY62" fmla="*/ 632261 h 1110733"/>
                <a:gd name="csX63" fmla="*/ 379360 w 2423116"/>
                <a:gd name="csY63" fmla="*/ 633970 h 1110733"/>
                <a:gd name="csX64" fmla="*/ 384486 w 2423116"/>
                <a:gd name="csY64" fmla="*/ 649351 h 1110733"/>
                <a:gd name="csX65" fmla="*/ 403284 w 2423116"/>
                <a:gd name="csY65" fmla="*/ 649351 h 1110733"/>
                <a:gd name="csX66" fmla="*/ 425497 w 2423116"/>
                <a:gd name="csY66" fmla="*/ 669856 h 1110733"/>
                <a:gd name="csX67" fmla="*/ 420371 w 2423116"/>
                <a:gd name="csY67" fmla="*/ 680109 h 1110733"/>
                <a:gd name="csX68" fmla="*/ 422080 w 2423116"/>
                <a:gd name="csY68" fmla="*/ 695488 h 1110733"/>
                <a:gd name="csX69" fmla="*/ 415245 w 2423116"/>
                <a:gd name="csY69" fmla="*/ 705741 h 1110733"/>
                <a:gd name="csX70" fmla="*/ 416954 w 2423116"/>
                <a:gd name="csY70" fmla="*/ 714285 h 1110733"/>
                <a:gd name="csX71" fmla="*/ 427207 w 2423116"/>
                <a:gd name="csY71" fmla="*/ 745044 h 1110733"/>
                <a:gd name="csX72" fmla="*/ 428916 w 2423116"/>
                <a:gd name="csY72" fmla="*/ 768968 h 1110733"/>
                <a:gd name="csX73" fmla="*/ 430625 w 2423116"/>
                <a:gd name="csY73" fmla="*/ 794600 h 1110733"/>
                <a:gd name="csX74" fmla="*/ 422080 w 2423116"/>
                <a:gd name="csY74" fmla="*/ 794600 h 1110733"/>
                <a:gd name="csX75" fmla="*/ 413537 w 2423116"/>
                <a:gd name="csY75" fmla="*/ 777511 h 1110733"/>
                <a:gd name="csX76" fmla="*/ 404992 w 2423116"/>
                <a:gd name="csY76" fmla="*/ 755297 h 1110733"/>
                <a:gd name="csX77" fmla="*/ 406701 w 2423116"/>
                <a:gd name="csY77" fmla="*/ 729665 h 1110733"/>
                <a:gd name="csX78" fmla="*/ 393030 w 2423116"/>
                <a:gd name="csY78" fmla="*/ 710867 h 1110733"/>
                <a:gd name="csX79" fmla="*/ 369107 w 2423116"/>
                <a:gd name="csY79" fmla="*/ 705741 h 1110733"/>
                <a:gd name="csX80" fmla="*/ 365689 w 2423116"/>
                <a:gd name="csY80" fmla="*/ 680109 h 1110733"/>
                <a:gd name="csX81" fmla="*/ 314425 w 2423116"/>
                <a:gd name="csY81" fmla="*/ 680109 h 1110733"/>
                <a:gd name="csX82" fmla="*/ 295627 w 2423116"/>
                <a:gd name="csY82" fmla="*/ 695488 h 1110733"/>
                <a:gd name="csX83" fmla="*/ 278539 w 2423116"/>
                <a:gd name="csY83" fmla="*/ 690362 h 1110733"/>
                <a:gd name="csX84" fmla="*/ 271704 w 2423116"/>
                <a:gd name="csY84" fmla="*/ 676692 h 1110733"/>
                <a:gd name="csX85" fmla="*/ 273413 w 2423116"/>
                <a:gd name="csY85" fmla="*/ 659602 h 1110733"/>
                <a:gd name="csX86" fmla="*/ 254615 w 2423116"/>
                <a:gd name="csY86" fmla="*/ 630553 h 1110733"/>
                <a:gd name="csX87" fmla="*/ 230692 w 2423116"/>
                <a:gd name="csY87" fmla="*/ 630553 h 1110733"/>
                <a:gd name="csX88" fmla="*/ 228983 w 2423116"/>
                <a:gd name="csY88" fmla="*/ 616882 h 1110733"/>
                <a:gd name="csX89" fmla="*/ 234109 w 2423116"/>
                <a:gd name="csY89" fmla="*/ 601503 h 1110733"/>
                <a:gd name="csX90" fmla="*/ 222148 w 2423116"/>
                <a:gd name="csY90" fmla="*/ 584414 h 1110733"/>
                <a:gd name="csX91" fmla="*/ 206768 w 2423116"/>
                <a:gd name="csY91" fmla="*/ 579288 h 1110733"/>
                <a:gd name="csX92" fmla="*/ 199933 w 2423116"/>
                <a:gd name="csY92" fmla="*/ 562200 h 1110733"/>
                <a:gd name="csX93" fmla="*/ 184554 w 2423116"/>
                <a:gd name="csY93" fmla="*/ 557073 h 1110733"/>
                <a:gd name="csX94" fmla="*/ 167466 w 2423116"/>
                <a:gd name="csY94" fmla="*/ 565618 h 1110733"/>
                <a:gd name="csX95" fmla="*/ 157212 w 2423116"/>
                <a:gd name="csY95" fmla="*/ 558782 h 1110733"/>
                <a:gd name="csX96" fmla="*/ 148669 w 2423116"/>
                <a:gd name="csY96" fmla="*/ 546821 h 1110733"/>
                <a:gd name="csX97" fmla="*/ 148669 w 2423116"/>
                <a:gd name="csY97" fmla="*/ 539985 h 1110733"/>
                <a:gd name="csX98" fmla="*/ 107657 w 2423116"/>
                <a:gd name="csY98" fmla="*/ 510934 h 1110733"/>
                <a:gd name="csX99" fmla="*/ 87151 w 2423116"/>
                <a:gd name="csY99" fmla="*/ 567326 h 1110733"/>
                <a:gd name="csX100" fmla="*/ 73480 w 2423116"/>
                <a:gd name="csY100" fmla="*/ 572452 h 1110733"/>
                <a:gd name="csX101" fmla="*/ 88859 w 2423116"/>
                <a:gd name="csY101" fmla="*/ 596376 h 1110733"/>
                <a:gd name="csX102" fmla="*/ 90568 w 2423116"/>
                <a:gd name="csY102" fmla="*/ 622008 h 1110733"/>
                <a:gd name="csX103" fmla="*/ 126453 w 2423116"/>
                <a:gd name="csY103" fmla="*/ 625426 h 1110733"/>
                <a:gd name="csX104" fmla="*/ 140124 w 2423116"/>
                <a:gd name="csY104" fmla="*/ 625426 h 1110733"/>
                <a:gd name="csX105" fmla="*/ 124745 w 2423116"/>
                <a:gd name="csY105" fmla="*/ 647641 h 1110733"/>
                <a:gd name="csX106" fmla="*/ 104238 w 2423116"/>
                <a:gd name="csY106" fmla="*/ 661311 h 1110733"/>
                <a:gd name="csX107" fmla="*/ 88859 w 2423116"/>
                <a:gd name="csY107" fmla="*/ 661311 h 1110733"/>
                <a:gd name="csX108" fmla="*/ 73480 w 2423116"/>
                <a:gd name="csY108" fmla="*/ 647641 h 1110733"/>
                <a:gd name="csX109" fmla="*/ 59810 w 2423116"/>
                <a:gd name="csY109" fmla="*/ 649351 h 1110733"/>
                <a:gd name="csX110" fmla="*/ 46139 w 2423116"/>
                <a:gd name="csY110" fmla="*/ 647641 h 1110733"/>
                <a:gd name="csX111" fmla="*/ 25633 w 2423116"/>
                <a:gd name="csY111" fmla="*/ 640806 h 1110733"/>
                <a:gd name="csX112" fmla="*/ 10253 w 2423116"/>
                <a:gd name="csY112" fmla="*/ 642515 h 1110733"/>
                <a:gd name="csX113" fmla="*/ 11962 w 2423116"/>
                <a:gd name="csY113" fmla="*/ 652768 h 1110733"/>
                <a:gd name="csX114" fmla="*/ 34177 w 2423116"/>
                <a:gd name="csY114" fmla="*/ 664730 h 1110733"/>
                <a:gd name="csX115" fmla="*/ 32469 w 2423116"/>
                <a:gd name="csY115" fmla="*/ 676692 h 1110733"/>
                <a:gd name="csX116" fmla="*/ 23924 w 2423116"/>
                <a:gd name="csY116" fmla="*/ 704033 h 1110733"/>
                <a:gd name="csX117" fmla="*/ 52974 w 2423116"/>
                <a:gd name="csY117" fmla="*/ 734791 h 1110733"/>
                <a:gd name="csX118" fmla="*/ 58101 w 2423116"/>
                <a:gd name="csY118" fmla="*/ 760423 h 1110733"/>
                <a:gd name="csX119" fmla="*/ 41012 w 2423116"/>
                <a:gd name="csY119" fmla="*/ 768968 h 1110733"/>
                <a:gd name="csX120" fmla="*/ 20507 w 2423116"/>
                <a:gd name="csY120" fmla="*/ 757006 h 1110733"/>
                <a:gd name="csX121" fmla="*/ 3419 w 2423116"/>
                <a:gd name="csY121" fmla="*/ 736500 h 1110733"/>
                <a:gd name="csX122" fmla="*/ 0 w 2423116"/>
                <a:gd name="csY122" fmla="*/ 746753 h 1110733"/>
                <a:gd name="csX123" fmla="*/ 27341 w 2423116"/>
                <a:gd name="csY123" fmla="*/ 779221 h 1110733"/>
                <a:gd name="csX124" fmla="*/ 34177 w 2423116"/>
                <a:gd name="csY124" fmla="*/ 796309 h 1110733"/>
                <a:gd name="csX125" fmla="*/ 52974 w 2423116"/>
                <a:gd name="csY125" fmla="*/ 791182 h 1110733"/>
                <a:gd name="csX126" fmla="*/ 66644 w 2423116"/>
                <a:gd name="csY126" fmla="*/ 780930 h 1110733"/>
                <a:gd name="csX127" fmla="*/ 82025 w 2423116"/>
                <a:gd name="csY127" fmla="*/ 784347 h 1110733"/>
                <a:gd name="csX128" fmla="*/ 88859 w 2423116"/>
                <a:gd name="csY128" fmla="*/ 798018 h 1110733"/>
                <a:gd name="csX129" fmla="*/ 102530 w 2423116"/>
                <a:gd name="csY129" fmla="*/ 808272 h 1110733"/>
                <a:gd name="csX130" fmla="*/ 124745 w 2423116"/>
                <a:gd name="csY130" fmla="*/ 808272 h 1110733"/>
                <a:gd name="csX131" fmla="*/ 145250 w 2423116"/>
                <a:gd name="csY131" fmla="*/ 842448 h 1110733"/>
                <a:gd name="csX132" fmla="*/ 140124 w 2423116"/>
                <a:gd name="csY132" fmla="*/ 856118 h 1110733"/>
                <a:gd name="csX133" fmla="*/ 123036 w 2423116"/>
                <a:gd name="csY133" fmla="*/ 854410 h 1110733"/>
                <a:gd name="csX134" fmla="*/ 114492 w 2423116"/>
                <a:gd name="csY134" fmla="*/ 835613 h 1110733"/>
                <a:gd name="csX135" fmla="*/ 92278 w 2423116"/>
                <a:gd name="csY135" fmla="*/ 827068 h 1110733"/>
                <a:gd name="csX136" fmla="*/ 87151 w 2423116"/>
                <a:gd name="csY136" fmla="*/ 811688 h 1110733"/>
                <a:gd name="csX137" fmla="*/ 73480 w 2423116"/>
                <a:gd name="csY137" fmla="*/ 799726 h 1110733"/>
                <a:gd name="csX138" fmla="*/ 56391 w 2423116"/>
                <a:gd name="csY138" fmla="*/ 825360 h 1110733"/>
                <a:gd name="csX139" fmla="*/ 56391 w 2423116"/>
                <a:gd name="csY139" fmla="*/ 844156 h 1110733"/>
                <a:gd name="csX140" fmla="*/ 58101 w 2423116"/>
                <a:gd name="csY140" fmla="*/ 862954 h 1110733"/>
                <a:gd name="csX141" fmla="*/ 71771 w 2423116"/>
                <a:gd name="csY141" fmla="*/ 871497 h 1110733"/>
                <a:gd name="csX142" fmla="*/ 80316 w 2423116"/>
                <a:gd name="csY142" fmla="*/ 880042 h 1110733"/>
                <a:gd name="csX143" fmla="*/ 73480 w 2423116"/>
                <a:gd name="csY143" fmla="*/ 900548 h 1110733"/>
                <a:gd name="csX144" fmla="*/ 66644 w 2423116"/>
                <a:gd name="csY144" fmla="*/ 903966 h 1110733"/>
                <a:gd name="csX145" fmla="*/ 56391 w 2423116"/>
                <a:gd name="csY145" fmla="*/ 903966 h 1110733"/>
                <a:gd name="csX146" fmla="*/ 49556 w 2423116"/>
                <a:gd name="csY146" fmla="*/ 921053 h 1110733"/>
                <a:gd name="csX147" fmla="*/ 42720 w 2423116"/>
                <a:gd name="csY147" fmla="*/ 939851 h 1110733"/>
                <a:gd name="csX148" fmla="*/ 46139 w 2423116"/>
                <a:gd name="csY148" fmla="*/ 960356 h 1110733"/>
                <a:gd name="csX149" fmla="*/ 54682 w 2423116"/>
                <a:gd name="csY149" fmla="*/ 960356 h 1110733"/>
                <a:gd name="csX150" fmla="*/ 58101 w 2423116"/>
                <a:gd name="csY150" fmla="*/ 948394 h 1110733"/>
                <a:gd name="csX151" fmla="*/ 68353 w 2423116"/>
                <a:gd name="csY151" fmla="*/ 948394 h 1110733"/>
                <a:gd name="csX152" fmla="*/ 80316 w 2423116"/>
                <a:gd name="csY152" fmla="*/ 962065 h 1110733"/>
                <a:gd name="csX153" fmla="*/ 92278 w 2423116"/>
                <a:gd name="csY153" fmla="*/ 991116 h 1110733"/>
                <a:gd name="csX154" fmla="*/ 97404 w 2423116"/>
                <a:gd name="csY154" fmla="*/ 1006495 h 1110733"/>
                <a:gd name="csX155" fmla="*/ 109366 w 2423116"/>
                <a:gd name="csY155" fmla="*/ 1013331 h 1110733"/>
                <a:gd name="csX156" fmla="*/ 111074 w 2423116"/>
                <a:gd name="csY156" fmla="*/ 1020166 h 1110733"/>
                <a:gd name="csX157" fmla="*/ 129871 w 2423116"/>
                <a:gd name="csY157" fmla="*/ 1008204 h 1110733"/>
                <a:gd name="csX158" fmla="*/ 153794 w 2423116"/>
                <a:gd name="csY158" fmla="*/ 1013331 h 1110733"/>
                <a:gd name="csX159" fmla="*/ 176010 w 2423116"/>
                <a:gd name="csY159" fmla="*/ 1004786 h 1110733"/>
                <a:gd name="csX160" fmla="*/ 193097 w 2423116"/>
                <a:gd name="csY160" fmla="*/ 996242 h 1110733"/>
                <a:gd name="csX161" fmla="*/ 222148 w 2423116"/>
                <a:gd name="csY161" fmla="*/ 999660 h 1110733"/>
                <a:gd name="csX162" fmla="*/ 235819 w 2423116"/>
                <a:gd name="csY162" fmla="*/ 982571 h 1110733"/>
                <a:gd name="csX163" fmla="*/ 252907 w 2423116"/>
                <a:gd name="csY163" fmla="*/ 979154 h 1110733"/>
                <a:gd name="csX164" fmla="*/ 275122 w 2423116"/>
                <a:gd name="csY164" fmla="*/ 992825 h 1110733"/>
                <a:gd name="csX165" fmla="*/ 311007 w 2423116"/>
                <a:gd name="csY165" fmla="*/ 984281 h 1110733"/>
                <a:gd name="csX166" fmla="*/ 314425 w 2423116"/>
                <a:gd name="csY166" fmla="*/ 970610 h 1110733"/>
                <a:gd name="csX167" fmla="*/ 334930 w 2423116"/>
                <a:gd name="csY167" fmla="*/ 970610 h 1110733"/>
                <a:gd name="csX168" fmla="*/ 343474 w 2423116"/>
                <a:gd name="csY168" fmla="*/ 965484 h 1110733"/>
                <a:gd name="csX169" fmla="*/ 353727 w 2423116"/>
                <a:gd name="csY169" fmla="*/ 974027 h 1110733"/>
                <a:gd name="csX170" fmla="*/ 369107 w 2423116"/>
                <a:gd name="csY170" fmla="*/ 958648 h 1110733"/>
                <a:gd name="csX171" fmla="*/ 384486 w 2423116"/>
                <a:gd name="csY171" fmla="*/ 953522 h 1110733"/>
                <a:gd name="csX172" fmla="*/ 398156 w 2423116"/>
                <a:gd name="csY172" fmla="*/ 953522 h 1110733"/>
                <a:gd name="csX173" fmla="*/ 396448 w 2423116"/>
                <a:gd name="csY173" fmla="*/ 972318 h 1110733"/>
                <a:gd name="csX174" fmla="*/ 394739 w 2423116"/>
                <a:gd name="csY174" fmla="*/ 992825 h 1110733"/>
                <a:gd name="csX175" fmla="*/ 403284 w 2423116"/>
                <a:gd name="csY175" fmla="*/ 1009912 h 1110733"/>
                <a:gd name="csX176" fmla="*/ 403284 w 2423116"/>
                <a:gd name="csY176" fmla="*/ 1030419 h 1110733"/>
                <a:gd name="csX177" fmla="*/ 408410 w 2423116"/>
                <a:gd name="csY177" fmla="*/ 1044089 h 1110733"/>
                <a:gd name="csX178" fmla="*/ 428916 w 2423116"/>
                <a:gd name="csY178" fmla="*/ 1052634 h 1110733"/>
                <a:gd name="csX179" fmla="*/ 447712 w 2423116"/>
                <a:gd name="csY179" fmla="*/ 1033836 h 1110733"/>
                <a:gd name="csX180" fmla="*/ 457966 w 2423116"/>
                <a:gd name="csY180" fmla="*/ 1042381 h 1110733"/>
                <a:gd name="csX181" fmla="*/ 435751 w 2423116"/>
                <a:gd name="csY181" fmla="*/ 1069722 h 1110733"/>
                <a:gd name="csX182" fmla="*/ 430625 w 2423116"/>
                <a:gd name="csY182" fmla="*/ 1081684 h 1110733"/>
                <a:gd name="csX183" fmla="*/ 446004 w 2423116"/>
                <a:gd name="csY183" fmla="*/ 1100481 h 1110733"/>
                <a:gd name="csX184" fmla="*/ 468219 w 2423116"/>
                <a:gd name="csY184" fmla="*/ 1100481 h 1110733"/>
                <a:gd name="csX185" fmla="*/ 456257 w 2423116"/>
                <a:gd name="csY185" fmla="*/ 1081684 h 1110733"/>
                <a:gd name="csX186" fmla="*/ 466510 w 2423116"/>
                <a:gd name="csY186" fmla="*/ 1068013 h 1110733"/>
                <a:gd name="csX187" fmla="*/ 487015 w 2423116"/>
                <a:gd name="csY187" fmla="*/ 1057760 h 1110733"/>
                <a:gd name="csX188" fmla="*/ 498977 w 2423116"/>
                <a:gd name="csY188" fmla="*/ 1047507 h 1110733"/>
                <a:gd name="csX189" fmla="*/ 509230 w 2423116"/>
                <a:gd name="csY189" fmla="*/ 1064594 h 1110733"/>
                <a:gd name="csX190" fmla="*/ 521192 w 2423116"/>
                <a:gd name="csY190" fmla="*/ 1062886 h 1110733"/>
                <a:gd name="csX191" fmla="*/ 545116 w 2423116"/>
                <a:gd name="csY191" fmla="*/ 1030419 h 1110733"/>
                <a:gd name="csX192" fmla="*/ 570748 w 2423116"/>
                <a:gd name="csY192" fmla="*/ 1025293 h 1110733"/>
                <a:gd name="csX193" fmla="*/ 584419 w 2423116"/>
                <a:gd name="csY193" fmla="*/ 1042381 h 1110733"/>
                <a:gd name="csX194" fmla="*/ 610051 w 2423116"/>
                <a:gd name="csY194" fmla="*/ 1042381 h 1110733"/>
                <a:gd name="csX195" fmla="*/ 615177 w 2423116"/>
                <a:gd name="csY195" fmla="*/ 1052634 h 1110733"/>
                <a:gd name="csX196" fmla="*/ 610051 w 2423116"/>
                <a:gd name="csY196" fmla="*/ 1069722 h 1110733"/>
                <a:gd name="csX197" fmla="*/ 613468 w 2423116"/>
                <a:gd name="csY197" fmla="*/ 1076558 h 1110733"/>
                <a:gd name="csX198" fmla="*/ 635684 w 2423116"/>
                <a:gd name="csY198" fmla="*/ 1068013 h 1110733"/>
                <a:gd name="csX199" fmla="*/ 645937 w 2423116"/>
                <a:gd name="csY199" fmla="*/ 1078266 h 1110733"/>
                <a:gd name="csX200" fmla="*/ 654481 w 2423116"/>
                <a:gd name="csY200" fmla="*/ 1091937 h 1110733"/>
                <a:gd name="csX201" fmla="*/ 664733 w 2423116"/>
                <a:gd name="csY201" fmla="*/ 1091937 h 1110733"/>
                <a:gd name="csX202" fmla="*/ 678404 w 2423116"/>
                <a:gd name="csY202" fmla="*/ 1091937 h 1110733"/>
                <a:gd name="csX203" fmla="*/ 693784 w 2423116"/>
                <a:gd name="csY203" fmla="*/ 1091937 h 1110733"/>
                <a:gd name="csX204" fmla="*/ 704036 w 2423116"/>
                <a:gd name="csY204" fmla="*/ 1105607 h 1110733"/>
                <a:gd name="csX205" fmla="*/ 709163 w 2423116"/>
                <a:gd name="csY205" fmla="*/ 1110733 h 1110733"/>
                <a:gd name="csX206" fmla="*/ 722834 w 2423116"/>
                <a:gd name="csY206" fmla="*/ 1100481 h 1110733"/>
                <a:gd name="csX207" fmla="*/ 739922 w 2423116"/>
                <a:gd name="csY207" fmla="*/ 1103899 h 1110733"/>
                <a:gd name="csX208" fmla="*/ 760428 w 2423116"/>
                <a:gd name="csY208" fmla="*/ 1076558 h 1110733"/>
                <a:gd name="csX209" fmla="*/ 774099 w 2423116"/>
                <a:gd name="csY209" fmla="*/ 1064594 h 1110733"/>
                <a:gd name="csX210" fmla="*/ 780933 w 2423116"/>
                <a:gd name="csY210" fmla="*/ 1066304 h 1110733"/>
                <a:gd name="csX211" fmla="*/ 774099 w 2423116"/>
                <a:gd name="csY211" fmla="*/ 1032127 h 1110733"/>
                <a:gd name="csX212" fmla="*/ 787769 w 2423116"/>
                <a:gd name="csY212" fmla="*/ 1006495 h 1110733"/>
                <a:gd name="csX213" fmla="*/ 799731 w 2423116"/>
                <a:gd name="csY213" fmla="*/ 991116 h 1110733"/>
                <a:gd name="csX214" fmla="*/ 813401 w 2423116"/>
                <a:gd name="csY214" fmla="*/ 989407 h 1110733"/>
                <a:gd name="csX215" fmla="*/ 837325 w 2423116"/>
                <a:gd name="csY215" fmla="*/ 989407 h 1110733"/>
                <a:gd name="csX216" fmla="*/ 857832 w 2423116"/>
                <a:gd name="csY216" fmla="*/ 962065 h 1110733"/>
                <a:gd name="csX217" fmla="*/ 862958 w 2423116"/>
                <a:gd name="csY217" fmla="*/ 948394 h 1110733"/>
                <a:gd name="csX218" fmla="*/ 859540 w 2423116"/>
                <a:gd name="csY218" fmla="*/ 933015 h 1110733"/>
                <a:gd name="csX219" fmla="*/ 874919 w 2423116"/>
                <a:gd name="csY219" fmla="*/ 921053 h 1110733"/>
                <a:gd name="csX220" fmla="*/ 888590 w 2423116"/>
                <a:gd name="csY220" fmla="*/ 919345 h 1110733"/>
                <a:gd name="csX221" fmla="*/ 892009 w 2423116"/>
                <a:gd name="csY221" fmla="*/ 893712 h 1110733"/>
                <a:gd name="csX222" fmla="*/ 921058 w 2423116"/>
                <a:gd name="csY222" fmla="*/ 885168 h 1110733"/>
                <a:gd name="csX223" fmla="*/ 939855 w 2423116"/>
                <a:gd name="csY223" fmla="*/ 897131 h 1110733"/>
                <a:gd name="csX224" fmla="*/ 950108 w 2423116"/>
                <a:gd name="csY224" fmla="*/ 897131 h 1110733"/>
                <a:gd name="csX225" fmla="*/ 967196 w 2423116"/>
                <a:gd name="csY225" fmla="*/ 892004 h 1110733"/>
                <a:gd name="csX226" fmla="*/ 970614 w 2423116"/>
                <a:gd name="csY226" fmla="*/ 871497 h 1110733"/>
                <a:gd name="csX227" fmla="*/ 985993 w 2423116"/>
                <a:gd name="csY227" fmla="*/ 871497 h 1110733"/>
                <a:gd name="csX228" fmla="*/ 996247 w 2423116"/>
                <a:gd name="csY228" fmla="*/ 886877 h 1110733"/>
                <a:gd name="csX229" fmla="*/ 1006499 w 2423116"/>
                <a:gd name="csY229" fmla="*/ 876625 h 1110733"/>
                <a:gd name="csX230" fmla="*/ 1059472 w 2423116"/>
                <a:gd name="csY230" fmla="*/ 868080 h 1110733"/>
                <a:gd name="csX231" fmla="*/ 1069726 w 2423116"/>
                <a:gd name="csY231" fmla="*/ 881751 h 1110733"/>
                <a:gd name="csX232" fmla="*/ 1083397 w 2423116"/>
                <a:gd name="csY232" fmla="*/ 909093 h 1110733"/>
                <a:gd name="csX233" fmla="*/ 1090232 w 2423116"/>
                <a:gd name="csY233" fmla="*/ 912510 h 1110733"/>
                <a:gd name="csX234" fmla="*/ 1103902 w 2423116"/>
                <a:gd name="csY234" fmla="*/ 898840 h 1110733"/>
                <a:gd name="csX235" fmla="*/ 1144914 w 2423116"/>
                <a:gd name="csY235" fmla="*/ 898840 h 1110733"/>
                <a:gd name="csX236" fmla="*/ 1155167 w 2423116"/>
                <a:gd name="csY236" fmla="*/ 905674 h 1110733"/>
                <a:gd name="csX237" fmla="*/ 1160294 w 2423116"/>
                <a:gd name="csY237" fmla="*/ 917636 h 1110733"/>
                <a:gd name="csX238" fmla="*/ 1165420 w 2423116"/>
                <a:gd name="csY238" fmla="*/ 922763 h 1110733"/>
                <a:gd name="csX239" fmla="*/ 1167129 w 2423116"/>
                <a:gd name="csY239" fmla="*/ 902257 h 1110733"/>
                <a:gd name="csX240" fmla="*/ 1177382 w 2423116"/>
                <a:gd name="csY240" fmla="*/ 886877 h 1110733"/>
                <a:gd name="csX241" fmla="*/ 1189344 w 2423116"/>
                <a:gd name="csY241" fmla="*/ 890295 h 1110733"/>
                <a:gd name="csX242" fmla="*/ 1196178 w 2423116"/>
                <a:gd name="csY242" fmla="*/ 869789 h 1110733"/>
                <a:gd name="csX243" fmla="*/ 1232064 w 2423116"/>
                <a:gd name="csY243" fmla="*/ 844156 h 1110733"/>
                <a:gd name="csX244" fmla="*/ 1250862 w 2423116"/>
                <a:gd name="csY244" fmla="*/ 856118 h 1110733"/>
                <a:gd name="csX245" fmla="*/ 1267950 w 2423116"/>
                <a:gd name="csY245" fmla="*/ 862954 h 1110733"/>
                <a:gd name="csX246" fmla="*/ 1320923 w 2423116"/>
                <a:gd name="csY246" fmla="*/ 861245 h 1110733"/>
                <a:gd name="csX247" fmla="*/ 1344847 w 2423116"/>
                <a:gd name="csY247" fmla="*/ 862954 h 1110733"/>
                <a:gd name="csX248" fmla="*/ 1361934 w 2423116"/>
                <a:gd name="csY248" fmla="*/ 844156 h 1110733"/>
                <a:gd name="csX249" fmla="*/ 1389275 w 2423116"/>
                <a:gd name="csY249" fmla="*/ 852701 h 1110733"/>
                <a:gd name="csX250" fmla="*/ 1396111 w 2423116"/>
                <a:gd name="csY250" fmla="*/ 861245 h 1110733"/>
                <a:gd name="csX251" fmla="*/ 1408073 w 2423116"/>
                <a:gd name="csY251" fmla="*/ 861245 h 1110733"/>
                <a:gd name="csX252" fmla="*/ 1411491 w 2423116"/>
                <a:gd name="csY252" fmla="*/ 840739 h 1110733"/>
                <a:gd name="csX253" fmla="*/ 1420035 w 2423116"/>
                <a:gd name="csY253" fmla="*/ 828777 h 1110733"/>
                <a:gd name="csX254" fmla="*/ 1411491 w 2423116"/>
                <a:gd name="csY254" fmla="*/ 804853 h 1110733"/>
                <a:gd name="csX255" fmla="*/ 1413199 w 2423116"/>
                <a:gd name="csY255" fmla="*/ 791182 h 1110733"/>
                <a:gd name="csX256" fmla="*/ 1425162 w 2423116"/>
                <a:gd name="csY256" fmla="*/ 777511 h 1110733"/>
                <a:gd name="csX257" fmla="*/ 1430288 w 2423116"/>
                <a:gd name="csY257" fmla="*/ 775802 h 1110733"/>
                <a:gd name="csX258" fmla="*/ 1433706 w 2423116"/>
                <a:gd name="csY258" fmla="*/ 748461 h 1110733"/>
                <a:gd name="csX259" fmla="*/ 1431997 w 2423116"/>
                <a:gd name="csY259" fmla="*/ 729665 h 1110733"/>
                <a:gd name="csX260" fmla="*/ 1414908 w 2423116"/>
                <a:gd name="csY260" fmla="*/ 719412 h 1110733"/>
                <a:gd name="csX261" fmla="*/ 1408073 w 2423116"/>
                <a:gd name="csY261" fmla="*/ 700614 h 1110733"/>
                <a:gd name="csX262" fmla="*/ 1387567 w 2423116"/>
                <a:gd name="csY262" fmla="*/ 695488 h 1110733"/>
                <a:gd name="csX263" fmla="*/ 1355100 w 2423116"/>
                <a:gd name="csY263" fmla="*/ 690362 h 1110733"/>
                <a:gd name="csX264" fmla="*/ 1341429 w 2423116"/>
                <a:gd name="csY264" fmla="*/ 668147 h 1110733"/>
                <a:gd name="csX265" fmla="*/ 1344847 w 2423116"/>
                <a:gd name="csY265" fmla="*/ 642515 h 1110733"/>
                <a:gd name="csX266" fmla="*/ 1343138 w 2423116"/>
                <a:gd name="csY266" fmla="*/ 613464 h 1110733"/>
                <a:gd name="csX267" fmla="*/ 1336303 w 2423116"/>
                <a:gd name="csY267" fmla="*/ 604920 h 1110733"/>
                <a:gd name="csX268" fmla="*/ 1319455 w 2423116"/>
                <a:gd name="csY268" fmla="*/ 603389 h 1110733"/>
                <a:gd name="csX269" fmla="*/ 1319455 w 2423116"/>
                <a:gd name="csY269" fmla="*/ 591704 h 1110733"/>
                <a:gd name="csX270" fmla="*/ 1322632 w 2423116"/>
                <a:gd name="csY270" fmla="*/ 591250 h 1110733"/>
                <a:gd name="csX271" fmla="*/ 1320923 w 2423116"/>
                <a:gd name="csY271" fmla="*/ 569035 h 1110733"/>
                <a:gd name="csX272" fmla="*/ 1312378 w 2423116"/>
                <a:gd name="csY272" fmla="*/ 551947 h 1110733"/>
                <a:gd name="csX273" fmla="*/ 1305544 w 2423116"/>
                <a:gd name="csY273" fmla="*/ 551947 h 1110733"/>
                <a:gd name="csX274" fmla="*/ 1290384 w 2423116"/>
                <a:gd name="csY274" fmla="*/ 545209 h 1110733"/>
                <a:gd name="csX275" fmla="*/ 1290093 w 2423116"/>
                <a:gd name="csY275" fmla="*/ 544863 h 1110733"/>
                <a:gd name="csX276" fmla="*/ 1286746 w 2423116"/>
                <a:gd name="csY276" fmla="*/ 533149 h 1110733"/>
                <a:gd name="csX277" fmla="*/ 1286746 w 2423116"/>
                <a:gd name="csY277" fmla="*/ 516061 h 1110733"/>
                <a:gd name="csX278" fmla="*/ 1296999 w 2423116"/>
                <a:gd name="csY278" fmla="*/ 495555 h 1110733"/>
                <a:gd name="csX279" fmla="*/ 1308961 w 2423116"/>
                <a:gd name="csY279" fmla="*/ 469923 h 1110733"/>
                <a:gd name="csX280" fmla="*/ 1320923 w 2423116"/>
                <a:gd name="csY280" fmla="*/ 430620 h 1110733"/>
                <a:gd name="csX281" fmla="*/ 1327758 w 2423116"/>
                <a:gd name="csY281" fmla="*/ 410115 h 1110733"/>
                <a:gd name="csX282" fmla="*/ 1332885 w 2423116"/>
                <a:gd name="csY282" fmla="*/ 389608 h 1110733"/>
                <a:gd name="csX283" fmla="*/ 1331496 w 2423116"/>
                <a:gd name="csY283" fmla="*/ 381280 h 1110733"/>
                <a:gd name="csX284" fmla="*/ 1345923 w 2423116"/>
                <a:gd name="csY284" fmla="*/ 375378 h 1110733"/>
                <a:gd name="csX285" fmla="*/ 1346554 w 2423116"/>
                <a:gd name="csY285" fmla="*/ 381064 h 1110733"/>
                <a:gd name="csX286" fmla="*/ 1343137 w 2423116"/>
                <a:gd name="csY286" fmla="*/ 401570 h 1110733"/>
                <a:gd name="csX287" fmla="*/ 1341428 w 2423116"/>
                <a:gd name="csY287" fmla="*/ 411823 h 1110733"/>
                <a:gd name="csX288" fmla="*/ 1358517 w 2423116"/>
                <a:gd name="csY288" fmla="*/ 415241 h 1110733"/>
                <a:gd name="csX289" fmla="*/ 1375605 w 2423116"/>
                <a:gd name="csY289" fmla="*/ 399861 h 1110733"/>
                <a:gd name="csX290" fmla="*/ 1387567 w 2423116"/>
                <a:gd name="csY290" fmla="*/ 408405 h 1110733"/>
                <a:gd name="csX291" fmla="*/ 1404655 w 2423116"/>
                <a:gd name="csY291" fmla="*/ 416951 h 1110733"/>
                <a:gd name="csX292" fmla="*/ 1428578 w 2423116"/>
                <a:gd name="csY292" fmla="*/ 415241 h 1110733"/>
                <a:gd name="csX293" fmla="*/ 1450793 w 2423116"/>
                <a:gd name="csY293" fmla="*/ 399861 h 1110733"/>
                <a:gd name="csX294" fmla="*/ 1467881 w 2423116"/>
                <a:gd name="csY294" fmla="*/ 401570 h 1110733"/>
                <a:gd name="csX295" fmla="*/ 1476426 w 2423116"/>
                <a:gd name="csY295" fmla="*/ 404987 h 1110733"/>
                <a:gd name="csX296" fmla="*/ 1500350 w 2423116"/>
                <a:gd name="csY296" fmla="*/ 394734 h 1110733"/>
                <a:gd name="csX297" fmla="*/ 1514020 w 2423116"/>
                <a:gd name="csY297" fmla="*/ 399861 h 1110733"/>
                <a:gd name="csX298" fmla="*/ 1546487 w 2423116"/>
                <a:gd name="csY298" fmla="*/ 425494 h 1110733"/>
                <a:gd name="csX299" fmla="*/ 1555032 w 2423116"/>
                <a:gd name="csY299" fmla="*/ 449418 h 1110733"/>
                <a:gd name="csX300" fmla="*/ 1563576 w 2423116"/>
                <a:gd name="csY300" fmla="*/ 461379 h 1110733"/>
                <a:gd name="csX301" fmla="*/ 1575538 w 2423116"/>
                <a:gd name="csY301" fmla="*/ 473341 h 1110733"/>
                <a:gd name="csX302" fmla="*/ 1570411 w 2423116"/>
                <a:gd name="csY302" fmla="*/ 487012 h 1110733"/>
                <a:gd name="csX303" fmla="*/ 1604588 w 2423116"/>
                <a:gd name="csY303" fmla="*/ 492138 h 1110733"/>
                <a:gd name="csX304" fmla="*/ 1625094 w 2423116"/>
                <a:gd name="csY304" fmla="*/ 504100 h 1110733"/>
                <a:gd name="csX305" fmla="*/ 1643891 w 2423116"/>
                <a:gd name="csY305" fmla="*/ 512644 h 1110733"/>
                <a:gd name="csX306" fmla="*/ 1657561 w 2423116"/>
                <a:gd name="csY306" fmla="*/ 522897 h 1110733"/>
                <a:gd name="csX307" fmla="*/ 1679776 w 2423116"/>
                <a:gd name="csY307" fmla="*/ 529732 h 1110733"/>
                <a:gd name="csX308" fmla="*/ 1691738 w 2423116"/>
                <a:gd name="csY308" fmla="*/ 538276 h 1110733"/>
                <a:gd name="csX309" fmla="*/ 1695155 w 2423116"/>
                <a:gd name="csY309" fmla="*/ 560492 h 1110733"/>
                <a:gd name="csX310" fmla="*/ 1684903 w 2423116"/>
                <a:gd name="csY310" fmla="*/ 570743 h 1110733"/>
                <a:gd name="csX311" fmla="*/ 1695155 w 2423116"/>
                <a:gd name="csY311" fmla="*/ 580997 h 1110733"/>
                <a:gd name="csX312" fmla="*/ 1695155 w 2423116"/>
                <a:gd name="csY312" fmla="*/ 596377 h 1110733"/>
                <a:gd name="csX313" fmla="*/ 1698574 w 2423116"/>
                <a:gd name="csY313" fmla="*/ 610048 h 1110733"/>
                <a:gd name="csX314" fmla="*/ 1708826 w 2423116"/>
                <a:gd name="csY314" fmla="*/ 632261 h 1110733"/>
                <a:gd name="csX315" fmla="*/ 1724205 w 2423116"/>
                <a:gd name="csY315" fmla="*/ 640806 h 1110733"/>
                <a:gd name="csX316" fmla="*/ 1734458 w 2423116"/>
                <a:gd name="csY316" fmla="*/ 635680 h 1110733"/>
                <a:gd name="csX317" fmla="*/ 1734458 w 2423116"/>
                <a:gd name="csY317" fmla="*/ 613465 h 1110733"/>
                <a:gd name="csX318" fmla="*/ 1739585 w 2423116"/>
                <a:gd name="csY318" fmla="*/ 601503 h 1110733"/>
                <a:gd name="csX319" fmla="*/ 1741294 w 2423116"/>
                <a:gd name="csY319" fmla="*/ 584414 h 1110733"/>
                <a:gd name="csX320" fmla="*/ 1751546 w 2423116"/>
                <a:gd name="csY320" fmla="*/ 569035 h 1110733"/>
                <a:gd name="csX321" fmla="*/ 1773762 w 2423116"/>
                <a:gd name="csY321" fmla="*/ 565618 h 1110733"/>
                <a:gd name="csX322" fmla="*/ 1795976 w 2423116"/>
                <a:gd name="csY322" fmla="*/ 546821 h 1110733"/>
                <a:gd name="csX323" fmla="*/ 1814774 w 2423116"/>
                <a:gd name="csY323" fmla="*/ 510935 h 1110733"/>
                <a:gd name="csX324" fmla="*/ 1826734 w 2423116"/>
                <a:gd name="csY324" fmla="*/ 483593 h 1110733"/>
                <a:gd name="csX325" fmla="*/ 1859203 w 2423116"/>
                <a:gd name="csY325" fmla="*/ 464797 h 1110733"/>
                <a:gd name="csX326" fmla="*/ 1874582 w 2423116"/>
                <a:gd name="csY326" fmla="*/ 481885 h 1110733"/>
                <a:gd name="csX327" fmla="*/ 1884835 w 2423116"/>
                <a:gd name="csY327" fmla="*/ 490429 h 1110733"/>
                <a:gd name="csX328" fmla="*/ 1891671 w 2423116"/>
                <a:gd name="csY328" fmla="*/ 488720 h 1110733"/>
                <a:gd name="csX329" fmla="*/ 1893380 w 2423116"/>
                <a:gd name="csY329" fmla="*/ 507518 h 1110733"/>
                <a:gd name="csX330" fmla="*/ 1907050 w 2423116"/>
                <a:gd name="csY330" fmla="*/ 514353 h 1110733"/>
                <a:gd name="csX331" fmla="*/ 1920721 w 2423116"/>
                <a:gd name="csY331" fmla="*/ 488720 h 1110733"/>
                <a:gd name="csX332" fmla="*/ 1936100 w 2423116"/>
                <a:gd name="csY332" fmla="*/ 485303 h 1110733"/>
                <a:gd name="csX333" fmla="*/ 1944644 w 2423116"/>
                <a:gd name="csY333" fmla="*/ 463088 h 1110733"/>
                <a:gd name="csX334" fmla="*/ 1958315 w 2423116"/>
                <a:gd name="csY334" fmla="*/ 461379 h 1110733"/>
                <a:gd name="csX335" fmla="*/ 1971985 w 2423116"/>
                <a:gd name="csY335" fmla="*/ 454543 h 1110733"/>
                <a:gd name="csX336" fmla="*/ 1987365 w 2423116"/>
                <a:gd name="csY336" fmla="*/ 469923 h 1110733"/>
                <a:gd name="csX337" fmla="*/ 2001036 w 2423116"/>
                <a:gd name="csY337" fmla="*/ 473341 h 1110733"/>
                <a:gd name="csX338" fmla="*/ 2023250 w 2423116"/>
                <a:gd name="csY338" fmla="*/ 469923 h 1110733"/>
                <a:gd name="csX339" fmla="*/ 2043757 w 2423116"/>
                <a:gd name="csY339" fmla="*/ 464797 h 1110733"/>
                <a:gd name="csX340" fmla="*/ 2064262 w 2423116"/>
                <a:gd name="csY340" fmla="*/ 476759 h 1110733"/>
                <a:gd name="csX341" fmla="*/ 2084768 w 2423116"/>
                <a:gd name="csY341" fmla="*/ 476759 h 1110733"/>
                <a:gd name="csX342" fmla="*/ 2098439 w 2423116"/>
                <a:gd name="csY342" fmla="*/ 456252 h 1110733"/>
                <a:gd name="csX343" fmla="*/ 2096730 w 2423116"/>
                <a:gd name="csY343" fmla="*/ 435747 h 1110733"/>
                <a:gd name="csX344" fmla="*/ 2115528 w 2423116"/>
                <a:gd name="csY344" fmla="*/ 420368 h 1110733"/>
                <a:gd name="csX345" fmla="*/ 2130907 w 2423116"/>
                <a:gd name="csY345" fmla="*/ 415241 h 1110733"/>
                <a:gd name="csX346" fmla="*/ 2147995 w 2423116"/>
                <a:gd name="csY346" fmla="*/ 411823 h 1110733"/>
                <a:gd name="csX347" fmla="*/ 2159957 w 2423116"/>
                <a:gd name="csY347" fmla="*/ 423785 h 1110733"/>
                <a:gd name="csX348" fmla="*/ 2173627 w 2423116"/>
                <a:gd name="csY348" fmla="*/ 444292 h 1110733"/>
                <a:gd name="csX349" fmla="*/ 2171918 w 2423116"/>
                <a:gd name="csY349" fmla="*/ 464797 h 1110733"/>
                <a:gd name="csX350" fmla="*/ 2182172 w 2423116"/>
                <a:gd name="csY350" fmla="*/ 481885 h 1110733"/>
                <a:gd name="csX351" fmla="*/ 2182172 w 2423116"/>
                <a:gd name="csY351" fmla="*/ 510935 h 1110733"/>
                <a:gd name="csX352" fmla="*/ 2165084 w 2423116"/>
                <a:gd name="csY352" fmla="*/ 517770 h 1110733"/>
                <a:gd name="csX353" fmla="*/ 2144577 w 2423116"/>
                <a:gd name="csY353" fmla="*/ 512644 h 1110733"/>
                <a:gd name="csX354" fmla="*/ 2147995 w 2423116"/>
                <a:gd name="csY354" fmla="*/ 528023 h 1110733"/>
                <a:gd name="csX355" fmla="*/ 2168501 w 2423116"/>
                <a:gd name="csY355" fmla="*/ 538276 h 1110733"/>
                <a:gd name="csX356" fmla="*/ 2177046 w 2423116"/>
                <a:gd name="csY356" fmla="*/ 553656 h 1110733"/>
                <a:gd name="csX357" fmla="*/ 2178754 w 2423116"/>
                <a:gd name="csY357" fmla="*/ 577579 h 1110733"/>
                <a:gd name="csX358" fmla="*/ 2180463 w 2423116"/>
                <a:gd name="csY358" fmla="*/ 599794 h 1110733"/>
                <a:gd name="csX359" fmla="*/ 2190716 w 2423116"/>
                <a:gd name="csY359" fmla="*/ 615174 h 1110733"/>
                <a:gd name="csX360" fmla="*/ 2221474 w 2423116"/>
                <a:gd name="csY360" fmla="*/ 618591 h 1110733"/>
                <a:gd name="csX361" fmla="*/ 2247107 w 2423116"/>
                <a:gd name="csY361" fmla="*/ 591250 h 1110733"/>
                <a:gd name="csX362" fmla="*/ 2257360 w 2423116"/>
                <a:gd name="csY362" fmla="*/ 553656 h 1110733"/>
                <a:gd name="csX363" fmla="*/ 2282992 w 2423116"/>
                <a:gd name="csY363" fmla="*/ 551947 h 1110733"/>
                <a:gd name="csX364" fmla="*/ 2303498 w 2423116"/>
                <a:gd name="csY364" fmla="*/ 548530 h 1110733"/>
                <a:gd name="csX365" fmla="*/ 2329131 w 2423116"/>
                <a:gd name="csY365" fmla="*/ 541694 h 1110733"/>
                <a:gd name="csX366" fmla="*/ 2354764 w 2423116"/>
                <a:gd name="csY366" fmla="*/ 533151 h 1110733"/>
                <a:gd name="csX367" fmla="*/ 2373560 w 2423116"/>
                <a:gd name="csY367" fmla="*/ 534859 h 1110733"/>
                <a:gd name="csX368" fmla="*/ 2378686 w 2423116"/>
                <a:gd name="csY368" fmla="*/ 512644 h 1110733"/>
                <a:gd name="csX369" fmla="*/ 2383813 w 2423116"/>
                <a:gd name="csY369" fmla="*/ 498974 h 1110733"/>
                <a:gd name="csX370" fmla="*/ 2394065 w 2423116"/>
                <a:gd name="csY370" fmla="*/ 483593 h 1110733"/>
                <a:gd name="csX371" fmla="*/ 2409446 w 2423116"/>
                <a:gd name="csY371" fmla="*/ 469923 h 1110733"/>
                <a:gd name="csX372" fmla="*/ 2416282 w 2423116"/>
                <a:gd name="csY372" fmla="*/ 454543 h 1110733"/>
                <a:gd name="csX373" fmla="*/ 2423116 w 2423116"/>
                <a:gd name="csY373" fmla="*/ 411823 h 1110733"/>
                <a:gd name="csX374" fmla="*/ 2417990 w 2423116"/>
                <a:gd name="csY374" fmla="*/ 372520 h 1110733"/>
                <a:gd name="csX375" fmla="*/ 2409446 w 2423116"/>
                <a:gd name="csY375" fmla="*/ 343471 h 1110733"/>
                <a:gd name="csX376" fmla="*/ 2399192 w 2423116"/>
                <a:gd name="csY376" fmla="*/ 331509 h 1110733"/>
                <a:gd name="csX377" fmla="*/ 2378686 w 2423116"/>
                <a:gd name="csY377" fmla="*/ 311002 h 1110733"/>
                <a:gd name="csX378" fmla="*/ 2347928 w 2423116"/>
                <a:gd name="csY378" fmla="*/ 304167 h 1110733"/>
                <a:gd name="csX379" fmla="*/ 2341093 w 2423116"/>
                <a:gd name="csY379" fmla="*/ 292205 h 1110733"/>
                <a:gd name="csX380" fmla="*/ 2317168 w 2423116"/>
                <a:gd name="csY380" fmla="*/ 288787 h 1110733"/>
                <a:gd name="csX381" fmla="*/ 2293246 w 2423116"/>
                <a:gd name="csY381" fmla="*/ 293915 h 1110733"/>
                <a:gd name="csX382" fmla="*/ 2289827 w 2423116"/>
                <a:gd name="csY382" fmla="*/ 278534 h 1110733"/>
                <a:gd name="csX383" fmla="*/ 2267613 w 2423116"/>
                <a:gd name="csY383" fmla="*/ 269991 h 1110733"/>
                <a:gd name="csX384" fmla="*/ 2253943 w 2423116"/>
                <a:gd name="csY384" fmla="*/ 247776 h 1110733"/>
                <a:gd name="csX385" fmla="*/ 2267613 w 2423116"/>
                <a:gd name="csY385" fmla="*/ 239233 h 1110733"/>
                <a:gd name="csX386" fmla="*/ 2269322 w 2423116"/>
                <a:gd name="csY386" fmla="*/ 220435 h 1110733"/>
                <a:gd name="csX387" fmla="*/ 2260777 w 2423116"/>
                <a:gd name="csY387" fmla="*/ 208473 h 1110733"/>
                <a:gd name="csX388" fmla="*/ 2272739 w 2423116"/>
                <a:gd name="csY388" fmla="*/ 191385 h 1110733"/>
                <a:gd name="csX389" fmla="*/ 2272739 w 2423116"/>
                <a:gd name="csY389" fmla="*/ 176005 h 1110733"/>
                <a:gd name="csX390" fmla="*/ 2253943 w 2423116"/>
                <a:gd name="csY390" fmla="*/ 176005 h 1110733"/>
                <a:gd name="csX391" fmla="*/ 2243688 w 2423116"/>
                <a:gd name="csY391" fmla="*/ 158917 h 1110733"/>
                <a:gd name="csX392" fmla="*/ 2245398 w 2423116"/>
                <a:gd name="csY392" fmla="*/ 146955 h 1110733"/>
                <a:gd name="csX393" fmla="*/ 2235145 w 2423116"/>
                <a:gd name="csY393" fmla="*/ 145246 h 1110733"/>
                <a:gd name="csX394" fmla="*/ 2219766 w 2423116"/>
                <a:gd name="csY394" fmla="*/ 145246 h 1110733"/>
                <a:gd name="csX395" fmla="*/ 2209513 w 2423116"/>
                <a:gd name="csY395" fmla="*/ 124740 h 1110733"/>
                <a:gd name="csX396" fmla="*/ 2189006 w 2423116"/>
                <a:gd name="csY396" fmla="*/ 107652 h 1110733"/>
                <a:gd name="csX397" fmla="*/ 2168501 w 2423116"/>
                <a:gd name="csY397" fmla="*/ 116197 h 1110733"/>
                <a:gd name="csX398" fmla="*/ 2149703 w 2423116"/>
                <a:gd name="csY398" fmla="*/ 104235 h 1110733"/>
                <a:gd name="csX399" fmla="*/ 2130907 w 2423116"/>
                <a:gd name="csY399" fmla="*/ 99108 h 1110733"/>
                <a:gd name="csX400" fmla="*/ 2105274 w 2423116"/>
                <a:gd name="csY400" fmla="*/ 102526 h 1110733"/>
                <a:gd name="csX401" fmla="*/ 2088187 w 2423116"/>
                <a:gd name="csY401" fmla="*/ 92273 h 1110733"/>
                <a:gd name="csX402" fmla="*/ 2088187 w 2423116"/>
                <a:gd name="csY402" fmla="*/ 80311 h 1110733"/>
                <a:gd name="csX403" fmla="*/ 2062553 w 2423116"/>
                <a:gd name="csY403" fmla="*/ 46134 h 1110733"/>
                <a:gd name="csX404" fmla="*/ 2069389 w 2423116"/>
                <a:gd name="csY404" fmla="*/ 35881 h 1110733"/>
                <a:gd name="csX405" fmla="*/ 2084768 w 2423116"/>
                <a:gd name="csY405" fmla="*/ 25628 h 1110733"/>
                <a:gd name="csX406" fmla="*/ 2096730 w 2423116"/>
                <a:gd name="csY406" fmla="*/ 1705 h 1110733"/>
                <a:gd name="csX407" fmla="*/ 2097867 w 2423116"/>
                <a:gd name="csY407" fmla="*/ 0 h 1110733"/>
                <a:gd name="csX408" fmla="*/ 1427893 w 2423116"/>
                <a:gd name="csY408" fmla="*/ 0 h 1110733"/>
                <a:gd name="csX409" fmla="*/ 1401290 w 2423116"/>
                <a:gd name="csY409" fmla="*/ 0 h 1110733"/>
                <a:gd name="csX410" fmla="*/ 1401228 w 2423116"/>
                <a:gd name="csY410" fmla="*/ 0 h 1110733"/>
                <a:gd name="csX411" fmla="*/ 1484133 w 2423116"/>
                <a:gd name="csY411"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295291 w 2423116"/>
                <a:gd name="csY5" fmla="*/ 10249 h 1110733"/>
                <a:gd name="csX6" fmla="*/ 1288659 w 2423116"/>
                <a:gd name="csY6" fmla="*/ 0 h 1110733"/>
                <a:gd name="csX7" fmla="*/ 541694 w 2423116"/>
                <a:gd name="csY7" fmla="*/ 0 h 1110733"/>
                <a:gd name="csX8" fmla="*/ 517775 w 2423116"/>
                <a:gd name="csY8" fmla="*/ 23919 h 1110733"/>
                <a:gd name="csX9" fmla="*/ 502396 w 2423116"/>
                <a:gd name="csY9" fmla="*/ 54679 h 1110733"/>
                <a:gd name="csX10" fmla="*/ 502396 w 2423116"/>
                <a:gd name="csY10" fmla="*/ 71767 h 1110733"/>
                <a:gd name="csX11" fmla="*/ 495560 w 2423116"/>
                <a:gd name="csY11" fmla="*/ 90564 h 1110733"/>
                <a:gd name="csX12" fmla="*/ 481889 w 2423116"/>
                <a:gd name="csY12" fmla="*/ 90564 h 1110733"/>
                <a:gd name="csX13" fmla="*/ 451130 w 2423116"/>
                <a:gd name="csY13" fmla="*/ 102526 h 1110733"/>
                <a:gd name="csX14" fmla="*/ 427207 w 2423116"/>
                <a:gd name="csY14" fmla="*/ 104235 h 1110733"/>
                <a:gd name="csX15" fmla="*/ 422080 w 2423116"/>
                <a:gd name="csY15" fmla="*/ 93982 h 1110733"/>
                <a:gd name="csX16" fmla="*/ 408410 w 2423116"/>
                <a:gd name="csY16" fmla="*/ 93982 h 1110733"/>
                <a:gd name="csX17" fmla="*/ 406701 w 2423116"/>
                <a:gd name="csY17" fmla="*/ 82020 h 1110733"/>
                <a:gd name="csX18" fmla="*/ 391322 w 2423116"/>
                <a:gd name="csY18" fmla="*/ 83728 h 1110733"/>
                <a:gd name="csX19" fmla="*/ 389613 w 2423116"/>
                <a:gd name="csY19" fmla="*/ 99108 h 1110733"/>
                <a:gd name="csX20" fmla="*/ 365689 w 2423116"/>
                <a:gd name="csY20" fmla="*/ 128157 h 1110733"/>
                <a:gd name="csX21" fmla="*/ 384486 w 2423116"/>
                <a:gd name="csY21" fmla="*/ 150372 h 1110733"/>
                <a:gd name="csX22" fmla="*/ 396448 w 2423116"/>
                <a:gd name="csY22" fmla="*/ 138410 h 1110733"/>
                <a:gd name="csX23" fmla="*/ 413537 w 2423116"/>
                <a:gd name="csY23" fmla="*/ 141828 h 1110733"/>
                <a:gd name="csX24" fmla="*/ 423164 w 2423116"/>
                <a:gd name="csY24" fmla="*/ 141828 h 1110733"/>
                <a:gd name="csX25" fmla="*/ 423164 w 2423116"/>
                <a:gd name="csY25" fmla="*/ 159038 h 1110733"/>
                <a:gd name="csX26" fmla="*/ 416954 w 2423116"/>
                <a:gd name="csY26" fmla="*/ 158917 h 1110733"/>
                <a:gd name="csX27" fmla="*/ 410118 w 2423116"/>
                <a:gd name="csY27" fmla="*/ 169169 h 1110733"/>
                <a:gd name="csX28" fmla="*/ 413537 w 2423116"/>
                <a:gd name="csY28" fmla="*/ 187967 h 1110733"/>
                <a:gd name="csX29" fmla="*/ 399866 w 2423116"/>
                <a:gd name="csY29" fmla="*/ 208473 h 1110733"/>
                <a:gd name="csX30" fmla="*/ 314425 w 2423116"/>
                <a:gd name="csY30" fmla="*/ 210182 h 1110733"/>
                <a:gd name="csX31" fmla="*/ 283666 w 2423116"/>
                <a:gd name="csY31" fmla="*/ 215308 h 1110733"/>
                <a:gd name="csX32" fmla="*/ 276830 w 2423116"/>
                <a:gd name="csY32" fmla="*/ 237523 h 1110733"/>
                <a:gd name="csX33" fmla="*/ 281956 w 2423116"/>
                <a:gd name="csY33" fmla="*/ 259738 h 1110733"/>
                <a:gd name="csX34" fmla="*/ 305880 w 2423116"/>
                <a:gd name="csY34" fmla="*/ 295623 h 1110733"/>
                <a:gd name="csX35" fmla="*/ 334930 w 2423116"/>
                <a:gd name="csY35" fmla="*/ 304167 h 1110733"/>
                <a:gd name="csX36" fmla="*/ 348600 w 2423116"/>
                <a:gd name="csY36" fmla="*/ 328090 h 1110733"/>
                <a:gd name="csX37" fmla="*/ 341766 w 2423116"/>
                <a:gd name="csY37" fmla="*/ 340052 h 1110733"/>
                <a:gd name="csX38" fmla="*/ 324678 w 2423116"/>
                <a:gd name="csY38" fmla="*/ 329799 h 1110733"/>
                <a:gd name="csX39" fmla="*/ 333221 w 2423116"/>
                <a:gd name="csY39" fmla="*/ 348597 h 1110733"/>
                <a:gd name="csX40" fmla="*/ 328095 w 2423116"/>
                <a:gd name="csY40" fmla="*/ 375938 h 1110733"/>
                <a:gd name="csX41" fmla="*/ 341766 w 2423116"/>
                <a:gd name="csY41" fmla="*/ 418658 h 1110733"/>
                <a:gd name="csX42" fmla="*/ 353727 w 2423116"/>
                <a:gd name="csY42" fmla="*/ 444290 h 1110733"/>
                <a:gd name="csX43" fmla="*/ 353727 w 2423116"/>
                <a:gd name="csY43" fmla="*/ 461379 h 1110733"/>
                <a:gd name="csX44" fmla="*/ 343474 w 2423116"/>
                <a:gd name="csY44" fmla="*/ 480176 h 1110733"/>
                <a:gd name="csX45" fmla="*/ 328095 w 2423116"/>
                <a:gd name="csY45" fmla="*/ 471633 h 1110733"/>
                <a:gd name="csX46" fmla="*/ 317842 w 2423116"/>
                <a:gd name="csY46" fmla="*/ 490429 h 1110733"/>
                <a:gd name="csX47" fmla="*/ 331512 w 2423116"/>
                <a:gd name="csY47" fmla="*/ 529732 h 1110733"/>
                <a:gd name="csX48" fmla="*/ 360563 w 2423116"/>
                <a:gd name="csY48" fmla="*/ 553656 h 1110733"/>
                <a:gd name="csX49" fmla="*/ 379360 w 2423116"/>
                <a:gd name="csY49" fmla="*/ 563909 h 1110733"/>
                <a:gd name="csX50" fmla="*/ 387904 w 2423116"/>
                <a:gd name="csY50" fmla="*/ 557073 h 1110733"/>
                <a:gd name="csX51" fmla="*/ 411827 w 2423116"/>
                <a:gd name="csY51" fmla="*/ 548530 h 1110733"/>
                <a:gd name="csX52" fmla="*/ 420371 w 2423116"/>
                <a:gd name="csY52" fmla="*/ 560492 h 1110733"/>
                <a:gd name="csX53" fmla="*/ 427207 w 2423116"/>
                <a:gd name="csY53" fmla="*/ 579288 h 1110733"/>
                <a:gd name="csX54" fmla="*/ 461384 w 2423116"/>
                <a:gd name="csY54" fmla="*/ 589541 h 1110733"/>
                <a:gd name="csX55" fmla="*/ 480181 w 2423116"/>
                <a:gd name="csY55" fmla="*/ 610046 h 1110733"/>
                <a:gd name="csX56" fmla="*/ 451130 w 2423116"/>
                <a:gd name="csY56" fmla="*/ 615174 h 1110733"/>
                <a:gd name="csX57" fmla="*/ 442586 w 2423116"/>
                <a:gd name="csY57" fmla="*/ 627134 h 1110733"/>
                <a:gd name="csX58" fmla="*/ 439168 w 2423116"/>
                <a:gd name="csY58" fmla="*/ 640806 h 1110733"/>
                <a:gd name="csX59" fmla="*/ 430625 w 2423116"/>
                <a:gd name="csY59" fmla="*/ 642515 h 1110733"/>
                <a:gd name="csX60" fmla="*/ 413537 w 2423116"/>
                <a:gd name="csY60" fmla="*/ 627134 h 1110733"/>
                <a:gd name="csX61" fmla="*/ 389613 w 2423116"/>
                <a:gd name="csY61" fmla="*/ 632261 h 1110733"/>
                <a:gd name="csX62" fmla="*/ 379360 w 2423116"/>
                <a:gd name="csY62" fmla="*/ 633970 h 1110733"/>
                <a:gd name="csX63" fmla="*/ 384486 w 2423116"/>
                <a:gd name="csY63" fmla="*/ 649351 h 1110733"/>
                <a:gd name="csX64" fmla="*/ 403284 w 2423116"/>
                <a:gd name="csY64" fmla="*/ 649351 h 1110733"/>
                <a:gd name="csX65" fmla="*/ 425497 w 2423116"/>
                <a:gd name="csY65" fmla="*/ 669856 h 1110733"/>
                <a:gd name="csX66" fmla="*/ 420371 w 2423116"/>
                <a:gd name="csY66" fmla="*/ 680109 h 1110733"/>
                <a:gd name="csX67" fmla="*/ 422080 w 2423116"/>
                <a:gd name="csY67" fmla="*/ 695488 h 1110733"/>
                <a:gd name="csX68" fmla="*/ 415245 w 2423116"/>
                <a:gd name="csY68" fmla="*/ 705741 h 1110733"/>
                <a:gd name="csX69" fmla="*/ 416954 w 2423116"/>
                <a:gd name="csY69" fmla="*/ 714285 h 1110733"/>
                <a:gd name="csX70" fmla="*/ 427207 w 2423116"/>
                <a:gd name="csY70" fmla="*/ 745044 h 1110733"/>
                <a:gd name="csX71" fmla="*/ 428916 w 2423116"/>
                <a:gd name="csY71" fmla="*/ 768968 h 1110733"/>
                <a:gd name="csX72" fmla="*/ 430625 w 2423116"/>
                <a:gd name="csY72" fmla="*/ 794600 h 1110733"/>
                <a:gd name="csX73" fmla="*/ 422080 w 2423116"/>
                <a:gd name="csY73" fmla="*/ 794600 h 1110733"/>
                <a:gd name="csX74" fmla="*/ 413537 w 2423116"/>
                <a:gd name="csY74" fmla="*/ 777511 h 1110733"/>
                <a:gd name="csX75" fmla="*/ 404992 w 2423116"/>
                <a:gd name="csY75" fmla="*/ 755297 h 1110733"/>
                <a:gd name="csX76" fmla="*/ 406701 w 2423116"/>
                <a:gd name="csY76" fmla="*/ 729665 h 1110733"/>
                <a:gd name="csX77" fmla="*/ 393030 w 2423116"/>
                <a:gd name="csY77" fmla="*/ 710867 h 1110733"/>
                <a:gd name="csX78" fmla="*/ 369107 w 2423116"/>
                <a:gd name="csY78" fmla="*/ 705741 h 1110733"/>
                <a:gd name="csX79" fmla="*/ 365689 w 2423116"/>
                <a:gd name="csY79" fmla="*/ 680109 h 1110733"/>
                <a:gd name="csX80" fmla="*/ 314425 w 2423116"/>
                <a:gd name="csY80" fmla="*/ 680109 h 1110733"/>
                <a:gd name="csX81" fmla="*/ 295627 w 2423116"/>
                <a:gd name="csY81" fmla="*/ 695488 h 1110733"/>
                <a:gd name="csX82" fmla="*/ 278539 w 2423116"/>
                <a:gd name="csY82" fmla="*/ 690362 h 1110733"/>
                <a:gd name="csX83" fmla="*/ 271704 w 2423116"/>
                <a:gd name="csY83" fmla="*/ 676692 h 1110733"/>
                <a:gd name="csX84" fmla="*/ 273413 w 2423116"/>
                <a:gd name="csY84" fmla="*/ 659602 h 1110733"/>
                <a:gd name="csX85" fmla="*/ 254615 w 2423116"/>
                <a:gd name="csY85" fmla="*/ 630553 h 1110733"/>
                <a:gd name="csX86" fmla="*/ 230692 w 2423116"/>
                <a:gd name="csY86" fmla="*/ 630553 h 1110733"/>
                <a:gd name="csX87" fmla="*/ 228983 w 2423116"/>
                <a:gd name="csY87" fmla="*/ 616882 h 1110733"/>
                <a:gd name="csX88" fmla="*/ 234109 w 2423116"/>
                <a:gd name="csY88" fmla="*/ 601503 h 1110733"/>
                <a:gd name="csX89" fmla="*/ 222148 w 2423116"/>
                <a:gd name="csY89" fmla="*/ 584414 h 1110733"/>
                <a:gd name="csX90" fmla="*/ 206768 w 2423116"/>
                <a:gd name="csY90" fmla="*/ 579288 h 1110733"/>
                <a:gd name="csX91" fmla="*/ 199933 w 2423116"/>
                <a:gd name="csY91" fmla="*/ 562200 h 1110733"/>
                <a:gd name="csX92" fmla="*/ 184554 w 2423116"/>
                <a:gd name="csY92" fmla="*/ 557073 h 1110733"/>
                <a:gd name="csX93" fmla="*/ 167466 w 2423116"/>
                <a:gd name="csY93" fmla="*/ 565618 h 1110733"/>
                <a:gd name="csX94" fmla="*/ 157212 w 2423116"/>
                <a:gd name="csY94" fmla="*/ 558782 h 1110733"/>
                <a:gd name="csX95" fmla="*/ 148669 w 2423116"/>
                <a:gd name="csY95" fmla="*/ 546821 h 1110733"/>
                <a:gd name="csX96" fmla="*/ 148669 w 2423116"/>
                <a:gd name="csY96" fmla="*/ 539985 h 1110733"/>
                <a:gd name="csX97" fmla="*/ 107657 w 2423116"/>
                <a:gd name="csY97" fmla="*/ 510934 h 1110733"/>
                <a:gd name="csX98" fmla="*/ 87151 w 2423116"/>
                <a:gd name="csY98" fmla="*/ 567326 h 1110733"/>
                <a:gd name="csX99" fmla="*/ 73480 w 2423116"/>
                <a:gd name="csY99" fmla="*/ 572452 h 1110733"/>
                <a:gd name="csX100" fmla="*/ 88859 w 2423116"/>
                <a:gd name="csY100" fmla="*/ 596376 h 1110733"/>
                <a:gd name="csX101" fmla="*/ 90568 w 2423116"/>
                <a:gd name="csY101" fmla="*/ 622008 h 1110733"/>
                <a:gd name="csX102" fmla="*/ 126453 w 2423116"/>
                <a:gd name="csY102" fmla="*/ 625426 h 1110733"/>
                <a:gd name="csX103" fmla="*/ 140124 w 2423116"/>
                <a:gd name="csY103" fmla="*/ 625426 h 1110733"/>
                <a:gd name="csX104" fmla="*/ 124745 w 2423116"/>
                <a:gd name="csY104" fmla="*/ 647641 h 1110733"/>
                <a:gd name="csX105" fmla="*/ 104238 w 2423116"/>
                <a:gd name="csY105" fmla="*/ 661311 h 1110733"/>
                <a:gd name="csX106" fmla="*/ 88859 w 2423116"/>
                <a:gd name="csY106" fmla="*/ 661311 h 1110733"/>
                <a:gd name="csX107" fmla="*/ 73480 w 2423116"/>
                <a:gd name="csY107" fmla="*/ 647641 h 1110733"/>
                <a:gd name="csX108" fmla="*/ 59810 w 2423116"/>
                <a:gd name="csY108" fmla="*/ 649351 h 1110733"/>
                <a:gd name="csX109" fmla="*/ 46139 w 2423116"/>
                <a:gd name="csY109" fmla="*/ 647641 h 1110733"/>
                <a:gd name="csX110" fmla="*/ 25633 w 2423116"/>
                <a:gd name="csY110" fmla="*/ 640806 h 1110733"/>
                <a:gd name="csX111" fmla="*/ 10253 w 2423116"/>
                <a:gd name="csY111" fmla="*/ 642515 h 1110733"/>
                <a:gd name="csX112" fmla="*/ 11962 w 2423116"/>
                <a:gd name="csY112" fmla="*/ 652768 h 1110733"/>
                <a:gd name="csX113" fmla="*/ 34177 w 2423116"/>
                <a:gd name="csY113" fmla="*/ 664730 h 1110733"/>
                <a:gd name="csX114" fmla="*/ 32469 w 2423116"/>
                <a:gd name="csY114" fmla="*/ 676692 h 1110733"/>
                <a:gd name="csX115" fmla="*/ 23924 w 2423116"/>
                <a:gd name="csY115" fmla="*/ 704033 h 1110733"/>
                <a:gd name="csX116" fmla="*/ 52974 w 2423116"/>
                <a:gd name="csY116" fmla="*/ 734791 h 1110733"/>
                <a:gd name="csX117" fmla="*/ 58101 w 2423116"/>
                <a:gd name="csY117" fmla="*/ 760423 h 1110733"/>
                <a:gd name="csX118" fmla="*/ 41012 w 2423116"/>
                <a:gd name="csY118" fmla="*/ 768968 h 1110733"/>
                <a:gd name="csX119" fmla="*/ 20507 w 2423116"/>
                <a:gd name="csY119" fmla="*/ 757006 h 1110733"/>
                <a:gd name="csX120" fmla="*/ 3419 w 2423116"/>
                <a:gd name="csY120" fmla="*/ 736500 h 1110733"/>
                <a:gd name="csX121" fmla="*/ 0 w 2423116"/>
                <a:gd name="csY121" fmla="*/ 746753 h 1110733"/>
                <a:gd name="csX122" fmla="*/ 27341 w 2423116"/>
                <a:gd name="csY122" fmla="*/ 779221 h 1110733"/>
                <a:gd name="csX123" fmla="*/ 34177 w 2423116"/>
                <a:gd name="csY123" fmla="*/ 796309 h 1110733"/>
                <a:gd name="csX124" fmla="*/ 52974 w 2423116"/>
                <a:gd name="csY124" fmla="*/ 791182 h 1110733"/>
                <a:gd name="csX125" fmla="*/ 66644 w 2423116"/>
                <a:gd name="csY125" fmla="*/ 780930 h 1110733"/>
                <a:gd name="csX126" fmla="*/ 82025 w 2423116"/>
                <a:gd name="csY126" fmla="*/ 784347 h 1110733"/>
                <a:gd name="csX127" fmla="*/ 88859 w 2423116"/>
                <a:gd name="csY127" fmla="*/ 798018 h 1110733"/>
                <a:gd name="csX128" fmla="*/ 102530 w 2423116"/>
                <a:gd name="csY128" fmla="*/ 808272 h 1110733"/>
                <a:gd name="csX129" fmla="*/ 124745 w 2423116"/>
                <a:gd name="csY129" fmla="*/ 808272 h 1110733"/>
                <a:gd name="csX130" fmla="*/ 145250 w 2423116"/>
                <a:gd name="csY130" fmla="*/ 842448 h 1110733"/>
                <a:gd name="csX131" fmla="*/ 140124 w 2423116"/>
                <a:gd name="csY131" fmla="*/ 856118 h 1110733"/>
                <a:gd name="csX132" fmla="*/ 123036 w 2423116"/>
                <a:gd name="csY132" fmla="*/ 854410 h 1110733"/>
                <a:gd name="csX133" fmla="*/ 114492 w 2423116"/>
                <a:gd name="csY133" fmla="*/ 835613 h 1110733"/>
                <a:gd name="csX134" fmla="*/ 92278 w 2423116"/>
                <a:gd name="csY134" fmla="*/ 827068 h 1110733"/>
                <a:gd name="csX135" fmla="*/ 87151 w 2423116"/>
                <a:gd name="csY135" fmla="*/ 811688 h 1110733"/>
                <a:gd name="csX136" fmla="*/ 73480 w 2423116"/>
                <a:gd name="csY136" fmla="*/ 799726 h 1110733"/>
                <a:gd name="csX137" fmla="*/ 56391 w 2423116"/>
                <a:gd name="csY137" fmla="*/ 825360 h 1110733"/>
                <a:gd name="csX138" fmla="*/ 56391 w 2423116"/>
                <a:gd name="csY138" fmla="*/ 844156 h 1110733"/>
                <a:gd name="csX139" fmla="*/ 58101 w 2423116"/>
                <a:gd name="csY139" fmla="*/ 862954 h 1110733"/>
                <a:gd name="csX140" fmla="*/ 71771 w 2423116"/>
                <a:gd name="csY140" fmla="*/ 871497 h 1110733"/>
                <a:gd name="csX141" fmla="*/ 80316 w 2423116"/>
                <a:gd name="csY141" fmla="*/ 880042 h 1110733"/>
                <a:gd name="csX142" fmla="*/ 73480 w 2423116"/>
                <a:gd name="csY142" fmla="*/ 900548 h 1110733"/>
                <a:gd name="csX143" fmla="*/ 66644 w 2423116"/>
                <a:gd name="csY143" fmla="*/ 903966 h 1110733"/>
                <a:gd name="csX144" fmla="*/ 56391 w 2423116"/>
                <a:gd name="csY144" fmla="*/ 903966 h 1110733"/>
                <a:gd name="csX145" fmla="*/ 49556 w 2423116"/>
                <a:gd name="csY145" fmla="*/ 921053 h 1110733"/>
                <a:gd name="csX146" fmla="*/ 42720 w 2423116"/>
                <a:gd name="csY146" fmla="*/ 939851 h 1110733"/>
                <a:gd name="csX147" fmla="*/ 46139 w 2423116"/>
                <a:gd name="csY147" fmla="*/ 960356 h 1110733"/>
                <a:gd name="csX148" fmla="*/ 54682 w 2423116"/>
                <a:gd name="csY148" fmla="*/ 960356 h 1110733"/>
                <a:gd name="csX149" fmla="*/ 58101 w 2423116"/>
                <a:gd name="csY149" fmla="*/ 948394 h 1110733"/>
                <a:gd name="csX150" fmla="*/ 68353 w 2423116"/>
                <a:gd name="csY150" fmla="*/ 948394 h 1110733"/>
                <a:gd name="csX151" fmla="*/ 80316 w 2423116"/>
                <a:gd name="csY151" fmla="*/ 962065 h 1110733"/>
                <a:gd name="csX152" fmla="*/ 92278 w 2423116"/>
                <a:gd name="csY152" fmla="*/ 991116 h 1110733"/>
                <a:gd name="csX153" fmla="*/ 97404 w 2423116"/>
                <a:gd name="csY153" fmla="*/ 1006495 h 1110733"/>
                <a:gd name="csX154" fmla="*/ 109366 w 2423116"/>
                <a:gd name="csY154" fmla="*/ 1013331 h 1110733"/>
                <a:gd name="csX155" fmla="*/ 111074 w 2423116"/>
                <a:gd name="csY155" fmla="*/ 1020166 h 1110733"/>
                <a:gd name="csX156" fmla="*/ 129871 w 2423116"/>
                <a:gd name="csY156" fmla="*/ 1008204 h 1110733"/>
                <a:gd name="csX157" fmla="*/ 153794 w 2423116"/>
                <a:gd name="csY157" fmla="*/ 1013331 h 1110733"/>
                <a:gd name="csX158" fmla="*/ 176010 w 2423116"/>
                <a:gd name="csY158" fmla="*/ 1004786 h 1110733"/>
                <a:gd name="csX159" fmla="*/ 193097 w 2423116"/>
                <a:gd name="csY159" fmla="*/ 996242 h 1110733"/>
                <a:gd name="csX160" fmla="*/ 222148 w 2423116"/>
                <a:gd name="csY160" fmla="*/ 999660 h 1110733"/>
                <a:gd name="csX161" fmla="*/ 235819 w 2423116"/>
                <a:gd name="csY161" fmla="*/ 982571 h 1110733"/>
                <a:gd name="csX162" fmla="*/ 252907 w 2423116"/>
                <a:gd name="csY162" fmla="*/ 979154 h 1110733"/>
                <a:gd name="csX163" fmla="*/ 275122 w 2423116"/>
                <a:gd name="csY163" fmla="*/ 992825 h 1110733"/>
                <a:gd name="csX164" fmla="*/ 311007 w 2423116"/>
                <a:gd name="csY164" fmla="*/ 984281 h 1110733"/>
                <a:gd name="csX165" fmla="*/ 314425 w 2423116"/>
                <a:gd name="csY165" fmla="*/ 970610 h 1110733"/>
                <a:gd name="csX166" fmla="*/ 334930 w 2423116"/>
                <a:gd name="csY166" fmla="*/ 970610 h 1110733"/>
                <a:gd name="csX167" fmla="*/ 343474 w 2423116"/>
                <a:gd name="csY167" fmla="*/ 965484 h 1110733"/>
                <a:gd name="csX168" fmla="*/ 353727 w 2423116"/>
                <a:gd name="csY168" fmla="*/ 974027 h 1110733"/>
                <a:gd name="csX169" fmla="*/ 369107 w 2423116"/>
                <a:gd name="csY169" fmla="*/ 958648 h 1110733"/>
                <a:gd name="csX170" fmla="*/ 384486 w 2423116"/>
                <a:gd name="csY170" fmla="*/ 953522 h 1110733"/>
                <a:gd name="csX171" fmla="*/ 398156 w 2423116"/>
                <a:gd name="csY171" fmla="*/ 953522 h 1110733"/>
                <a:gd name="csX172" fmla="*/ 396448 w 2423116"/>
                <a:gd name="csY172" fmla="*/ 972318 h 1110733"/>
                <a:gd name="csX173" fmla="*/ 394739 w 2423116"/>
                <a:gd name="csY173" fmla="*/ 992825 h 1110733"/>
                <a:gd name="csX174" fmla="*/ 403284 w 2423116"/>
                <a:gd name="csY174" fmla="*/ 1009912 h 1110733"/>
                <a:gd name="csX175" fmla="*/ 403284 w 2423116"/>
                <a:gd name="csY175" fmla="*/ 1030419 h 1110733"/>
                <a:gd name="csX176" fmla="*/ 408410 w 2423116"/>
                <a:gd name="csY176" fmla="*/ 1044089 h 1110733"/>
                <a:gd name="csX177" fmla="*/ 428916 w 2423116"/>
                <a:gd name="csY177" fmla="*/ 1052634 h 1110733"/>
                <a:gd name="csX178" fmla="*/ 447712 w 2423116"/>
                <a:gd name="csY178" fmla="*/ 1033836 h 1110733"/>
                <a:gd name="csX179" fmla="*/ 457966 w 2423116"/>
                <a:gd name="csY179" fmla="*/ 1042381 h 1110733"/>
                <a:gd name="csX180" fmla="*/ 435751 w 2423116"/>
                <a:gd name="csY180" fmla="*/ 1069722 h 1110733"/>
                <a:gd name="csX181" fmla="*/ 430625 w 2423116"/>
                <a:gd name="csY181" fmla="*/ 1081684 h 1110733"/>
                <a:gd name="csX182" fmla="*/ 446004 w 2423116"/>
                <a:gd name="csY182" fmla="*/ 1100481 h 1110733"/>
                <a:gd name="csX183" fmla="*/ 468219 w 2423116"/>
                <a:gd name="csY183" fmla="*/ 1100481 h 1110733"/>
                <a:gd name="csX184" fmla="*/ 456257 w 2423116"/>
                <a:gd name="csY184" fmla="*/ 1081684 h 1110733"/>
                <a:gd name="csX185" fmla="*/ 466510 w 2423116"/>
                <a:gd name="csY185" fmla="*/ 1068013 h 1110733"/>
                <a:gd name="csX186" fmla="*/ 487015 w 2423116"/>
                <a:gd name="csY186" fmla="*/ 1057760 h 1110733"/>
                <a:gd name="csX187" fmla="*/ 498977 w 2423116"/>
                <a:gd name="csY187" fmla="*/ 1047507 h 1110733"/>
                <a:gd name="csX188" fmla="*/ 509230 w 2423116"/>
                <a:gd name="csY188" fmla="*/ 1064594 h 1110733"/>
                <a:gd name="csX189" fmla="*/ 521192 w 2423116"/>
                <a:gd name="csY189" fmla="*/ 1062886 h 1110733"/>
                <a:gd name="csX190" fmla="*/ 545116 w 2423116"/>
                <a:gd name="csY190" fmla="*/ 1030419 h 1110733"/>
                <a:gd name="csX191" fmla="*/ 570748 w 2423116"/>
                <a:gd name="csY191" fmla="*/ 1025293 h 1110733"/>
                <a:gd name="csX192" fmla="*/ 584419 w 2423116"/>
                <a:gd name="csY192" fmla="*/ 1042381 h 1110733"/>
                <a:gd name="csX193" fmla="*/ 610051 w 2423116"/>
                <a:gd name="csY193" fmla="*/ 1042381 h 1110733"/>
                <a:gd name="csX194" fmla="*/ 615177 w 2423116"/>
                <a:gd name="csY194" fmla="*/ 1052634 h 1110733"/>
                <a:gd name="csX195" fmla="*/ 610051 w 2423116"/>
                <a:gd name="csY195" fmla="*/ 1069722 h 1110733"/>
                <a:gd name="csX196" fmla="*/ 613468 w 2423116"/>
                <a:gd name="csY196" fmla="*/ 1076558 h 1110733"/>
                <a:gd name="csX197" fmla="*/ 635684 w 2423116"/>
                <a:gd name="csY197" fmla="*/ 1068013 h 1110733"/>
                <a:gd name="csX198" fmla="*/ 645937 w 2423116"/>
                <a:gd name="csY198" fmla="*/ 1078266 h 1110733"/>
                <a:gd name="csX199" fmla="*/ 654481 w 2423116"/>
                <a:gd name="csY199" fmla="*/ 1091937 h 1110733"/>
                <a:gd name="csX200" fmla="*/ 664733 w 2423116"/>
                <a:gd name="csY200" fmla="*/ 1091937 h 1110733"/>
                <a:gd name="csX201" fmla="*/ 678404 w 2423116"/>
                <a:gd name="csY201" fmla="*/ 1091937 h 1110733"/>
                <a:gd name="csX202" fmla="*/ 693784 w 2423116"/>
                <a:gd name="csY202" fmla="*/ 1091937 h 1110733"/>
                <a:gd name="csX203" fmla="*/ 704036 w 2423116"/>
                <a:gd name="csY203" fmla="*/ 1105607 h 1110733"/>
                <a:gd name="csX204" fmla="*/ 709163 w 2423116"/>
                <a:gd name="csY204" fmla="*/ 1110733 h 1110733"/>
                <a:gd name="csX205" fmla="*/ 722834 w 2423116"/>
                <a:gd name="csY205" fmla="*/ 1100481 h 1110733"/>
                <a:gd name="csX206" fmla="*/ 739922 w 2423116"/>
                <a:gd name="csY206" fmla="*/ 1103899 h 1110733"/>
                <a:gd name="csX207" fmla="*/ 760428 w 2423116"/>
                <a:gd name="csY207" fmla="*/ 1076558 h 1110733"/>
                <a:gd name="csX208" fmla="*/ 774099 w 2423116"/>
                <a:gd name="csY208" fmla="*/ 1064594 h 1110733"/>
                <a:gd name="csX209" fmla="*/ 780933 w 2423116"/>
                <a:gd name="csY209" fmla="*/ 1066304 h 1110733"/>
                <a:gd name="csX210" fmla="*/ 774099 w 2423116"/>
                <a:gd name="csY210" fmla="*/ 1032127 h 1110733"/>
                <a:gd name="csX211" fmla="*/ 787769 w 2423116"/>
                <a:gd name="csY211" fmla="*/ 1006495 h 1110733"/>
                <a:gd name="csX212" fmla="*/ 799731 w 2423116"/>
                <a:gd name="csY212" fmla="*/ 991116 h 1110733"/>
                <a:gd name="csX213" fmla="*/ 813401 w 2423116"/>
                <a:gd name="csY213" fmla="*/ 989407 h 1110733"/>
                <a:gd name="csX214" fmla="*/ 837325 w 2423116"/>
                <a:gd name="csY214" fmla="*/ 989407 h 1110733"/>
                <a:gd name="csX215" fmla="*/ 857832 w 2423116"/>
                <a:gd name="csY215" fmla="*/ 962065 h 1110733"/>
                <a:gd name="csX216" fmla="*/ 862958 w 2423116"/>
                <a:gd name="csY216" fmla="*/ 948394 h 1110733"/>
                <a:gd name="csX217" fmla="*/ 859540 w 2423116"/>
                <a:gd name="csY217" fmla="*/ 933015 h 1110733"/>
                <a:gd name="csX218" fmla="*/ 874919 w 2423116"/>
                <a:gd name="csY218" fmla="*/ 921053 h 1110733"/>
                <a:gd name="csX219" fmla="*/ 888590 w 2423116"/>
                <a:gd name="csY219" fmla="*/ 919345 h 1110733"/>
                <a:gd name="csX220" fmla="*/ 892009 w 2423116"/>
                <a:gd name="csY220" fmla="*/ 893712 h 1110733"/>
                <a:gd name="csX221" fmla="*/ 921058 w 2423116"/>
                <a:gd name="csY221" fmla="*/ 885168 h 1110733"/>
                <a:gd name="csX222" fmla="*/ 939855 w 2423116"/>
                <a:gd name="csY222" fmla="*/ 897131 h 1110733"/>
                <a:gd name="csX223" fmla="*/ 950108 w 2423116"/>
                <a:gd name="csY223" fmla="*/ 897131 h 1110733"/>
                <a:gd name="csX224" fmla="*/ 967196 w 2423116"/>
                <a:gd name="csY224" fmla="*/ 892004 h 1110733"/>
                <a:gd name="csX225" fmla="*/ 970614 w 2423116"/>
                <a:gd name="csY225" fmla="*/ 871497 h 1110733"/>
                <a:gd name="csX226" fmla="*/ 985993 w 2423116"/>
                <a:gd name="csY226" fmla="*/ 871497 h 1110733"/>
                <a:gd name="csX227" fmla="*/ 996247 w 2423116"/>
                <a:gd name="csY227" fmla="*/ 886877 h 1110733"/>
                <a:gd name="csX228" fmla="*/ 1006499 w 2423116"/>
                <a:gd name="csY228" fmla="*/ 876625 h 1110733"/>
                <a:gd name="csX229" fmla="*/ 1059472 w 2423116"/>
                <a:gd name="csY229" fmla="*/ 868080 h 1110733"/>
                <a:gd name="csX230" fmla="*/ 1069726 w 2423116"/>
                <a:gd name="csY230" fmla="*/ 881751 h 1110733"/>
                <a:gd name="csX231" fmla="*/ 1083397 w 2423116"/>
                <a:gd name="csY231" fmla="*/ 909093 h 1110733"/>
                <a:gd name="csX232" fmla="*/ 1090232 w 2423116"/>
                <a:gd name="csY232" fmla="*/ 912510 h 1110733"/>
                <a:gd name="csX233" fmla="*/ 1103902 w 2423116"/>
                <a:gd name="csY233" fmla="*/ 898840 h 1110733"/>
                <a:gd name="csX234" fmla="*/ 1144914 w 2423116"/>
                <a:gd name="csY234" fmla="*/ 898840 h 1110733"/>
                <a:gd name="csX235" fmla="*/ 1155167 w 2423116"/>
                <a:gd name="csY235" fmla="*/ 905674 h 1110733"/>
                <a:gd name="csX236" fmla="*/ 1160294 w 2423116"/>
                <a:gd name="csY236" fmla="*/ 917636 h 1110733"/>
                <a:gd name="csX237" fmla="*/ 1165420 w 2423116"/>
                <a:gd name="csY237" fmla="*/ 922763 h 1110733"/>
                <a:gd name="csX238" fmla="*/ 1167129 w 2423116"/>
                <a:gd name="csY238" fmla="*/ 902257 h 1110733"/>
                <a:gd name="csX239" fmla="*/ 1177382 w 2423116"/>
                <a:gd name="csY239" fmla="*/ 886877 h 1110733"/>
                <a:gd name="csX240" fmla="*/ 1189344 w 2423116"/>
                <a:gd name="csY240" fmla="*/ 890295 h 1110733"/>
                <a:gd name="csX241" fmla="*/ 1196178 w 2423116"/>
                <a:gd name="csY241" fmla="*/ 869789 h 1110733"/>
                <a:gd name="csX242" fmla="*/ 1232064 w 2423116"/>
                <a:gd name="csY242" fmla="*/ 844156 h 1110733"/>
                <a:gd name="csX243" fmla="*/ 1250862 w 2423116"/>
                <a:gd name="csY243" fmla="*/ 856118 h 1110733"/>
                <a:gd name="csX244" fmla="*/ 1267950 w 2423116"/>
                <a:gd name="csY244" fmla="*/ 862954 h 1110733"/>
                <a:gd name="csX245" fmla="*/ 1320923 w 2423116"/>
                <a:gd name="csY245" fmla="*/ 861245 h 1110733"/>
                <a:gd name="csX246" fmla="*/ 1344847 w 2423116"/>
                <a:gd name="csY246" fmla="*/ 862954 h 1110733"/>
                <a:gd name="csX247" fmla="*/ 1361934 w 2423116"/>
                <a:gd name="csY247" fmla="*/ 844156 h 1110733"/>
                <a:gd name="csX248" fmla="*/ 1389275 w 2423116"/>
                <a:gd name="csY248" fmla="*/ 852701 h 1110733"/>
                <a:gd name="csX249" fmla="*/ 1396111 w 2423116"/>
                <a:gd name="csY249" fmla="*/ 861245 h 1110733"/>
                <a:gd name="csX250" fmla="*/ 1408073 w 2423116"/>
                <a:gd name="csY250" fmla="*/ 861245 h 1110733"/>
                <a:gd name="csX251" fmla="*/ 1411491 w 2423116"/>
                <a:gd name="csY251" fmla="*/ 840739 h 1110733"/>
                <a:gd name="csX252" fmla="*/ 1420035 w 2423116"/>
                <a:gd name="csY252" fmla="*/ 828777 h 1110733"/>
                <a:gd name="csX253" fmla="*/ 1411491 w 2423116"/>
                <a:gd name="csY253" fmla="*/ 804853 h 1110733"/>
                <a:gd name="csX254" fmla="*/ 1413199 w 2423116"/>
                <a:gd name="csY254" fmla="*/ 791182 h 1110733"/>
                <a:gd name="csX255" fmla="*/ 1425162 w 2423116"/>
                <a:gd name="csY255" fmla="*/ 777511 h 1110733"/>
                <a:gd name="csX256" fmla="*/ 1430288 w 2423116"/>
                <a:gd name="csY256" fmla="*/ 775802 h 1110733"/>
                <a:gd name="csX257" fmla="*/ 1433706 w 2423116"/>
                <a:gd name="csY257" fmla="*/ 748461 h 1110733"/>
                <a:gd name="csX258" fmla="*/ 1431997 w 2423116"/>
                <a:gd name="csY258" fmla="*/ 729665 h 1110733"/>
                <a:gd name="csX259" fmla="*/ 1414908 w 2423116"/>
                <a:gd name="csY259" fmla="*/ 719412 h 1110733"/>
                <a:gd name="csX260" fmla="*/ 1408073 w 2423116"/>
                <a:gd name="csY260" fmla="*/ 700614 h 1110733"/>
                <a:gd name="csX261" fmla="*/ 1387567 w 2423116"/>
                <a:gd name="csY261" fmla="*/ 695488 h 1110733"/>
                <a:gd name="csX262" fmla="*/ 1355100 w 2423116"/>
                <a:gd name="csY262" fmla="*/ 690362 h 1110733"/>
                <a:gd name="csX263" fmla="*/ 1341429 w 2423116"/>
                <a:gd name="csY263" fmla="*/ 668147 h 1110733"/>
                <a:gd name="csX264" fmla="*/ 1344847 w 2423116"/>
                <a:gd name="csY264" fmla="*/ 642515 h 1110733"/>
                <a:gd name="csX265" fmla="*/ 1343138 w 2423116"/>
                <a:gd name="csY265" fmla="*/ 613464 h 1110733"/>
                <a:gd name="csX266" fmla="*/ 1336303 w 2423116"/>
                <a:gd name="csY266" fmla="*/ 604920 h 1110733"/>
                <a:gd name="csX267" fmla="*/ 1319455 w 2423116"/>
                <a:gd name="csY267" fmla="*/ 603389 h 1110733"/>
                <a:gd name="csX268" fmla="*/ 1319455 w 2423116"/>
                <a:gd name="csY268" fmla="*/ 591704 h 1110733"/>
                <a:gd name="csX269" fmla="*/ 1322632 w 2423116"/>
                <a:gd name="csY269" fmla="*/ 591250 h 1110733"/>
                <a:gd name="csX270" fmla="*/ 1320923 w 2423116"/>
                <a:gd name="csY270" fmla="*/ 569035 h 1110733"/>
                <a:gd name="csX271" fmla="*/ 1312378 w 2423116"/>
                <a:gd name="csY271" fmla="*/ 551947 h 1110733"/>
                <a:gd name="csX272" fmla="*/ 1305544 w 2423116"/>
                <a:gd name="csY272" fmla="*/ 551947 h 1110733"/>
                <a:gd name="csX273" fmla="*/ 1290384 w 2423116"/>
                <a:gd name="csY273" fmla="*/ 545209 h 1110733"/>
                <a:gd name="csX274" fmla="*/ 1290093 w 2423116"/>
                <a:gd name="csY274" fmla="*/ 544863 h 1110733"/>
                <a:gd name="csX275" fmla="*/ 1286746 w 2423116"/>
                <a:gd name="csY275" fmla="*/ 533149 h 1110733"/>
                <a:gd name="csX276" fmla="*/ 1286746 w 2423116"/>
                <a:gd name="csY276" fmla="*/ 516061 h 1110733"/>
                <a:gd name="csX277" fmla="*/ 1296999 w 2423116"/>
                <a:gd name="csY277" fmla="*/ 495555 h 1110733"/>
                <a:gd name="csX278" fmla="*/ 1308961 w 2423116"/>
                <a:gd name="csY278" fmla="*/ 469923 h 1110733"/>
                <a:gd name="csX279" fmla="*/ 1320923 w 2423116"/>
                <a:gd name="csY279" fmla="*/ 430620 h 1110733"/>
                <a:gd name="csX280" fmla="*/ 1327758 w 2423116"/>
                <a:gd name="csY280" fmla="*/ 410115 h 1110733"/>
                <a:gd name="csX281" fmla="*/ 1332885 w 2423116"/>
                <a:gd name="csY281" fmla="*/ 389608 h 1110733"/>
                <a:gd name="csX282" fmla="*/ 1331496 w 2423116"/>
                <a:gd name="csY282" fmla="*/ 381280 h 1110733"/>
                <a:gd name="csX283" fmla="*/ 1345923 w 2423116"/>
                <a:gd name="csY283" fmla="*/ 375378 h 1110733"/>
                <a:gd name="csX284" fmla="*/ 1346554 w 2423116"/>
                <a:gd name="csY284" fmla="*/ 381064 h 1110733"/>
                <a:gd name="csX285" fmla="*/ 1343137 w 2423116"/>
                <a:gd name="csY285" fmla="*/ 401570 h 1110733"/>
                <a:gd name="csX286" fmla="*/ 1341428 w 2423116"/>
                <a:gd name="csY286" fmla="*/ 411823 h 1110733"/>
                <a:gd name="csX287" fmla="*/ 1358517 w 2423116"/>
                <a:gd name="csY287" fmla="*/ 415241 h 1110733"/>
                <a:gd name="csX288" fmla="*/ 1375605 w 2423116"/>
                <a:gd name="csY288" fmla="*/ 399861 h 1110733"/>
                <a:gd name="csX289" fmla="*/ 1387567 w 2423116"/>
                <a:gd name="csY289" fmla="*/ 408405 h 1110733"/>
                <a:gd name="csX290" fmla="*/ 1404655 w 2423116"/>
                <a:gd name="csY290" fmla="*/ 416951 h 1110733"/>
                <a:gd name="csX291" fmla="*/ 1428578 w 2423116"/>
                <a:gd name="csY291" fmla="*/ 415241 h 1110733"/>
                <a:gd name="csX292" fmla="*/ 1450793 w 2423116"/>
                <a:gd name="csY292" fmla="*/ 399861 h 1110733"/>
                <a:gd name="csX293" fmla="*/ 1467881 w 2423116"/>
                <a:gd name="csY293" fmla="*/ 401570 h 1110733"/>
                <a:gd name="csX294" fmla="*/ 1476426 w 2423116"/>
                <a:gd name="csY294" fmla="*/ 404987 h 1110733"/>
                <a:gd name="csX295" fmla="*/ 1500350 w 2423116"/>
                <a:gd name="csY295" fmla="*/ 394734 h 1110733"/>
                <a:gd name="csX296" fmla="*/ 1514020 w 2423116"/>
                <a:gd name="csY296" fmla="*/ 399861 h 1110733"/>
                <a:gd name="csX297" fmla="*/ 1546487 w 2423116"/>
                <a:gd name="csY297" fmla="*/ 425494 h 1110733"/>
                <a:gd name="csX298" fmla="*/ 1555032 w 2423116"/>
                <a:gd name="csY298" fmla="*/ 449418 h 1110733"/>
                <a:gd name="csX299" fmla="*/ 1563576 w 2423116"/>
                <a:gd name="csY299" fmla="*/ 461379 h 1110733"/>
                <a:gd name="csX300" fmla="*/ 1575538 w 2423116"/>
                <a:gd name="csY300" fmla="*/ 473341 h 1110733"/>
                <a:gd name="csX301" fmla="*/ 1570411 w 2423116"/>
                <a:gd name="csY301" fmla="*/ 487012 h 1110733"/>
                <a:gd name="csX302" fmla="*/ 1604588 w 2423116"/>
                <a:gd name="csY302" fmla="*/ 492138 h 1110733"/>
                <a:gd name="csX303" fmla="*/ 1625094 w 2423116"/>
                <a:gd name="csY303" fmla="*/ 504100 h 1110733"/>
                <a:gd name="csX304" fmla="*/ 1643891 w 2423116"/>
                <a:gd name="csY304" fmla="*/ 512644 h 1110733"/>
                <a:gd name="csX305" fmla="*/ 1657561 w 2423116"/>
                <a:gd name="csY305" fmla="*/ 522897 h 1110733"/>
                <a:gd name="csX306" fmla="*/ 1679776 w 2423116"/>
                <a:gd name="csY306" fmla="*/ 529732 h 1110733"/>
                <a:gd name="csX307" fmla="*/ 1691738 w 2423116"/>
                <a:gd name="csY307" fmla="*/ 538276 h 1110733"/>
                <a:gd name="csX308" fmla="*/ 1695155 w 2423116"/>
                <a:gd name="csY308" fmla="*/ 560492 h 1110733"/>
                <a:gd name="csX309" fmla="*/ 1684903 w 2423116"/>
                <a:gd name="csY309" fmla="*/ 570743 h 1110733"/>
                <a:gd name="csX310" fmla="*/ 1695155 w 2423116"/>
                <a:gd name="csY310" fmla="*/ 580997 h 1110733"/>
                <a:gd name="csX311" fmla="*/ 1695155 w 2423116"/>
                <a:gd name="csY311" fmla="*/ 596377 h 1110733"/>
                <a:gd name="csX312" fmla="*/ 1698574 w 2423116"/>
                <a:gd name="csY312" fmla="*/ 610048 h 1110733"/>
                <a:gd name="csX313" fmla="*/ 1708826 w 2423116"/>
                <a:gd name="csY313" fmla="*/ 632261 h 1110733"/>
                <a:gd name="csX314" fmla="*/ 1724205 w 2423116"/>
                <a:gd name="csY314" fmla="*/ 640806 h 1110733"/>
                <a:gd name="csX315" fmla="*/ 1734458 w 2423116"/>
                <a:gd name="csY315" fmla="*/ 635680 h 1110733"/>
                <a:gd name="csX316" fmla="*/ 1734458 w 2423116"/>
                <a:gd name="csY316" fmla="*/ 613465 h 1110733"/>
                <a:gd name="csX317" fmla="*/ 1739585 w 2423116"/>
                <a:gd name="csY317" fmla="*/ 601503 h 1110733"/>
                <a:gd name="csX318" fmla="*/ 1741294 w 2423116"/>
                <a:gd name="csY318" fmla="*/ 584414 h 1110733"/>
                <a:gd name="csX319" fmla="*/ 1751546 w 2423116"/>
                <a:gd name="csY319" fmla="*/ 569035 h 1110733"/>
                <a:gd name="csX320" fmla="*/ 1773762 w 2423116"/>
                <a:gd name="csY320" fmla="*/ 565618 h 1110733"/>
                <a:gd name="csX321" fmla="*/ 1795976 w 2423116"/>
                <a:gd name="csY321" fmla="*/ 546821 h 1110733"/>
                <a:gd name="csX322" fmla="*/ 1814774 w 2423116"/>
                <a:gd name="csY322" fmla="*/ 510935 h 1110733"/>
                <a:gd name="csX323" fmla="*/ 1826734 w 2423116"/>
                <a:gd name="csY323" fmla="*/ 483593 h 1110733"/>
                <a:gd name="csX324" fmla="*/ 1859203 w 2423116"/>
                <a:gd name="csY324" fmla="*/ 464797 h 1110733"/>
                <a:gd name="csX325" fmla="*/ 1874582 w 2423116"/>
                <a:gd name="csY325" fmla="*/ 481885 h 1110733"/>
                <a:gd name="csX326" fmla="*/ 1884835 w 2423116"/>
                <a:gd name="csY326" fmla="*/ 490429 h 1110733"/>
                <a:gd name="csX327" fmla="*/ 1891671 w 2423116"/>
                <a:gd name="csY327" fmla="*/ 488720 h 1110733"/>
                <a:gd name="csX328" fmla="*/ 1893380 w 2423116"/>
                <a:gd name="csY328" fmla="*/ 507518 h 1110733"/>
                <a:gd name="csX329" fmla="*/ 1907050 w 2423116"/>
                <a:gd name="csY329" fmla="*/ 514353 h 1110733"/>
                <a:gd name="csX330" fmla="*/ 1920721 w 2423116"/>
                <a:gd name="csY330" fmla="*/ 488720 h 1110733"/>
                <a:gd name="csX331" fmla="*/ 1936100 w 2423116"/>
                <a:gd name="csY331" fmla="*/ 485303 h 1110733"/>
                <a:gd name="csX332" fmla="*/ 1944644 w 2423116"/>
                <a:gd name="csY332" fmla="*/ 463088 h 1110733"/>
                <a:gd name="csX333" fmla="*/ 1958315 w 2423116"/>
                <a:gd name="csY333" fmla="*/ 461379 h 1110733"/>
                <a:gd name="csX334" fmla="*/ 1971985 w 2423116"/>
                <a:gd name="csY334" fmla="*/ 454543 h 1110733"/>
                <a:gd name="csX335" fmla="*/ 1987365 w 2423116"/>
                <a:gd name="csY335" fmla="*/ 469923 h 1110733"/>
                <a:gd name="csX336" fmla="*/ 2001036 w 2423116"/>
                <a:gd name="csY336" fmla="*/ 473341 h 1110733"/>
                <a:gd name="csX337" fmla="*/ 2023250 w 2423116"/>
                <a:gd name="csY337" fmla="*/ 469923 h 1110733"/>
                <a:gd name="csX338" fmla="*/ 2043757 w 2423116"/>
                <a:gd name="csY338" fmla="*/ 464797 h 1110733"/>
                <a:gd name="csX339" fmla="*/ 2064262 w 2423116"/>
                <a:gd name="csY339" fmla="*/ 476759 h 1110733"/>
                <a:gd name="csX340" fmla="*/ 2084768 w 2423116"/>
                <a:gd name="csY340" fmla="*/ 476759 h 1110733"/>
                <a:gd name="csX341" fmla="*/ 2098439 w 2423116"/>
                <a:gd name="csY341" fmla="*/ 456252 h 1110733"/>
                <a:gd name="csX342" fmla="*/ 2096730 w 2423116"/>
                <a:gd name="csY342" fmla="*/ 435747 h 1110733"/>
                <a:gd name="csX343" fmla="*/ 2115528 w 2423116"/>
                <a:gd name="csY343" fmla="*/ 420368 h 1110733"/>
                <a:gd name="csX344" fmla="*/ 2130907 w 2423116"/>
                <a:gd name="csY344" fmla="*/ 415241 h 1110733"/>
                <a:gd name="csX345" fmla="*/ 2147995 w 2423116"/>
                <a:gd name="csY345" fmla="*/ 411823 h 1110733"/>
                <a:gd name="csX346" fmla="*/ 2159957 w 2423116"/>
                <a:gd name="csY346" fmla="*/ 423785 h 1110733"/>
                <a:gd name="csX347" fmla="*/ 2173627 w 2423116"/>
                <a:gd name="csY347" fmla="*/ 444292 h 1110733"/>
                <a:gd name="csX348" fmla="*/ 2171918 w 2423116"/>
                <a:gd name="csY348" fmla="*/ 464797 h 1110733"/>
                <a:gd name="csX349" fmla="*/ 2182172 w 2423116"/>
                <a:gd name="csY349" fmla="*/ 481885 h 1110733"/>
                <a:gd name="csX350" fmla="*/ 2182172 w 2423116"/>
                <a:gd name="csY350" fmla="*/ 510935 h 1110733"/>
                <a:gd name="csX351" fmla="*/ 2165084 w 2423116"/>
                <a:gd name="csY351" fmla="*/ 517770 h 1110733"/>
                <a:gd name="csX352" fmla="*/ 2144577 w 2423116"/>
                <a:gd name="csY352" fmla="*/ 512644 h 1110733"/>
                <a:gd name="csX353" fmla="*/ 2147995 w 2423116"/>
                <a:gd name="csY353" fmla="*/ 528023 h 1110733"/>
                <a:gd name="csX354" fmla="*/ 2168501 w 2423116"/>
                <a:gd name="csY354" fmla="*/ 538276 h 1110733"/>
                <a:gd name="csX355" fmla="*/ 2177046 w 2423116"/>
                <a:gd name="csY355" fmla="*/ 553656 h 1110733"/>
                <a:gd name="csX356" fmla="*/ 2178754 w 2423116"/>
                <a:gd name="csY356" fmla="*/ 577579 h 1110733"/>
                <a:gd name="csX357" fmla="*/ 2180463 w 2423116"/>
                <a:gd name="csY357" fmla="*/ 599794 h 1110733"/>
                <a:gd name="csX358" fmla="*/ 2190716 w 2423116"/>
                <a:gd name="csY358" fmla="*/ 615174 h 1110733"/>
                <a:gd name="csX359" fmla="*/ 2221474 w 2423116"/>
                <a:gd name="csY359" fmla="*/ 618591 h 1110733"/>
                <a:gd name="csX360" fmla="*/ 2247107 w 2423116"/>
                <a:gd name="csY360" fmla="*/ 591250 h 1110733"/>
                <a:gd name="csX361" fmla="*/ 2257360 w 2423116"/>
                <a:gd name="csY361" fmla="*/ 553656 h 1110733"/>
                <a:gd name="csX362" fmla="*/ 2282992 w 2423116"/>
                <a:gd name="csY362" fmla="*/ 551947 h 1110733"/>
                <a:gd name="csX363" fmla="*/ 2303498 w 2423116"/>
                <a:gd name="csY363" fmla="*/ 548530 h 1110733"/>
                <a:gd name="csX364" fmla="*/ 2329131 w 2423116"/>
                <a:gd name="csY364" fmla="*/ 541694 h 1110733"/>
                <a:gd name="csX365" fmla="*/ 2354764 w 2423116"/>
                <a:gd name="csY365" fmla="*/ 533151 h 1110733"/>
                <a:gd name="csX366" fmla="*/ 2373560 w 2423116"/>
                <a:gd name="csY366" fmla="*/ 534859 h 1110733"/>
                <a:gd name="csX367" fmla="*/ 2378686 w 2423116"/>
                <a:gd name="csY367" fmla="*/ 512644 h 1110733"/>
                <a:gd name="csX368" fmla="*/ 2383813 w 2423116"/>
                <a:gd name="csY368" fmla="*/ 498974 h 1110733"/>
                <a:gd name="csX369" fmla="*/ 2394065 w 2423116"/>
                <a:gd name="csY369" fmla="*/ 483593 h 1110733"/>
                <a:gd name="csX370" fmla="*/ 2409446 w 2423116"/>
                <a:gd name="csY370" fmla="*/ 469923 h 1110733"/>
                <a:gd name="csX371" fmla="*/ 2416282 w 2423116"/>
                <a:gd name="csY371" fmla="*/ 454543 h 1110733"/>
                <a:gd name="csX372" fmla="*/ 2423116 w 2423116"/>
                <a:gd name="csY372" fmla="*/ 411823 h 1110733"/>
                <a:gd name="csX373" fmla="*/ 2417990 w 2423116"/>
                <a:gd name="csY373" fmla="*/ 372520 h 1110733"/>
                <a:gd name="csX374" fmla="*/ 2409446 w 2423116"/>
                <a:gd name="csY374" fmla="*/ 343471 h 1110733"/>
                <a:gd name="csX375" fmla="*/ 2399192 w 2423116"/>
                <a:gd name="csY375" fmla="*/ 331509 h 1110733"/>
                <a:gd name="csX376" fmla="*/ 2378686 w 2423116"/>
                <a:gd name="csY376" fmla="*/ 311002 h 1110733"/>
                <a:gd name="csX377" fmla="*/ 2347928 w 2423116"/>
                <a:gd name="csY377" fmla="*/ 304167 h 1110733"/>
                <a:gd name="csX378" fmla="*/ 2341093 w 2423116"/>
                <a:gd name="csY378" fmla="*/ 292205 h 1110733"/>
                <a:gd name="csX379" fmla="*/ 2317168 w 2423116"/>
                <a:gd name="csY379" fmla="*/ 288787 h 1110733"/>
                <a:gd name="csX380" fmla="*/ 2293246 w 2423116"/>
                <a:gd name="csY380" fmla="*/ 293915 h 1110733"/>
                <a:gd name="csX381" fmla="*/ 2289827 w 2423116"/>
                <a:gd name="csY381" fmla="*/ 278534 h 1110733"/>
                <a:gd name="csX382" fmla="*/ 2267613 w 2423116"/>
                <a:gd name="csY382" fmla="*/ 269991 h 1110733"/>
                <a:gd name="csX383" fmla="*/ 2253943 w 2423116"/>
                <a:gd name="csY383" fmla="*/ 247776 h 1110733"/>
                <a:gd name="csX384" fmla="*/ 2267613 w 2423116"/>
                <a:gd name="csY384" fmla="*/ 239233 h 1110733"/>
                <a:gd name="csX385" fmla="*/ 2269322 w 2423116"/>
                <a:gd name="csY385" fmla="*/ 220435 h 1110733"/>
                <a:gd name="csX386" fmla="*/ 2260777 w 2423116"/>
                <a:gd name="csY386" fmla="*/ 208473 h 1110733"/>
                <a:gd name="csX387" fmla="*/ 2272739 w 2423116"/>
                <a:gd name="csY387" fmla="*/ 191385 h 1110733"/>
                <a:gd name="csX388" fmla="*/ 2272739 w 2423116"/>
                <a:gd name="csY388" fmla="*/ 176005 h 1110733"/>
                <a:gd name="csX389" fmla="*/ 2253943 w 2423116"/>
                <a:gd name="csY389" fmla="*/ 176005 h 1110733"/>
                <a:gd name="csX390" fmla="*/ 2243688 w 2423116"/>
                <a:gd name="csY390" fmla="*/ 158917 h 1110733"/>
                <a:gd name="csX391" fmla="*/ 2245398 w 2423116"/>
                <a:gd name="csY391" fmla="*/ 146955 h 1110733"/>
                <a:gd name="csX392" fmla="*/ 2235145 w 2423116"/>
                <a:gd name="csY392" fmla="*/ 145246 h 1110733"/>
                <a:gd name="csX393" fmla="*/ 2219766 w 2423116"/>
                <a:gd name="csY393" fmla="*/ 145246 h 1110733"/>
                <a:gd name="csX394" fmla="*/ 2209513 w 2423116"/>
                <a:gd name="csY394" fmla="*/ 124740 h 1110733"/>
                <a:gd name="csX395" fmla="*/ 2189006 w 2423116"/>
                <a:gd name="csY395" fmla="*/ 107652 h 1110733"/>
                <a:gd name="csX396" fmla="*/ 2168501 w 2423116"/>
                <a:gd name="csY396" fmla="*/ 116197 h 1110733"/>
                <a:gd name="csX397" fmla="*/ 2149703 w 2423116"/>
                <a:gd name="csY397" fmla="*/ 104235 h 1110733"/>
                <a:gd name="csX398" fmla="*/ 2130907 w 2423116"/>
                <a:gd name="csY398" fmla="*/ 99108 h 1110733"/>
                <a:gd name="csX399" fmla="*/ 2105274 w 2423116"/>
                <a:gd name="csY399" fmla="*/ 102526 h 1110733"/>
                <a:gd name="csX400" fmla="*/ 2088187 w 2423116"/>
                <a:gd name="csY400" fmla="*/ 92273 h 1110733"/>
                <a:gd name="csX401" fmla="*/ 2088187 w 2423116"/>
                <a:gd name="csY401" fmla="*/ 80311 h 1110733"/>
                <a:gd name="csX402" fmla="*/ 2062553 w 2423116"/>
                <a:gd name="csY402" fmla="*/ 46134 h 1110733"/>
                <a:gd name="csX403" fmla="*/ 2069389 w 2423116"/>
                <a:gd name="csY403" fmla="*/ 35881 h 1110733"/>
                <a:gd name="csX404" fmla="*/ 2084768 w 2423116"/>
                <a:gd name="csY404" fmla="*/ 25628 h 1110733"/>
                <a:gd name="csX405" fmla="*/ 2096730 w 2423116"/>
                <a:gd name="csY405" fmla="*/ 1705 h 1110733"/>
                <a:gd name="csX406" fmla="*/ 2097867 w 2423116"/>
                <a:gd name="csY406" fmla="*/ 0 h 1110733"/>
                <a:gd name="csX407" fmla="*/ 1427893 w 2423116"/>
                <a:gd name="csY407" fmla="*/ 0 h 1110733"/>
                <a:gd name="csX408" fmla="*/ 1401290 w 2423116"/>
                <a:gd name="csY408" fmla="*/ 0 h 1110733"/>
                <a:gd name="csX409" fmla="*/ 1401228 w 2423116"/>
                <a:gd name="csY409" fmla="*/ 0 h 1110733"/>
                <a:gd name="csX410" fmla="*/ 1484133 w 2423116"/>
                <a:gd name="csY410"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1288659 w 2423116"/>
                <a:gd name="csY5" fmla="*/ 0 h 1110733"/>
                <a:gd name="csX6" fmla="*/ 541694 w 2423116"/>
                <a:gd name="csY6" fmla="*/ 0 h 1110733"/>
                <a:gd name="csX7" fmla="*/ 517775 w 2423116"/>
                <a:gd name="csY7" fmla="*/ 23919 h 1110733"/>
                <a:gd name="csX8" fmla="*/ 502396 w 2423116"/>
                <a:gd name="csY8" fmla="*/ 54679 h 1110733"/>
                <a:gd name="csX9" fmla="*/ 502396 w 2423116"/>
                <a:gd name="csY9" fmla="*/ 71767 h 1110733"/>
                <a:gd name="csX10" fmla="*/ 495560 w 2423116"/>
                <a:gd name="csY10" fmla="*/ 90564 h 1110733"/>
                <a:gd name="csX11" fmla="*/ 481889 w 2423116"/>
                <a:gd name="csY11" fmla="*/ 90564 h 1110733"/>
                <a:gd name="csX12" fmla="*/ 451130 w 2423116"/>
                <a:gd name="csY12" fmla="*/ 102526 h 1110733"/>
                <a:gd name="csX13" fmla="*/ 427207 w 2423116"/>
                <a:gd name="csY13" fmla="*/ 104235 h 1110733"/>
                <a:gd name="csX14" fmla="*/ 422080 w 2423116"/>
                <a:gd name="csY14" fmla="*/ 93982 h 1110733"/>
                <a:gd name="csX15" fmla="*/ 408410 w 2423116"/>
                <a:gd name="csY15" fmla="*/ 93982 h 1110733"/>
                <a:gd name="csX16" fmla="*/ 406701 w 2423116"/>
                <a:gd name="csY16" fmla="*/ 82020 h 1110733"/>
                <a:gd name="csX17" fmla="*/ 391322 w 2423116"/>
                <a:gd name="csY17" fmla="*/ 83728 h 1110733"/>
                <a:gd name="csX18" fmla="*/ 389613 w 2423116"/>
                <a:gd name="csY18" fmla="*/ 99108 h 1110733"/>
                <a:gd name="csX19" fmla="*/ 365689 w 2423116"/>
                <a:gd name="csY19" fmla="*/ 128157 h 1110733"/>
                <a:gd name="csX20" fmla="*/ 384486 w 2423116"/>
                <a:gd name="csY20" fmla="*/ 150372 h 1110733"/>
                <a:gd name="csX21" fmla="*/ 396448 w 2423116"/>
                <a:gd name="csY21" fmla="*/ 138410 h 1110733"/>
                <a:gd name="csX22" fmla="*/ 413537 w 2423116"/>
                <a:gd name="csY22" fmla="*/ 141828 h 1110733"/>
                <a:gd name="csX23" fmla="*/ 423164 w 2423116"/>
                <a:gd name="csY23" fmla="*/ 141828 h 1110733"/>
                <a:gd name="csX24" fmla="*/ 423164 w 2423116"/>
                <a:gd name="csY24" fmla="*/ 159038 h 1110733"/>
                <a:gd name="csX25" fmla="*/ 416954 w 2423116"/>
                <a:gd name="csY25" fmla="*/ 158917 h 1110733"/>
                <a:gd name="csX26" fmla="*/ 410118 w 2423116"/>
                <a:gd name="csY26" fmla="*/ 169169 h 1110733"/>
                <a:gd name="csX27" fmla="*/ 413537 w 2423116"/>
                <a:gd name="csY27" fmla="*/ 187967 h 1110733"/>
                <a:gd name="csX28" fmla="*/ 399866 w 2423116"/>
                <a:gd name="csY28" fmla="*/ 208473 h 1110733"/>
                <a:gd name="csX29" fmla="*/ 314425 w 2423116"/>
                <a:gd name="csY29" fmla="*/ 210182 h 1110733"/>
                <a:gd name="csX30" fmla="*/ 283666 w 2423116"/>
                <a:gd name="csY30" fmla="*/ 215308 h 1110733"/>
                <a:gd name="csX31" fmla="*/ 276830 w 2423116"/>
                <a:gd name="csY31" fmla="*/ 237523 h 1110733"/>
                <a:gd name="csX32" fmla="*/ 281956 w 2423116"/>
                <a:gd name="csY32" fmla="*/ 259738 h 1110733"/>
                <a:gd name="csX33" fmla="*/ 305880 w 2423116"/>
                <a:gd name="csY33" fmla="*/ 295623 h 1110733"/>
                <a:gd name="csX34" fmla="*/ 334930 w 2423116"/>
                <a:gd name="csY34" fmla="*/ 304167 h 1110733"/>
                <a:gd name="csX35" fmla="*/ 348600 w 2423116"/>
                <a:gd name="csY35" fmla="*/ 328090 h 1110733"/>
                <a:gd name="csX36" fmla="*/ 341766 w 2423116"/>
                <a:gd name="csY36" fmla="*/ 340052 h 1110733"/>
                <a:gd name="csX37" fmla="*/ 324678 w 2423116"/>
                <a:gd name="csY37" fmla="*/ 329799 h 1110733"/>
                <a:gd name="csX38" fmla="*/ 333221 w 2423116"/>
                <a:gd name="csY38" fmla="*/ 348597 h 1110733"/>
                <a:gd name="csX39" fmla="*/ 328095 w 2423116"/>
                <a:gd name="csY39" fmla="*/ 375938 h 1110733"/>
                <a:gd name="csX40" fmla="*/ 341766 w 2423116"/>
                <a:gd name="csY40" fmla="*/ 418658 h 1110733"/>
                <a:gd name="csX41" fmla="*/ 353727 w 2423116"/>
                <a:gd name="csY41" fmla="*/ 444290 h 1110733"/>
                <a:gd name="csX42" fmla="*/ 353727 w 2423116"/>
                <a:gd name="csY42" fmla="*/ 461379 h 1110733"/>
                <a:gd name="csX43" fmla="*/ 343474 w 2423116"/>
                <a:gd name="csY43" fmla="*/ 480176 h 1110733"/>
                <a:gd name="csX44" fmla="*/ 328095 w 2423116"/>
                <a:gd name="csY44" fmla="*/ 471633 h 1110733"/>
                <a:gd name="csX45" fmla="*/ 317842 w 2423116"/>
                <a:gd name="csY45" fmla="*/ 490429 h 1110733"/>
                <a:gd name="csX46" fmla="*/ 331512 w 2423116"/>
                <a:gd name="csY46" fmla="*/ 529732 h 1110733"/>
                <a:gd name="csX47" fmla="*/ 360563 w 2423116"/>
                <a:gd name="csY47" fmla="*/ 553656 h 1110733"/>
                <a:gd name="csX48" fmla="*/ 379360 w 2423116"/>
                <a:gd name="csY48" fmla="*/ 563909 h 1110733"/>
                <a:gd name="csX49" fmla="*/ 387904 w 2423116"/>
                <a:gd name="csY49" fmla="*/ 557073 h 1110733"/>
                <a:gd name="csX50" fmla="*/ 411827 w 2423116"/>
                <a:gd name="csY50" fmla="*/ 548530 h 1110733"/>
                <a:gd name="csX51" fmla="*/ 420371 w 2423116"/>
                <a:gd name="csY51" fmla="*/ 560492 h 1110733"/>
                <a:gd name="csX52" fmla="*/ 427207 w 2423116"/>
                <a:gd name="csY52" fmla="*/ 579288 h 1110733"/>
                <a:gd name="csX53" fmla="*/ 461384 w 2423116"/>
                <a:gd name="csY53" fmla="*/ 589541 h 1110733"/>
                <a:gd name="csX54" fmla="*/ 480181 w 2423116"/>
                <a:gd name="csY54" fmla="*/ 610046 h 1110733"/>
                <a:gd name="csX55" fmla="*/ 451130 w 2423116"/>
                <a:gd name="csY55" fmla="*/ 615174 h 1110733"/>
                <a:gd name="csX56" fmla="*/ 442586 w 2423116"/>
                <a:gd name="csY56" fmla="*/ 627134 h 1110733"/>
                <a:gd name="csX57" fmla="*/ 439168 w 2423116"/>
                <a:gd name="csY57" fmla="*/ 640806 h 1110733"/>
                <a:gd name="csX58" fmla="*/ 430625 w 2423116"/>
                <a:gd name="csY58" fmla="*/ 642515 h 1110733"/>
                <a:gd name="csX59" fmla="*/ 413537 w 2423116"/>
                <a:gd name="csY59" fmla="*/ 627134 h 1110733"/>
                <a:gd name="csX60" fmla="*/ 389613 w 2423116"/>
                <a:gd name="csY60" fmla="*/ 632261 h 1110733"/>
                <a:gd name="csX61" fmla="*/ 379360 w 2423116"/>
                <a:gd name="csY61" fmla="*/ 633970 h 1110733"/>
                <a:gd name="csX62" fmla="*/ 384486 w 2423116"/>
                <a:gd name="csY62" fmla="*/ 649351 h 1110733"/>
                <a:gd name="csX63" fmla="*/ 403284 w 2423116"/>
                <a:gd name="csY63" fmla="*/ 649351 h 1110733"/>
                <a:gd name="csX64" fmla="*/ 425497 w 2423116"/>
                <a:gd name="csY64" fmla="*/ 669856 h 1110733"/>
                <a:gd name="csX65" fmla="*/ 420371 w 2423116"/>
                <a:gd name="csY65" fmla="*/ 680109 h 1110733"/>
                <a:gd name="csX66" fmla="*/ 422080 w 2423116"/>
                <a:gd name="csY66" fmla="*/ 695488 h 1110733"/>
                <a:gd name="csX67" fmla="*/ 415245 w 2423116"/>
                <a:gd name="csY67" fmla="*/ 705741 h 1110733"/>
                <a:gd name="csX68" fmla="*/ 416954 w 2423116"/>
                <a:gd name="csY68" fmla="*/ 714285 h 1110733"/>
                <a:gd name="csX69" fmla="*/ 427207 w 2423116"/>
                <a:gd name="csY69" fmla="*/ 745044 h 1110733"/>
                <a:gd name="csX70" fmla="*/ 428916 w 2423116"/>
                <a:gd name="csY70" fmla="*/ 768968 h 1110733"/>
                <a:gd name="csX71" fmla="*/ 430625 w 2423116"/>
                <a:gd name="csY71" fmla="*/ 794600 h 1110733"/>
                <a:gd name="csX72" fmla="*/ 422080 w 2423116"/>
                <a:gd name="csY72" fmla="*/ 794600 h 1110733"/>
                <a:gd name="csX73" fmla="*/ 413537 w 2423116"/>
                <a:gd name="csY73" fmla="*/ 777511 h 1110733"/>
                <a:gd name="csX74" fmla="*/ 404992 w 2423116"/>
                <a:gd name="csY74" fmla="*/ 755297 h 1110733"/>
                <a:gd name="csX75" fmla="*/ 406701 w 2423116"/>
                <a:gd name="csY75" fmla="*/ 729665 h 1110733"/>
                <a:gd name="csX76" fmla="*/ 393030 w 2423116"/>
                <a:gd name="csY76" fmla="*/ 710867 h 1110733"/>
                <a:gd name="csX77" fmla="*/ 369107 w 2423116"/>
                <a:gd name="csY77" fmla="*/ 705741 h 1110733"/>
                <a:gd name="csX78" fmla="*/ 365689 w 2423116"/>
                <a:gd name="csY78" fmla="*/ 680109 h 1110733"/>
                <a:gd name="csX79" fmla="*/ 314425 w 2423116"/>
                <a:gd name="csY79" fmla="*/ 680109 h 1110733"/>
                <a:gd name="csX80" fmla="*/ 295627 w 2423116"/>
                <a:gd name="csY80" fmla="*/ 695488 h 1110733"/>
                <a:gd name="csX81" fmla="*/ 278539 w 2423116"/>
                <a:gd name="csY81" fmla="*/ 690362 h 1110733"/>
                <a:gd name="csX82" fmla="*/ 271704 w 2423116"/>
                <a:gd name="csY82" fmla="*/ 676692 h 1110733"/>
                <a:gd name="csX83" fmla="*/ 273413 w 2423116"/>
                <a:gd name="csY83" fmla="*/ 659602 h 1110733"/>
                <a:gd name="csX84" fmla="*/ 254615 w 2423116"/>
                <a:gd name="csY84" fmla="*/ 630553 h 1110733"/>
                <a:gd name="csX85" fmla="*/ 230692 w 2423116"/>
                <a:gd name="csY85" fmla="*/ 630553 h 1110733"/>
                <a:gd name="csX86" fmla="*/ 228983 w 2423116"/>
                <a:gd name="csY86" fmla="*/ 616882 h 1110733"/>
                <a:gd name="csX87" fmla="*/ 234109 w 2423116"/>
                <a:gd name="csY87" fmla="*/ 601503 h 1110733"/>
                <a:gd name="csX88" fmla="*/ 222148 w 2423116"/>
                <a:gd name="csY88" fmla="*/ 584414 h 1110733"/>
                <a:gd name="csX89" fmla="*/ 206768 w 2423116"/>
                <a:gd name="csY89" fmla="*/ 579288 h 1110733"/>
                <a:gd name="csX90" fmla="*/ 199933 w 2423116"/>
                <a:gd name="csY90" fmla="*/ 562200 h 1110733"/>
                <a:gd name="csX91" fmla="*/ 184554 w 2423116"/>
                <a:gd name="csY91" fmla="*/ 557073 h 1110733"/>
                <a:gd name="csX92" fmla="*/ 167466 w 2423116"/>
                <a:gd name="csY92" fmla="*/ 565618 h 1110733"/>
                <a:gd name="csX93" fmla="*/ 157212 w 2423116"/>
                <a:gd name="csY93" fmla="*/ 558782 h 1110733"/>
                <a:gd name="csX94" fmla="*/ 148669 w 2423116"/>
                <a:gd name="csY94" fmla="*/ 546821 h 1110733"/>
                <a:gd name="csX95" fmla="*/ 148669 w 2423116"/>
                <a:gd name="csY95" fmla="*/ 539985 h 1110733"/>
                <a:gd name="csX96" fmla="*/ 107657 w 2423116"/>
                <a:gd name="csY96" fmla="*/ 510934 h 1110733"/>
                <a:gd name="csX97" fmla="*/ 87151 w 2423116"/>
                <a:gd name="csY97" fmla="*/ 567326 h 1110733"/>
                <a:gd name="csX98" fmla="*/ 73480 w 2423116"/>
                <a:gd name="csY98" fmla="*/ 572452 h 1110733"/>
                <a:gd name="csX99" fmla="*/ 88859 w 2423116"/>
                <a:gd name="csY99" fmla="*/ 596376 h 1110733"/>
                <a:gd name="csX100" fmla="*/ 90568 w 2423116"/>
                <a:gd name="csY100" fmla="*/ 622008 h 1110733"/>
                <a:gd name="csX101" fmla="*/ 126453 w 2423116"/>
                <a:gd name="csY101" fmla="*/ 625426 h 1110733"/>
                <a:gd name="csX102" fmla="*/ 140124 w 2423116"/>
                <a:gd name="csY102" fmla="*/ 625426 h 1110733"/>
                <a:gd name="csX103" fmla="*/ 124745 w 2423116"/>
                <a:gd name="csY103" fmla="*/ 647641 h 1110733"/>
                <a:gd name="csX104" fmla="*/ 104238 w 2423116"/>
                <a:gd name="csY104" fmla="*/ 661311 h 1110733"/>
                <a:gd name="csX105" fmla="*/ 88859 w 2423116"/>
                <a:gd name="csY105" fmla="*/ 661311 h 1110733"/>
                <a:gd name="csX106" fmla="*/ 73480 w 2423116"/>
                <a:gd name="csY106" fmla="*/ 647641 h 1110733"/>
                <a:gd name="csX107" fmla="*/ 59810 w 2423116"/>
                <a:gd name="csY107" fmla="*/ 649351 h 1110733"/>
                <a:gd name="csX108" fmla="*/ 46139 w 2423116"/>
                <a:gd name="csY108" fmla="*/ 647641 h 1110733"/>
                <a:gd name="csX109" fmla="*/ 25633 w 2423116"/>
                <a:gd name="csY109" fmla="*/ 640806 h 1110733"/>
                <a:gd name="csX110" fmla="*/ 10253 w 2423116"/>
                <a:gd name="csY110" fmla="*/ 642515 h 1110733"/>
                <a:gd name="csX111" fmla="*/ 11962 w 2423116"/>
                <a:gd name="csY111" fmla="*/ 652768 h 1110733"/>
                <a:gd name="csX112" fmla="*/ 34177 w 2423116"/>
                <a:gd name="csY112" fmla="*/ 664730 h 1110733"/>
                <a:gd name="csX113" fmla="*/ 32469 w 2423116"/>
                <a:gd name="csY113" fmla="*/ 676692 h 1110733"/>
                <a:gd name="csX114" fmla="*/ 23924 w 2423116"/>
                <a:gd name="csY114" fmla="*/ 704033 h 1110733"/>
                <a:gd name="csX115" fmla="*/ 52974 w 2423116"/>
                <a:gd name="csY115" fmla="*/ 734791 h 1110733"/>
                <a:gd name="csX116" fmla="*/ 58101 w 2423116"/>
                <a:gd name="csY116" fmla="*/ 760423 h 1110733"/>
                <a:gd name="csX117" fmla="*/ 41012 w 2423116"/>
                <a:gd name="csY117" fmla="*/ 768968 h 1110733"/>
                <a:gd name="csX118" fmla="*/ 20507 w 2423116"/>
                <a:gd name="csY118" fmla="*/ 757006 h 1110733"/>
                <a:gd name="csX119" fmla="*/ 3419 w 2423116"/>
                <a:gd name="csY119" fmla="*/ 736500 h 1110733"/>
                <a:gd name="csX120" fmla="*/ 0 w 2423116"/>
                <a:gd name="csY120" fmla="*/ 746753 h 1110733"/>
                <a:gd name="csX121" fmla="*/ 27341 w 2423116"/>
                <a:gd name="csY121" fmla="*/ 779221 h 1110733"/>
                <a:gd name="csX122" fmla="*/ 34177 w 2423116"/>
                <a:gd name="csY122" fmla="*/ 796309 h 1110733"/>
                <a:gd name="csX123" fmla="*/ 52974 w 2423116"/>
                <a:gd name="csY123" fmla="*/ 791182 h 1110733"/>
                <a:gd name="csX124" fmla="*/ 66644 w 2423116"/>
                <a:gd name="csY124" fmla="*/ 780930 h 1110733"/>
                <a:gd name="csX125" fmla="*/ 82025 w 2423116"/>
                <a:gd name="csY125" fmla="*/ 784347 h 1110733"/>
                <a:gd name="csX126" fmla="*/ 88859 w 2423116"/>
                <a:gd name="csY126" fmla="*/ 798018 h 1110733"/>
                <a:gd name="csX127" fmla="*/ 102530 w 2423116"/>
                <a:gd name="csY127" fmla="*/ 808272 h 1110733"/>
                <a:gd name="csX128" fmla="*/ 124745 w 2423116"/>
                <a:gd name="csY128" fmla="*/ 808272 h 1110733"/>
                <a:gd name="csX129" fmla="*/ 145250 w 2423116"/>
                <a:gd name="csY129" fmla="*/ 842448 h 1110733"/>
                <a:gd name="csX130" fmla="*/ 140124 w 2423116"/>
                <a:gd name="csY130" fmla="*/ 856118 h 1110733"/>
                <a:gd name="csX131" fmla="*/ 123036 w 2423116"/>
                <a:gd name="csY131" fmla="*/ 854410 h 1110733"/>
                <a:gd name="csX132" fmla="*/ 114492 w 2423116"/>
                <a:gd name="csY132" fmla="*/ 835613 h 1110733"/>
                <a:gd name="csX133" fmla="*/ 92278 w 2423116"/>
                <a:gd name="csY133" fmla="*/ 827068 h 1110733"/>
                <a:gd name="csX134" fmla="*/ 87151 w 2423116"/>
                <a:gd name="csY134" fmla="*/ 811688 h 1110733"/>
                <a:gd name="csX135" fmla="*/ 73480 w 2423116"/>
                <a:gd name="csY135" fmla="*/ 799726 h 1110733"/>
                <a:gd name="csX136" fmla="*/ 56391 w 2423116"/>
                <a:gd name="csY136" fmla="*/ 825360 h 1110733"/>
                <a:gd name="csX137" fmla="*/ 56391 w 2423116"/>
                <a:gd name="csY137" fmla="*/ 844156 h 1110733"/>
                <a:gd name="csX138" fmla="*/ 58101 w 2423116"/>
                <a:gd name="csY138" fmla="*/ 862954 h 1110733"/>
                <a:gd name="csX139" fmla="*/ 71771 w 2423116"/>
                <a:gd name="csY139" fmla="*/ 871497 h 1110733"/>
                <a:gd name="csX140" fmla="*/ 80316 w 2423116"/>
                <a:gd name="csY140" fmla="*/ 880042 h 1110733"/>
                <a:gd name="csX141" fmla="*/ 73480 w 2423116"/>
                <a:gd name="csY141" fmla="*/ 900548 h 1110733"/>
                <a:gd name="csX142" fmla="*/ 66644 w 2423116"/>
                <a:gd name="csY142" fmla="*/ 903966 h 1110733"/>
                <a:gd name="csX143" fmla="*/ 56391 w 2423116"/>
                <a:gd name="csY143" fmla="*/ 903966 h 1110733"/>
                <a:gd name="csX144" fmla="*/ 49556 w 2423116"/>
                <a:gd name="csY144" fmla="*/ 921053 h 1110733"/>
                <a:gd name="csX145" fmla="*/ 42720 w 2423116"/>
                <a:gd name="csY145" fmla="*/ 939851 h 1110733"/>
                <a:gd name="csX146" fmla="*/ 46139 w 2423116"/>
                <a:gd name="csY146" fmla="*/ 960356 h 1110733"/>
                <a:gd name="csX147" fmla="*/ 54682 w 2423116"/>
                <a:gd name="csY147" fmla="*/ 960356 h 1110733"/>
                <a:gd name="csX148" fmla="*/ 58101 w 2423116"/>
                <a:gd name="csY148" fmla="*/ 948394 h 1110733"/>
                <a:gd name="csX149" fmla="*/ 68353 w 2423116"/>
                <a:gd name="csY149" fmla="*/ 948394 h 1110733"/>
                <a:gd name="csX150" fmla="*/ 80316 w 2423116"/>
                <a:gd name="csY150" fmla="*/ 962065 h 1110733"/>
                <a:gd name="csX151" fmla="*/ 92278 w 2423116"/>
                <a:gd name="csY151" fmla="*/ 991116 h 1110733"/>
                <a:gd name="csX152" fmla="*/ 97404 w 2423116"/>
                <a:gd name="csY152" fmla="*/ 1006495 h 1110733"/>
                <a:gd name="csX153" fmla="*/ 109366 w 2423116"/>
                <a:gd name="csY153" fmla="*/ 1013331 h 1110733"/>
                <a:gd name="csX154" fmla="*/ 111074 w 2423116"/>
                <a:gd name="csY154" fmla="*/ 1020166 h 1110733"/>
                <a:gd name="csX155" fmla="*/ 129871 w 2423116"/>
                <a:gd name="csY155" fmla="*/ 1008204 h 1110733"/>
                <a:gd name="csX156" fmla="*/ 153794 w 2423116"/>
                <a:gd name="csY156" fmla="*/ 1013331 h 1110733"/>
                <a:gd name="csX157" fmla="*/ 176010 w 2423116"/>
                <a:gd name="csY157" fmla="*/ 1004786 h 1110733"/>
                <a:gd name="csX158" fmla="*/ 193097 w 2423116"/>
                <a:gd name="csY158" fmla="*/ 996242 h 1110733"/>
                <a:gd name="csX159" fmla="*/ 222148 w 2423116"/>
                <a:gd name="csY159" fmla="*/ 999660 h 1110733"/>
                <a:gd name="csX160" fmla="*/ 235819 w 2423116"/>
                <a:gd name="csY160" fmla="*/ 982571 h 1110733"/>
                <a:gd name="csX161" fmla="*/ 252907 w 2423116"/>
                <a:gd name="csY161" fmla="*/ 979154 h 1110733"/>
                <a:gd name="csX162" fmla="*/ 275122 w 2423116"/>
                <a:gd name="csY162" fmla="*/ 992825 h 1110733"/>
                <a:gd name="csX163" fmla="*/ 311007 w 2423116"/>
                <a:gd name="csY163" fmla="*/ 984281 h 1110733"/>
                <a:gd name="csX164" fmla="*/ 314425 w 2423116"/>
                <a:gd name="csY164" fmla="*/ 970610 h 1110733"/>
                <a:gd name="csX165" fmla="*/ 334930 w 2423116"/>
                <a:gd name="csY165" fmla="*/ 970610 h 1110733"/>
                <a:gd name="csX166" fmla="*/ 343474 w 2423116"/>
                <a:gd name="csY166" fmla="*/ 965484 h 1110733"/>
                <a:gd name="csX167" fmla="*/ 353727 w 2423116"/>
                <a:gd name="csY167" fmla="*/ 974027 h 1110733"/>
                <a:gd name="csX168" fmla="*/ 369107 w 2423116"/>
                <a:gd name="csY168" fmla="*/ 958648 h 1110733"/>
                <a:gd name="csX169" fmla="*/ 384486 w 2423116"/>
                <a:gd name="csY169" fmla="*/ 953522 h 1110733"/>
                <a:gd name="csX170" fmla="*/ 398156 w 2423116"/>
                <a:gd name="csY170" fmla="*/ 953522 h 1110733"/>
                <a:gd name="csX171" fmla="*/ 396448 w 2423116"/>
                <a:gd name="csY171" fmla="*/ 972318 h 1110733"/>
                <a:gd name="csX172" fmla="*/ 394739 w 2423116"/>
                <a:gd name="csY172" fmla="*/ 992825 h 1110733"/>
                <a:gd name="csX173" fmla="*/ 403284 w 2423116"/>
                <a:gd name="csY173" fmla="*/ 1009912 h 1110733"/>
                <a:gd name="csX174" fmla="*/ 403284 w 2423116"/>
                <a:gd name="csY174" fmla="*/ 1030419 h 1110733"/>
                <a:gd name="csX175" fmla="*/ 408410 w 2423116"/>
                <a:gd name="csY175" fmla="*/ 1044089 h 1110733"/>
                <a:gd name="csX176" fmla="*/ 428916 w 2423116"/>
                <a:gd name="csY176" fmla="*/ 1052634 h 1110733"/>
                <a:gd name="csX177" fmla="*/ 447712 w 2423116"/>
                <a:gd name="csY177" fmla="*/ 1033836 h 1110733"/>
                <a:gd name="csX178" fmla="*/ 457966 w 2423116"/>
                <a:gd name="csY178" fmla="*/ 1042381 h 1110733"/>
                <a:gd name="csX179" fmla="*/ 435751 w 2423116"/>
                <a:gd name="csY179" fmla="*/ 1069722 h 1110733"/>
                <a:gd name="csX180" fmla="*/ 430625 w 2423116"/>
                <a:gd name="csY180" fmla="*/ 1081684 h 1110733"/>
                <a:gd name="csX181" fmla="*/ 446004 w 2423116"/>
                <a:gd name="csY181" fmla="*/ 1100481 h 1110733"/>
                <a:gd name="csX182" fmla="*/ 468219 w 2423116"/>
                <a:gd name="csY182" fmla="*/ 1100481 h 1110733"/>
                <a:gd name="csX183" fmla="*/ 456257 w 2423116"/>
                <a:gd name="csY183" fmla="*/ 1081684 h 1110733"/>
                <a:gd name="csX184" fmla="*/ 466510 w 2423116"/>
                <a:gd name="csY184" fmla="*/ 1068013 h 1110733"/>
                <a:gd name="csX185" fmla="*/ 487015 w 2423116"/>
                <a:gd name="csY185" fmla="*/ 1057760 h 1110733"/>
                <a:gd name="csX186" fmla="*/ 498977 w 2423116"/>
                <a:gd name="csY186" fmla="*/ 1047507 h 1110733"/>
                <a:gd name="csX187" fmla="*/ 509230 w 2423116"/>
                <a:gd name="csY187" fmla="*/ 1064594 h 1110733"/>
                <a:gd name="csX188" fmla="*/ 521192 w 2423116"/>
                <a:gd name="csY188" fmla="*/ 1062886 h 1110733"/>
                <a:gd name="csX189" fmla="*/ 545116 w 2423116"/>
                <a:gd name="csY189" fmla="*/ 1030419 h 1110733"/>
                <a:gd name="csX190" fmla="*/ 570748 w 2423116"/>
                <a:gd name="csY190" fmla="*/ 1025293 h 1110733"/>
                <a:gd name="csX191" fmla="*/ 584419 w 2423116"/>
                <a:gd name="csY191" fmla="*/ 1042381 h 1110733"/>
                <a:gd name="csX192" fmla="*/ 610051 w 2423116"/>
                <a:gd name="csY192" fmla="*/ 1042381 h 1110733"/>
                <a:gd name="csX193" fmla="*/ 615177 w 2423116"/>
                <a:gd name="csY193" fmla="*/ 1052634 h 1110733"/>
                <a:gd name="csX194" fmla="*/ 610051 w 2423116"/>
                <a:gd name="csY194" fmla="*/ 1069722 h 1110733"/>
                <a:gd name="csX195" fmla="*/ 613468 w 2423116"/>
                <a:gd name="csY195" fmla="*/ 1076558 h 1110733"/>
                <a:gd name="csX196" fmla="*/ 635684 w 2423116"/>
                <a:gd name="csY196" fmla="*/ 1068013 h 1110733"/>
                <a:gd name="csX197" fmla="*/ 645937 w 2423116"/>
                <a:gd name="csY197" fmla="*/ 1078266 h 1110733"/>
                <a:gd name="csX198" fmla="*/ 654481 w 2423116"/>
                <a:gd name="csY198" fmla="*/ 1091937 h 1110733"/>
                <a:gd name="csX199" fmla="*/ 664733 w 2423116"/>
                <a:gd name="csY199" fmla="*/ 1091937 h 1110733"/>
                <a:gd name="csX200" fmla="*/ 678404 w 2423116"/>
                <a:gd name="csY200" fmla="*/ 1091937 h 1110733"/>
                <a:gd name="csX201" fmla="*/ 693784 w 2423116"/>
                <a:gd name="csY201" fmla="*/ 1091937 h 1110733"/>
                <a:gd name="csX202" fmla="*/ 704036 w 2423116"/>
                <a:gd name="csY202" fmla="*/ 1105607 h 1110733"/>
                <a:gd name="csX203" fmla="*/ 709163 w 2423116"/>
                <a:gd name="csY203" fmla="*/ 1110733 h 1110733"/>
                <a:gd name="csX204" fmla="*/ 722834 w 2423116"/>
                <a:gd name="csY204" fmla="*/ 1100481 h 1110733"/>
                <a:gd name="csX205" fmla="*/ 739922 w 2423116"/>
                <a:gd name="csY205" fmla="*/ 1103899 h 1110733"/>
                <a:gd name="csX206" fmla="*/ 760428 w 2423116"/>
                <a:gd name="csY206" fmla="*/ 1076558 h 1110733"/>
                <a:gd name="csX207" fmla="*/ 774099 w 2423116"/>
                <a:gd name="csY207" fmla="*/ 1064594 h 1110733"/>
                <a:gd name="csX208" fmla="*/ 780933 w 2423116"/>
                <a:gd name="csY208" fmla="*/ 1066304 h 1110733"/>
                <a:gd name="csX209" fmla="*/ 774099 w 2423116"/>
                <a:gd name="csY209" fmla="*/ 1032127 h 1110733"/>
                <a:gd name="csX210" fmla="*/ 787769 w 2423116"/>
                <a:gd name="csY210" fmla="*/ 1006495 h 1110733"/>
                <a:gd name="csX211" fmla="*/ 799731 w 2423116"/>
                <a:gd name="csY211" fmla="*/ 991116 h 1110733"/>
                <a:gd name="csX212" fmla="*/ 813401 w 2423116"/>
                <a:gd name="csY212" fmla="*/ 989407 h 1110733"/>
                <a:gd name="csX213" fmla="*/ 837325 w 2423116"/>
                <a:gd name="csY213" fmla="*/ 989407 h 1110733"/>
                <a:gd name="csX214" fmla="*/ 857832 w 2423116"/>
                <a:gd name="csY214" fmla="*/ 962065 h 1110733"/>
                <a:gd name="csX215" fmla="*/ 862958 w 2423116"/>
                <a:gd name="csY215" fmla="*/ 948394 h 1110733"/>
                <a:gd name="csX216" fmla="*/ 859540 w 2423116"/>
                <a:gd name="csY216" fmla="*/ 933015 h 1110733"/>
                <a:gd name="csX217" fmla="*/ 874919 w 2423116"/>
                <a:gd name="csY217" fmla="*/ 921053 h 1110733"/>
                <a:gd name="csX218" fmla="*/ 888590 w 2423116"/>
                <a:gd name="csY218" fmla="*/ 919345 h 1110733"/>
                <a:gd name="csX219" fmla="*/ 892009 w 2423116"/>
                <a:gd name="csY219" fmla="*/ 893712 h 1110733"/>
                <a:gd name="csX220" fmla="*/ 921058 w 2423116"/>
                <a:gd name="csY220" fmla="*/ 885168 h 1110733"/>
                <a:gd name="csX221" fmla="*/ 939855 w 2423116"/>
                <a:gd name="csY221" fmla="*/ 897131 h 1110733"/>
                <a:gd name="csX222" fmla="*/ 950108 w 2423116"/>
                <a:gd name="csY222" fmla="*/ 897131 h 1110733"/>
                <a:gd name="csX223" fmla="*/ 967196 w 2423116"/>
                <a:gd name="csY223" fmla="*/ 892004 h 1110733"/>
                <a:gd name="csX224" fmla="*/ 970614 w 2423116"/>
                <a:gd name="csY224" fmla="*/ 871497 h 1110733"/>
                <a:gd name="csX225" fmla="*/ 985993 w 2423116"/>
                <a:gd name="csY225" fmla="*/ 871497 h 1110733"/>
                <a:gd name="csX226" fmla="*/ 996247 w 2423116"/>
                <a:gd name="csY226" fmla="*/ 886877 h 1110733"/>
                <a:gd name="csX227" fmla="*/ 1006499 w 2423116"/>
                <a:gd name="csY227" fmla="*/ 876625 h 1110733"/>
                <a:gd name="csX228" fmla="*/ 1059472 w 2423116"/>
                <a:gd name="csY228" fmla="*/ 868080 h 1110733"/>
                <a:gd name="csX229" fmla="*/ 1069726 w 2423116"/>
                <a:gd name="csY229" fmla="*/ 881751 h 1110733"/>
                <a:gd name="csX230" fmla="*/ 1083397 w 2423116"/>
                <a:gd name="csY230" fmla="*/ 909093 h 1110733"/>
                <a:gd name="csX231" fmla="*/ 1090232 w 2423116"/>
                <a:gd name="csY231" fmla="*/ 912510 h 1110733"/>
                <a:gd name="csX232" fmla="*/ 1103902 w 2423116"/>
                <a:gd name="csY232" fmla="*/ 898840 h 1110733"/>
                <a:gd name="csX233" fmla="*/ 1144914 w 2423116"/>
                <a:gd name="csY233" fmla="*/ 898840 h 1110733"/>
                <a:gd name="csX234" fmla="*/ 1155167 w 2423116"/>
                <a:gd name="csY234" fmla="*/ 905674 h 1110733"/>
                <a:gd name="csX235" fmla="*/ 1160294 w 2423116"/>
                <a:gd name="csY235" fmla="*/ 917636 h 1110733"/>
                <a:gd name="csX236" fmla="*/ 1165420 w 2423116"/>
                <a:gd name="csY236" fmla="*/ 922763 h 1110733"/>
                <a:gd name="csX237" fmla="*/ 1167129 w 2423116"/>
                <a:gd name="csY237" fmla="*/ 902257 h 1110733"/>
                <a:gd name="csX238" fmla="*/ 1177382 w 2423116"/>
                <a:gd name="csY238" fmla="*/ 886877 h 1110733"/>
                <a:gd name="csX239" fmla="*/ 1189344 w 2423116"/>
                <a:gd name="csY239" fmla="*/ 890295 h 1110733"/>
                <a:gd name="csX240" fmla="*/ 1196178 w 2423116"/>
                <a:gd name="csY240" fmla="*/ 869789 h 1110733"/>
                <a:gd name="csX241" fmla="*/ 1232064 w 2423116"/>
                <a:gd name="csY241" fmla="*/ 844156 h 1110733"/>
                <a:gd name="csX242" fmla="*/ 1250862 w 2423116"/>
                <a:gd name="csY242" fmla="*/ 856118 h 1110733"/>
                <a:gd name="csX243" fmla="*/ 1267950 w 2423116"/>
                <a:gd name="csY243" fmla="*/ 862954 h 1110733"/>
                <a:gd name="csX244" fmla="*/ 1320923 w 2423116"/>
                <a:gd name="csY244" fmla="*/ 861245 h 1110733"/>
                <a:gd name="csX245" fmla="*/ 1344847 w 2423116"/>
                <a:gd name="csY245" fmla="*/ 862954 h 1110733"/>
                <a:gd name="csX246" fmla="*/ 1361934 w 2423116"/>
                <a:gd name="csY246" fmla="*/ 844156 h 1110733"/>
                <a:gd name="csX247" fmla="*/ 1389275 w 2423116"/>
                <a:gd name="csY247" fmla="*/ 852701 h 1110733"/>
                <a:gd name="csX248" fmla="*/ 1396111 w 2423116"/>
                <a:gd name="csY248" fmla="*/ 861245 h 1110733"/>
                <a:gd name="csX249" fmla="*/ 1408073 w 2423116"/>
                <a:gd name="csY249" fmla="*/ 861245 h 1110733"/>
                <a:gd name="csX250" fmla="*/ 1411491 w 2423116"/>
                <a:gd name="csY250" fmla="*/ 840739 h 1110733"/>
                <a:gd name="csX251" fmla="*/ 1420035 w 2423116"/>
                <a:gd name="csY251" fmla="*/ 828777 h 1110733"/>
                <a:gd name="csX252" fmla="*/ 1411491 w 2423116"/>
                <a:gd name="csY252" fmla="*/ 804853 h 1110733"/>
                <a:gd name="csX253" fmla="*/ 1413199 w 2423116"/>
                <a:gd name="csY253" fmla="*/ 791182 h 1110733"/>
                <a:gd name="csX254" fmla="*/ 1425162 w 2423116"/>
                <a:gd name="csY254" fmla="*/ 777511 h 1110733"/>
                <a:gd name="csX255" fmla="*/ 1430288 w 2423116"/>
                <a:gd name="csY255" fmla="*/ 775802 h 1110733"/>
                <a:gd name="csX256" fmla="*/ 1433706 w 2423116"/>
                <a:gd name="csY256" fmla="*/ 748461 h 1110733"/>
                <a:gd name="csX257" fmla="*/ 1431997 w 2423116"/>
                <a:gd name="csY257" fmla="*/ 729665 h 1110733"/>
                <a:gd name="csX258" fmla="*/ 1414908 w 2423116"/>
                <a:gd name="csY258" fmla="*/ 719412 h 1110733"/>
                <a:gd name="csX259" fmla="*/ 1408073 w 2423116"/>
                <a:gd name="csY259" fmla="*/ 700614 h 1110733"/>
                <a:gd name="csX260" fmla="*/ 1387567 w 2423116"/>
                <a:gd name="csY260" fmla="*/ 695488 h 1110733"/>
                <a:gd name="csX261" fmla="*/ 1355100 w 2423116"/>
                <a:gd name="csY261" fmla="*/ 690362 h 1110733"/>
                <a:gd name="csX262" fmla="*/ 1341429 w 2423116"/>
                <a:gd name="csY262" fmla="*/ 668147 h 1110733"/>
                <a:gd name="csX263" fmla="*/ 1344847 w 2423116"/>
                <a:gd name="csY263" fmla="*/ 642515 h 1110733"/>
                <a:gd name="csX264" fmla="*/ 1343138 w 2423116"/>
                <a:gd name="csY264" fmla="*/ 613464 h 1110733"/>
                <a:gd name="csX265" fmla="*/ 1336303 w 2423116"/>
                <a:gd name="csY265" fmla="*/ 604920 h 1110733"/>
                <a:gd name="csX266" fmla="*/ 1319455 w 2423116"/>
                <a:gd name="csY266" fmla="*/ 603389 h 1110733"/>
                <a:gd name="csX267" fmla="*/ 1319455 w 2423116"/>
                <a:gd name="csY267" fmla="*/ 591704 h 1110733"/>
                <a:gd name="csX268" fmla="*/ 1322632 w 2423116"/>
                <a:gd name="csY268" fmla="*/ 591250 h 1110733"/>
                <a:gd name="csX269" fmla="*/ 1320923 w 2423116"/>
                <a:gd name="csY269" fmla="*/ 569035 h 1110733"/>
                <a:gd name="csX270" fmla="*/ 1312378 w 2423116"/>
                <a:gd name="csY270" fmla="*/ 551947 h 1110733"/>
                <a:gd name="csX271" fmla="*/ 1305544 w 2423116"/>
                <a:gd name="csY271" fmla="*/ 551947 h 1110733"/>
                <a:gd name="csX272" fmla="*/ 1290384 w 2423116"/>
                <a:gd name="csY272" fmla="*/ 545209 h 1110733"/>
                <a:gd name="csX273" fmla="*/ 1290093 w 2423116"/>
                <a:gd name="csY273" fmla="*/ 544863 h 1110733"/>
                <a:gd name="csX274" fmla="*/ 1286746 w 2423116"/>
                <a:gd name="csY274" fmla="*/ 533149 h 1110733"/>
                <a:gd name="csX275" fmla="*/ 1286746 w 2423116"/>
                <a:gd name="csY275" fmla="*/ 516061 h 1110733"/>
                <a:gd name="csX276" fmla="*/ 1296999 w 2423116"/>
                <a:gd name="csY276" fmla="*/ 495555 h 1110733"/>
                <a:gd name="csX277" fmla="*/ 1308961 w 2423116"/>
                <a:gd name="csY277" fmla="*/ 469923 h 1110733"/>
                <a:gd name="csX278" fmla="*/ 1320923 w 2423116"/>
                <a:gd name="csY278" fmla="*/ 430620 h 1110733"/>
                <a:gd name="csX279" fmla="*/ 1327758 w 2423116"/>
                <a:gd name="csY279" fmla="*/ 410115 h 1110733"/>
                <a:gd name="csX280" fmla="*/ 1332885 w 2423116"/>
                <a:gd name="csY280" fmla="*/ 389608 h 1110733"/>
                <a:gd name="csX281" fmla="*/ 1331496 w 2423116"/>
                <a:gd name="csY281" fmla="*/ 381280 h 1110733"/>
                <a:gd name="csX282" fmla="*/ 1345923 w 2423116"/>
                <a:gd name="csY282" fmla="*/ 375378 h 1110733"/>
                <a:gd name="csX283" fmla="*/ 1346554 w 2423116"/>
                <a:gd name="csY283" fmla="*/ 381064 h 1110733"/>
                <a:gd name="csX284" fmla="*/ 1343137 w 2423116"/>
                <a:gd name="csY284" fmla="*/ 401570 h 1110733"/>
                <a:gd name="csX285" fmla="*/ 1341428 w 2423116"/>
                <a:gd name="csY285" fmla="*/ 411823 h 1110733"/>
                <a:gd name="csX286" fmla="*/ 1358517 w 2423116"/>
                <a:gd name="csY286" fmla="*/ 415241 h 1110733"/>
                <a:gd name="csX287" fmla="*/ 1375605 w 2423116"/>
                <a:gd name="csY287" fmla="*/ 399861 h 1110733"/>
                <a:gd name="csX288" fmla="*/ 1387567 w 2423116"/>
                <a:gd name="csY288" fmla="*/ 408405 h 1110733"/>
                <a:gd name="csX289" fmla="*/ 1404655 w 2423116"/>
                <a:gd name="csY289" fmla="*/ 416951 h 1110733"/>
                <a:gd name="csX290" fmla="*/ 1428578 w 2423116"/>
                <a:gd name="csY290" fmla="*/ 415241 h 1110733"/>
                <a:gd name="csX291" fmla="*/ 1450793 w 2423116"/>
                <a:gd name="csY291" fmla="*/ 399861 h 1110733"/>
                <a:gd name="csX292" fmla="*/ 1467881 w 2423116"/>
                <a:gd name="csY292" fmla="*/ 401570 h 1110733"/>
                <a:gd name="csX293" fmla="*/ 1476426 w 2423116"/>
                <a:gd name="csY293" fmla="*/ 404987 h 1110733"/>
                <a:gd name="csX294" fmla="*/ 1500350 w 2423116"/>
                <a:gd name="csY294" fmla="*/ 394734 h 1110733"/>
                <a:gd name="csX295" fmla="*/ 1514020 w 2423116"/>
                <a:gd name="csY295" fmla="*/ 399861 h 1110733"/>
                <a:gd name="csX296" fmla="*/ 1546487 w 2423116"/>
                <a:gd name="csY296" fmla="*/ 425494 h 1110733"/>
                <a:gd name="csX297" fmla="*/ 1555032 w 2423116"/>
                <a:gd name="csY297" fmla="*/ 449418 h 1110733"/>
                <a:gd name="csX298" fmla="*/ 1563576 w 2423116"/>
                <a:gd name="csY298" fmla="*/ 461379 h 1110733"/>
                <a:gd name="csX299" fmla="*/ 1575538 w 2423116"/>
                <a:gd name="csY299" fmla="*/ 473341 h 1110733"/>
                <a:gd name="csX300" fmla="*/ 1570411 w 2423116"/>
                <a:gd name="csY300" fmla="*/ 487012 h 1110733"/>
                <a:gd name="csX301" fmla="*/ 1604588 w 2423116"/>
                <a:gd name="csY301" fmla="*/ 492138 h 1110733"/>
                <a:gd name="csX302" fmla="*/ 1625094 w 2423116"/>
                <a:gd name="csY302" fmla="*/ 504100 h 1110733"/>
                <a:gd name="csX303" fmla="*/ 1643891 w 2423116"/>
                <a:gd name="csY303" fmla="*/ 512644 h 1110733"/>
                <a:gd name="csX304" fmla="*/ 1657561 w 2423116"/>
                <a:gd name="csY304" fmla="*/ 522897 h 1110733"/>
                <a:gd name="csX305" fmla="*/ 1679776 w 2423116"/>
                <a:gd name="csY305" fmla="*/ 529732 h 1110733"/>
                <a:gd name="csX306" fmla="*/ 1691738 w 2423116"/>
                <a:gd name="csY306" fmla="*/ 538276 h 1110733"/>
                <a:gd name="csX307" fmla="*/ 1695155 w 2423116"/>
                <a:gd name="csY307" fmla="*/ 560492 h 1110733"/>
                <a:gd name="csX308" fmla="*/ 1684903 w 2423116"/>
                <a:gd name="csY308" fmla="*/ 570743 h 1110733"/>
                <a:gd name="csX309" fmla="*/ 1695155 w 2423116"/>
                <a:gd name="csY309" fmla="*/ 580997 h 1110733"/>
                <a:gd name="csX310" fmla="*/ 1695155 w 2423116"/>
                <a:gd name="csY310" fmla="*/ 596377 h 1110733"/>
                <a:gd name="csX311" fmla="*/ 1698574 w 2423116"/>
                <a:gd name="csY311" fmla="*/ 610048 h 1110733"/>
                <a:gd name="csX312" fmla="*/ 1708826 w 2423116"/>
                <a:gd name="csY312" fmla="*/ 632261 h 1110733"/>
                <a:gd name="csX313" fmla="*/ 1724205 w 2423116"/>
                <a:gd name="csY313" fmla="*/ 640806 h 1110733"/>
                <a:gd name="csX314" fmla="*/ 1734458 w 2423116"/>
                <a:gd name="csY314" fmla="*/ 635680 h 1110733"/>
                <a:gd name="csX315" fmla="*/ 1734458 w 2423116"/>
                <a:gd name="csY315" fmla="*/ 613465 h 1110733"/>
                <a:gd name="csX316" fmla="*/ 1739585 w 2423116"/>
                <a:gd name="csY316" fmla="*/ 601503 h 1110733"/>
                <a:gd name="csX317" fmla="*/ 1741294 w 2423116"/>
                <a:gd name="csY317" fmla="*/ 584414 h 1110733"/>
                <a:gd name="csX318" fmla="*/ 1751546 w 2423116"/>
                <a:gd name="csY318" fmla="*/ 569035 h 1110733"/>
                <a:gd name="csX319" fmla="*/ 1773762 w 2423116"/>
                <a:gd name="csY319" fmla="*/ 565618 h 1110733"/>
                <a:gd name="csX320" fmla="*/ 1795976 w 2423116"/>
                <a:gd name="csY320" fmla="*/ 546821 h 1110733"/>
                <a:gd name="csX321" fmla="*/ 1814774 w 2423116"/>
                <a:gd name="csY321" fmla="*/ 510935 h 1110733"/>
                <a:gd name="csX322" fmla="*/ 1826734 w 2423116"/>
                <a:gd name="csY322" fmla="*/ 483593 h 1110733"/>
                <a:gd name="csX323" fmla="*/ 1859203 w 2423116"/>
                <a:gd name="csY323" fmla="*/ 464797 h 1110733"/>
                <a:gd name="csX324" fmla="*/ 1874582 w 2423116"/>
                <a:gd name="csY324" fmla="*/ 481885 h 1110733"/>
                <a:gd name="csX325" fmla="*/ 1884835 w 2423116"/>
                <a:gd name="csY325" fmla="*/ 490429 h 1110733"/>
                <a:gd name="csX326" fmla="*/ 1891671 w 2423116"/>
                <a:gd name="csY326" fmla="*/ 488720 h 1110733"/>
                <a:gd name="csX327" fmla="*/ 1893380 w 2423116"/>
                <a:gd name="csY327" fmla="*/ 507518 h 1110733"/>
                <a:gd name="csX328" fmla="*/ 1907050 w 2423116"/>
                <a:gd name="csY328" fmla="*/ 514353 h 1110733"/>
                <a:gd name="csX329" fmla="*/ 1920721 w 2423116"/>
                <a:gd name="csY329" fmla="*/ 488720 h 1110733"/>
                <a:gd name="csX330" fmla="*/ 1936100 w 2423116"/>
                <a:gd name="csY330" fmla="*/ 485303 h 1110733"/>
                <a:gd name="csX331" fmla="*/ 1944644 w 2423116"/>
                <a:gd name="csY331" fmla="*/ 463088 h 1110733"/>
                <a:gd name="csX332" fmla="*/ 1958315 w 2423116"/>
                <a:gd name="csY332" fmla="*/ 461379 h 1110733"/>
                <a:gd name="csX333" fmla="*/ 1971985 w 2423116"/>
                <a:gd name="csY333" fmla="*/ 454543 h 1110733"/>
                <a:gd name="csX334" fmla="*/ 1987365 w 2423116"/>
                <a:gd name="csY334" fmla="*/ 469923 h 1110733"/>
                <a:gd name="csX335" fmla="*/ 2001036 w 2423116"/>
                <a:gd name="csY335" fmla="*/ 473341 h 1110733"/>
                <a:gd name="csX336" fmla="*/ 2023250 w 2423116"/>
                <a:gd name="csY336" fmla="*/ 469923 h 1110733"/>
                <a:gd name="csX337" fmla="*/ 2043757 w 2423116"/>
                <a:gd name="csY337" fmla="*/ 464797 h 1110733"/>
                <a:gd name="csX338" fmla="*/ 2064262 w 2423116"/>
                <a:gd name="csY338" fmla="*/ 476759 h 1110733"/>
                <a:gd name="csX339" fmla="*/ 2084768 w 2423116"/>
                <a:gd name="csY339" fmla="*/ 476759 h 1110733"/>
                <a:gd name="csX340" fmla="*/ 2098439 w 2423116"/>
                <a:gd name="csY340" fmla="*/ 456252 h 1110733"/>
                <a:gd name="csX341" fmla="*/ 2096730 w 2423116"/>
                <a:gd name="csY341" fmla="*/ 435747 h 1110733"/>
                <a:gd name="csX342" fmla="*/ 2115528 w 2423116"/>
                <a:gd name="csY342" fmla="*/ 420368 h 1110733"/>
                <a:gd name="csX343" fmla="*/ 2130907 w 2423116"/>
                <a:gd name="csY343" fmla="*/ 415241 h 1110733"/>
                <a:gd name="csX344" fmla="*/ 2147995 w 2423116"/>
                <a:gd name="csY344" fmla="*/ 411823 h 1110733"/>
                <a:gd name="csX345" fmla="*/ 2159957 w 2423116"/>
                <a:gd name="csY345" fmla="*/ 423785 h 1110733"/>
                <a:gd name="csX346" fmla="*/ 2173627 w 2423116"/>
                <a:gd name="csY346" fmla="*/ 444292 h 1110733"/>
                <a:gd name="csX347" fmla="*/ 2171918 w 2423116"/>
                <a:gd name="csY347" fmla="*/ 464797 h 1110733"/>
                <a:gd name="csX348" fmla="*/ 2182172 w 2423116"/>
                <a:gd name="csY348" fmla="*/ 481885 h 1110733"/>
                <a:gd name="csX349" fmla="*/ 2182172 w 2423116"/>
                <a:gd name="csY349" fmla="*/ 510935 h 1110733"/>
                <a:gd name="csX350" fmla="*/ 2165084 w 2423116"/>
                <a:gd name="csY350" fmla="*/ 517770 h 1110733"/>
                <a:gd name="csX351" fmla="*/ 2144577 w 2423116"/>
                <a:gd name="csY351" fmla="*/ 512644 h 1110733"/>
                <a:gd name="csX352" fmla="*/ 2147995 w 2423116"/>
                <a:gd name="csY352" fmla="*/ 528023 h 1110733"/>
                <a:gd name="csX353" fmla="*/ 2168501 w 2423116"/>
                <a:gd name="csY353" fmla="*/ 538276 h 1110733"/>
                <a:gd name="csX354" fmla="*/ 2177046 w 2423116"/>
                <a:gd name="csY354" fmla="*/ 553656 h 1110733"/>
                <a:gd name="csX355" fmla="*/ 2178754 w 2423116"/>
                <a:gd name="csY355" fmla="*/ 577579 h 1110733"/>
                <a:gd name="csX356" fmla="*/ 2180463 w 2423116"/>
                <a:gd name="csY356" fmla="*/ 599794 h 1110733"/>
                <a:gd name="csX357" fmla="*/ 2190716 w 2423116"/>
                <a:gd name="csY357" fmla="*/ 615174 h 1110733"/>
                <a:gd name="csX358" fmla="*/ 2221474 w 2423116"/>
                <a:gd name="csY358" fmla="*/ 618591 h 1110733"/>
                <a:gd name="csX359" fmla="*/ 2247107 w 2423116"/>
                <a:gd name="csY359" fmla="*/ 591250 h 1110733"/>
                <a:gd name="csX360" fmla="*/ 2257360 w 2423116"/>
                <a:gd name="csY360" fmla="*/ 553656 h 1110733"/>
                <a:gd name="csX361" fmla="*/ 2282992 w 2423116"/>
                <a:gd name="csY361" fmla="*/ 551947 h 1110733"/>
                <a:gd name="csX362" fmla="*/ 2303498 w 2423116"/>
                <a:gd name="csY362" fmla="*/ 548530 h 1110733"/>
                <a:gd name="csX363" fmla="*/ 2329131 w 2423116"/>
                <a:gd name="csY363" fmla="*/ 541694 h 1110733"/>
                <a:gd name="csX364" fmla="*/ 2354764 w 2423116"/>
                <a:gd name="csY364" fmla="*/ 533151 h 1110733"/>
                <a:gd name="csX365" fmla="*/ 2373560 w 2423116"/>
                <a:gd name="csY365" fmla="*/ 534859 h 1110733"/>
                <a:gd name="csX366" fmla="*/ 2378686 w 2423116"/>
                <a:gd name="csY366" fmla="*/ 512644 h 1110733"/>
                <a:gd name="csX367" fmla="*/ 2383813 w 2423116"/>
                <a:gd name="csY367" fmla="*/ 498974 h 1110733"/>
                <a:gd name="csX368" fmla="*/ 2394065 w 2423116"/>
                <a:gd name="csY368" fmla="*/ 483593 h 1110733"/>
                <a:gd name="csX369" fmla="*/ 2409446 w 2423116"/>
                <a:gd name="csY369" fmla="*/ 469923 h 1110733"/>
                <a:gd name="csX370" fmla="*/ 2416282 w 2423116"/>
                <a:gd name="csY370" fmla="*/ 454543 h 1110733"/>
                <a:gd name="csX371" fmla="*/ 2423116 w 2423116"/>
                <a:gd name="csY371" fmla="*/ 411823 h 1110733"/>
                <a:gd name="csX372" fmla="*/ 2417990 w 2423116"/>
                <a:gd name="csY372" fmla="*/ 372520 h 1110733"/>
                <a:gd name="csX373" fmla="*/ 2409446 w 2423116"/>
                <a:gd name="csY373" fmla="*/ 343471 h 1110733"/>
                <a:gd name="csX374" fmla="*/ 2399192 w 2423116"/>
                <a:gd name="csY374" fmla="*/ 331509 h 1110733"/>
                <a:gd name="csX375" fmla="*/ 2378686 w 2423116"/>
                <a:gd name="csY375" fmla="*/ 311002 h 1110733"/>
                <a:gd name="csX376" fmla="*/ 2347928 w 2423116"/>
                <a:gd name="csY376" fmla="*/ 304167 h 1110733"/>
                <a:gd name="csX377" fmla="*/ 2341093 w 2423116"/>
                <a:gd name="csY377" fmla="*/ 292205 h 1110733"/>
                <a:gd name="csX378" fmla="*/ 2317168 w 2423116"/>
                <a:gd name="csY378" fmla="*/ 288787 h 1110733"/>
                <a:gd name="csX379" fmla="*/ 2293246 w 2423116"/>
                <a:gd name="csY379" fmla="*/ 293915 h 1110733"/>
                <a:gd name="csX380" fmla="*/ 2289827 w 2423116"/>
                <a:gd name="csY380" fmla="*/ 278534 h 1110733"/>
                <a:gd name="csX381" fmla="*/ 2267613 w 2423116"/>
                <a:gd name="csY381" fmla="*/ 269991 h 1110733"/>
                <a:gd name="csX382" fmla="*/ 2253943 w 2423116"/>
                <a:gd name="csY382" fmla="*/ 247776 h 1110733"/>
                <a:gd name="csX383" fmla="*/ 2267613 w 2423116"/>
                <a:gd name="csY383" fmla="*/ 239233 h 1110733"/>
                <a:gd name="csX384" fmla="*/ 2269322 w 2423116"/>
                <a:gd name="csY384" fmla="*/ 220435 h 1110733"/>
                <a:gd name="csX385" fmla="*/ 2260777 w 2423116"/>
                <a:gd name="csY385" fmla="*/ 208473 h 1110733"/>
                <a:gd name="csX386" fmla="*/ 2272739 w 2423116"/>
                <a:gd name="csY386" fmla="*/ 191385 h 1110733"/>
                <a:gd name="csX387" fmla="*/ 2272739 w 2423116"/>
                <a:gd name="csY387" fmla="*/ 176005 h 1110733"/>
                <a:gd name="csX388" fmla="*/ 2253943 w 2423116"/>
                <a:gd name="csY388" fmla="*/ 176005 h 1110733"/>
                <a:gd name="csX389" fmla="*/ 2243688 w 2423116"/>
                <a:gd name="csY389" fmla="*/ 158917 h 1110733"/>
                <a:gd name="csX390" fmla="*/ 2245398 w 2423116"/>
                <a:gd name="csY390" fmla="*/ 146955 h 1110733"/>
                <a:gd name="csX391" fmla="*/ 2235145 w 2423116"/>
                <a:gd name="csY391" fmla="*/ 145246 h 1110733"/>
                <a:gd name="csX392" fmla="*/ 2219766 w 2423116"/>
                <a:gd name="csY392" fmla="*/ 145246 h 1110733"/>
                <a:gd name="csX393" fmla="*/ 2209513 w 2423116"/>
                <a:gd name="csY393" fmla="*/ 124740 h 1110733"/>
                <a:gd name="csX394" fmla="*/ 2189006 w 2423116"/>
                <a:gd name="csY394" fmla="*/ 107652 h 1110733"/>
                <a:gd name="csX395" fmla="*/ 2168501 w 2423116"/>
                <a:gd name="csY395" fmla="*/ 116197 h 1110733"/>
                <a:gd name="csX396" fmla="*/ 2149703 w 2423116"/>
                <a:gd name="csY396" fmla="*/ 104235 h 1110733"/>
                <a:gd name="csX397" fmla="*/ 2130907 w 2423116"/>
                <a:gd name="csY397" fmla="*/ 99108 h 1110733"/>
                <a:gd name="csX398" fmla="*/ 2105274 w 2423116"/>
                <a:gd name="csY398" fmla="*/ 102526 h 1110733"/>
                <a:gd name="csX399" fmla="*/ 2088187 w 2423116"/>
                <a:gd name="csY399" fmla="*/ 92273 h 1110733"/>
                <a:gd name="csX400" fmla="*/ 2088187 w 2423116"/>
                <a:gd name="csY400" fmla="*/ 80311 h 1110733"/>
                <a:gd name="csX401" fmla="*/ 2062553 w 2423116"/>
                <a:gd name="csY401" fmla="*/ 46134 h 1110733"/>
                <a:gd name="csX402" fmla="*/ 2069389 w 2423116"/>
                <a:gd name="csY402" fmla="*/ 35881 h 1110733"/>
                <a:gd name="csX403" fmla="*/ 2084768 w 2423116"/>
                <a:gd name="csY403" fmla="*/ 25628 h 1110733"/>
                <a:gd name="csX404" fmla="*/ 2096730 w 2423116"/>
                <a:gd name="csY404" fmla="*/ 1705 h 1110733"/>
                <a:gd name="csX405" fmla="*/ 2097867 w 2423116"/>
                <a:gd name="csY405" fmla="*/ 0 h 1110733"/>
                <a:gd name="csX406" fmla="*/ 1427893 w 2423116"/>
                <a:gd name="csY406" fmla="*/ 0 h 1110733"/>
                <a:gd name="csX407" fmla="*/ 1401290 w 2423116"/>
                <a:gd name="csY407" fmla="*/ 0 h 1110733"/>
                <a:gd name="csX408" fmla="*/ 1401228 w 2423116"/>
                <a:gd name="csY408" fmla="*/ 0 h 1110733"/>
                <a:gd name="csX409" fmla="*/ 1484133 w 2423116"/>
                <a:gd name="csY409"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541694 w 2423116"/>
                <a:gd name="csY5" fmla="*/ 0 h 1110733"/>
                <a:gd name="csX6" fmla="*/ 517775 w 2423116"/>
                <a:gd name="csY6" fmla="*/ 23919 h 1110733"/>
                <a:gd name="csX7" fmla="*/ 502396 w 2423116"/>
                <a:gd name="csY7" fmla="*/ 54679 h 1110733"/>
                <a:gd name="csX8" fmla="*/ 502396 w 2423116"/>
                <a:gd name="csY8" fmla="*/ 71767 h 1110733"/>
                <a:gd name="csX9" fmla="*/ 495560 w 2423116"/>
                <a:gd name="csY9" fmla="*/ 90564 h 1110733"/>
                <a:gd name="csX10" fmla="*/ 481889 w 2423116"/>
                <a:gd name="csY10" fmla="*/ 90564 h 1110733"/>
                <a:gd name="csX11" fmla="*/ 451130 w 2423116"/>
                <a:gd name="csY11" fmla="*/ 102526 h 1110733"/>
                <a:gd name="csX12" fmla="*/ 427207 w 2423116"/>
                <a:gd name="csY12" fmla="*/ 104235 h 1110733"/>
                <a:gd name="csX13" fmla="*/ 422080 w 2423116"/>
                <a:gd name="csY13" fmla="*/ 93982 h 1110733"/>
                <a:gd name="csX14" fmla="*/ 408410 w 2423116"/>
                <a:gd name="csY14" fmla="*/ 93982 h 1110733"/>
                <a:gd name="csX15" fmla="*/ 406701 w 2423116"/>
                <a:gd name="csY15" fmla="*/ 82020 h 1110733"/>
                <a:gd name="csX16" fmla="*/ 391322 w 2423116"/>
                <a:gd name="csY16" fmla="*/ 83728 h 1110733"/>
                <a:gd name="csX17" fmla="*/ 389613 w 2423116"/>
                <a:gd name="csY17" fmla="*/ 99108 h 1110733"/>
                <a:gd name="csX18" fmla="*/ 365689 w 2423116"/>
                <a:gd name="csY18" fmla="*/ 128157 h 1110733"/>
                <a:gd name="csX19" fmla="*/ 384486 w 2423116"/>
                <a:gd name="csY19" fmla="*/ 150372 h 1110733"/>
                <a:gd name="csX20" fmla="*/ 396448 w 2423116"/>
                <a:gd name="csY20" fmla="*/ 138410 h 1110733"/>
                <a:gd name="csX21" fmla="*/ 413537 w 2423116"/>
                <a:gd name="csY21" fmla="*/ 141828 h 1110733"/>
                <a:gd name="csX22" fmla="*/ 423164 w 2423116"/>
                <a:gd name="csY22" fmla="*/ 141828 h 1110733"/>
                <a:gd name="csX23" fmla="*/ 423164 w 2423116"/>
                <a:gd name="csY23" fmla="*/ 159038 h 1110733"/>
                <a:gd name="csX24" fmla="*/ 416954 w 2423116"/>
                <a:gd name="csY24" fmla="*/ 158917 h 1110733"/>
                <a:gd name="csX25" fmla="*/ 410118 w 2423116"/>
                <a:gd name="csY25" fmla="*/ 169169 h 1110733"/>
                <a:gd name="csX26" fmla="*/ 413537 w 2423116"/>
                <a:gd name="csY26" fmla="*/ 187967 h 1110733"/>
                <a:gd name="csX27" fmla="*/ 399866 w 2423116"/>
                <a:gd name="csY27" fmla="*/ 208473 h 1110733"/>
                <a:gd name="csX28" fmla="*/ 314425 w 2423116"/>
                <a:gd name="csY28" fmla="*/ 210182 h 1110733"/>
                <a:gd name="csX29" fmla="*/ 283666 w 2423116"/>
                <a:gd name="csY29" fmla="*/ 215308 h 1110733"/>
                <a:gd name="csX30" fmla="*/ 276830 w 2423116"/>
                <a:gd name="csY30" fmla="*/ 237523 h 1110733"/>
                <a:gd name="csX31" fmla="*/ 281956 w 2423116"/>
                <a:gd name="csY31" fmla="*/ 259738 h 1110733"/>
                <a:gd name="csX32" fmla="*/ 305880 w 2423116"/>
                <a:gd name="csY32" fmla="*/ 295623 h 1110733"/>
                <a:gd name="csX33" fmla="*/ 334930 w 2423116"/>
                <a:gd name="csY33" fmla="*/ 304167 h 1110733"/>
                <a:gd name="csX34" fmla="*/ 348600 w 2423116"/>
                <a:gd name="csY34" fmla="*/ 328090 h 1110733"/>
                <a:gd name="csX35" fmla="*/ 341766 w 2423116"/>
                <a:gd name="csY35" fmla="*/ 340052 h 1110733"/>
                <a:gd name="csX36" fmla="*/ 324678 w 2423116"/>
                <a:gd name="csY36" fmla="*/ 329799 h 1110733"/>
                <a:gd name="csX37" fmla="*/ 333221 w 2423116"/>
                <a:gd name="csY37" fmla="*/ 348597 h 1110733"/>
                <a:gd name="csX38" fmla="*/ 328095 w 2423116"/>
                <a:gd name="csY38" fmla="*/ 375938 h 1110733"/>
                <a:gd name="csX39" fmla="*/ 341766 w 2423116"/>
                <a:gd name="csY39" fmla="*/ 418658 h 1110733"/>
                <a:gd name="csX40" fmla="*/ 353727 w 2423116"/>
                <a:gd name="csY40" fmla="*/ 444290 h 1110733"/>
                <a:gd name="csX41" fmla="*/ 353727 w 2423116"/>
                <a:gd name="csY41" fmla="*/ 461379 h 1110733"/>
                <a:gd name="csX42" fmla="*/ 343474 w 2423116"/>
                <a:gd name="csY42" fmla="*/ 480176 h 1110733"/>
                <a:gd name="csX43" fmla="*/ 328095 w 2423116"/>
                <a:gd name="csY43" fmla="*/ 471633 h 1110733"/>
                <a:gd name="csX44" fmla="*/ 317842 w 2423116"/>
                <a:gd name="csY44" fmla="*/ 490429 h 1110733"/>
                <a:gd name="csX45" fmla="*/ 331512 w 2423116"/>
                <a:gd name="csY45" fmla="*/ 529732 h 1110733"/>
                <a:gd name="csX46" fmla="*/ 360563 w 2423116"/>
                <a:gd name="csY46" fmla="*/ 553656 h 1110733"/>
                <a:gd name="csX47" fmla="*/ 379360 w 2423116"/>
                <a:gd name="csY47" fmla="*/ 563909 h 1110733"/>
                <a:gd name="csX48" fmla="*/ 387904 w 2423116"/>
                <a:gd name="csY48" fmla="*/ 557073 h 1110733"/>
                <a:gd name="csX49" fmla="*/ 411827 w 2423116"/>
                <a:gd name="csY49" fmla="*/ 548530 h 1110733"/>
                <a:gd name="csX50" fmla="*/ 420371 w 2423116"/>
                <a:gd name="csY50" fmla="*/ 560492 h 1110733"/>
                <a:gd name="csX51" fmla="*/ 427207 w 2423116"/>
                <a:gd name="csY51" fmla="*/ 579288 h 1110733"/>
                <a:gd name="csX52" fmla="*/ 461384 w 2423116"/>
                <a:gd name="csY52" fmla="*/ 589541 h 1110733"/>
                <a:gd name="csX53" fmla="*/ 480181 w 2423116"/>
                <a:gd name="csY53" fmla="*/ 610046 h 1110733"/>
                <a:gd name="csX54" fmla="*/ 451130 w 2423116"/>
                <a:gd name="csY54" fmla="*/ 615174 h 1110733"/>
                <a:gd name="csX55" fmla="*/ 442586 w 2423116"/>
                <a:gd name="csY55" fmla="*/ 627134 h 1110733"/>
                <a:gd name="csX56" fmla="*/ 439168 w 2423116"/>
                <a:gd name="csY56" fmla="*/ 640806 h 1110733"/>
                <a:gd name="csX57" fmla="*/ 430625 w 2423116"/>
                <a:gd name="csY57" fmla="*/ 642515 h 1110733"/>
                <a:gd name="csX58" fmla="*/ 413537 w 2423116"/>
                <a:gd name="csY58" fmla="*/ 627134 h 1110733"/>
                <a:gd name="csX59" fmla="*/ 389613 w 2423116"/>
                <a:gd name="csY59" fmla="*/ 632261 h 1110733"/>
                <a:gd name="csX60" fmla="*/ 379360 w 2423116"/>
                <a:gd name="csY60" fmla="*/ 633970 h 1110733"/>
                <a:gd name="csX61" fmla="*/ 384486 w 2423116"/>
                <a:gd name="csY61" fmla="*/ 649351 h 1110733"/>
                <a:gd name="csX62" fmla="*/ 403284 w 2423116"/>
                <a:gd name="csY62" fmla="*/ 649351 h 1110733"/>
                <a:gd name="csX63" fmla="*/ 425497 w 2423116"/>
                <a:gd name="csY63" fmla="*/ 669856 h 1110733"/>
                <a:gd name="csX64" fmla="*/ 420371 w 2423116"/>
                <a:gd name="csY64" fmla="*/ 680109 h 1110733"/>
                <a:gd name="csX65" fmla="*/ 422080 w 2423116"/>
                <a:gd name="csY65" fmla="*/ 695488 h 1110733"/>
                <a:gd name="csX66" fmla="*/ 415245 w 2423116"/>
                <a:gd name="csY66" fmla="*/ 705741 h 1110733"/>
                <a:gd name="csX67" fmla="*/ 416954 w 2423116"/>
                <a:gd name="csY67" fmla="*/ 714285 h 1110733"/>
                <a:gd name="csX68" fmla="*/ 427207 w 2423116"/>
                <a:gd name="csY68" fmla="*/ 745044 h 1110733"/>
                <a:gd name="csX69" fmla="*/ 428916 w 2423116"/>
                <a:gd name="csY69" fmla="*/ 768968 h 1110733"/>
                <a:gd name="csX70" fmla="*/ 430625 w 2423116"/>
                <a:gd name="csY70" fmla="*/ 794600 h 1110733"/>
                <a:gd name="csX71" fmla="*/ 422080 w 2423116"/>
                <a:gd name="csY71" fmla="*/ 794600 h 1110733"/>
                <a:gd name="csX72" fmla="*/ 413537 w 2423116"/>
                <a:gd name="csY72" fmla="*/ 777511 h 1110733"/>
                <a:gd name="csX73" fmla="*/ 404992 w 2423116"/>
                <a:gd name="csY73" fmla="*/ 755297 h 1110733"/>
                <a:gd name="csX74" fmla="*/ 406701 w 2423116"/>
                <a:gd name="csY74" fmla="*/ 729665 h 1110733"/>
                <a:gd name="csX75" fmla="*/ 393030 w 2423116"/>
                <a:gd name="csY75" fmla="*/ 710867 h 1110733"/>
                <a:gd name="csX76" fmla="*/ 369107 w 2423116"/>
                <a:gd name="csY76" fmla="*/ 705741 h 1110733"/>
                <a:gd name="csX77" fmla="*/ 365689 w 2423116"/>
                <a:gd name="csY77" fmla="*/ 680109 h 1110733"/>
                <a:gd name="csX78" fmla="*/ 314425 w 2423116"/>
                <a:gd name="csY78" fmla="*/ 680109 h 1110733"/>
                <a:gd name="csX79" fmla="*/ 295627 w 2423116"/>
                <a:gd name="csY79" fmla="*/ 695488 h 1110733"/>
                <a:gd name="csX80" fmla="*/ 278539 w 2423116"/>
                <a:gd name="csY80" fmla="*/ 690362 h 1110733"/>
                <a:gd name="csX81" fmla="*/ 271704 w 2423116"/>
                <a:gd name="csY81" fmla="*/ 676692 h 1110733"/>
                <a:gd name="csX82" fmla="*/ 273413 w 2423116"/>
                <a:gd name="csY82" fmla="*/ 659602 h 1110733"/>
                <a:gd name="csX83" fmla="*/ 254615 w 2423116"/>
                <a:gd name="csY83" fmla="*/ 630553 h 1110733"/>
                <a:gd name="csX84" fmla="*/ 230692 w 2423116"/>
                <a:gd name="csY84" fmla="*/ 630553 h 1110733"/>
                <a:gd name="csX85" fmla="*/ 228983 w 2423116"/>
                <a:gd name="csY85" fmla="*/ 616882 h 1110733"/>
                <a:gd name="csX86" fmla="*/ 234109 w 2423116"/>
                <a:gd name="csY86" fmla="*/ 601503 h 1110733"/>
                <a:gd name="csX87" fmla="*/ 222148 w 2423116"/>
                <a:gd name="csY87" fmla="*/ 584414 h 1110733"/>
                <a:gd name="csX88" fmla="*/ 206768 w 2423116"/>
                <a:gd name="csY88" fmla="*/ 579288 h 1110733"/>
                <a:gd name="csX89" fmla="*/ 199933 w 2423116"/>
                <a:gd name="csY89" fmla="*/ 562200 h 1110733"/>
                <a:gd name="csX90" fmla="*/ 184554 w 2423116"/>
                <a:gd name="csY90" fmla="*/ 557073 h 1110733"/>
                <a:gd name="csX91" fmla="*/ 167466 w 2423116"/>
                <a:gd name="csY91" fmla="*/ 565618 h 1110733"/>
                <a:gd name="csX92" fmla="*/ 157212 w 2423116"/>
                <a:gd name="csY92" fmla="*/ 558782 h 1110733"/>
                <a:gd name="csX93" fmla="*/ 148669 w 2423116"/>
                <a:gd name="csY93" fmla="*/ 546821 h 1110733"/>
                <a:gd name="csX94" fmla="*/ 148669 w 2423116"/>
                <a:gd name="csY94" fmla="*/ 539985 h 1110733"/>
                <a:gd name="csX95" fmla="*/ 107657 w 2423116"/>
                <a:gd name="csY95" fmla="*/ 510934 h 1110733"/>
                <a:gd name="csX96" fmla="*/ 87151 w 2423116"/>
                <a:gd name="csY96" fmla="*/ 567326 h 1110733"/>
                <a:gd name="csX97" fmla="*/ 73480 w 2423116"/>
                <a:gd name="csY97" fmla="*/ 572452 h 1110733"/>
                <a:gd name="csX98" fmla="*/ 88859 w 2423116"/>
                <a:gd name="csY98" fmla="*/ 596376 h 1110733"/>
                <a:gd name="csX99" fmla="*/ 90568 w 2423116"/>
                <a:gd name="csY99" fmla="*/ 622008 h 1110733"/>
                <a:gd name="csX100" fmla="*/ 126453 w 2423116"/>
                <a:gd name="csY100" fmla="*/ 625426 h 1110733"/>
                <a:gd name="csX101" fmla="*/ 140124 w 2423116"/>
                <a:gd name="csY101" fmla="*/ 625426 h 1110733"/>
                <a:gd name="csX102" fmla="*/ 124745 w 2423116"/>
                <a:gd name="csY102" fmla="*/ 647641 h 1110733"/>
                <a:gd name="csX103" fmla="*/ 104238 w 2423116"/>
                <a:gd name="csY103" fmla="*/ 661311 h 1110733"/>
                <a:gd name="csX104" fmla="*/ 88859 w 2423116"/>
                <a:gd name="csY104" fmla="*/ 661311 h 1110733"/>
                <a:gd name="csX105" fmla="*/ 73480 w 2423116"/>
                <a:gd name="csY105" fmla="*/ 647641 h 1110733"/>
                <a:gd name="csX106" fmla="*/ 59810 w 2423116"/>
                <a:gd name="csY106" fmla="*/ 649351 h 1110733"/>
                <a:gd name="csX107" fmla="*/ 46139 w 2423116"/>
                <a:gd name="csY107" fmla="*/ 647641 h 1110733"/>
                <a:gd name="csX108" fmla="*/ 25633 w 2423116"/>
                <a:gd name="csY108" fmla="*/ 640806 h 1110733"/>
                <a:gd name="csX109" fmla="*/ 10253 w 2423116"/>
                <a:gd name="csY109" fmla="*/ 642515 h 1110733"/>
                <a:gd name="csX110" fmla="*/ 11962 w 2423116"/>
                <a:gd name="csY110" fmla="*/ 652768 h 1110733"/>
                <a:gd name="csX111" fmla="*/ 34177 w 2423116"/>
                <a:gd name="csY111" fmla="*/ 664730 h 1110733"/>
                <a:gd name="csX112" fmla="*/ 32469 w 2423116"/>
                <a:gd name="csY112" fmla="*/ 676692 h 1110733"/>
                <a:gd name="csX113" fmla="*/ 23924 w 2423116"/>
                <a:gd name="csY113" fmla="*/ 704033 h 1110733"/>
                <a:gd name="csX114" fmla="*/ 52974 w 2423116"/>
                <a:gd name="csY114" fmla="*/ 734791 h 1110733"/>
                <a:gd name="csX115" fmla="*/ 58101 w 2423116"/>
                <a:gd name="csY115" fmla="*/ 760423 h 1110733"/>
                <a:gd name="csX116" fmla="*/ 41012 w 2423116"/>
                <a:gd name="csY116" fmla="*/ 768968 h 1110733"/>
                <a:gd name="csX117" fmla="*/ 20507 w 2423116"/>
                <a:gd name="csY117" fmla="*/ 757006 h 1110733"/>
                <a:gd name="csX118" fmla="*/ 3419 w 2423116"/>
                <a:gd name="csY118" fmla="*/ 736500 h 1110733"/>
                <a:gd name="csX119" fmla="*/ 0 w 2423116"/>
                <a:gd name="csY119" fmla="*/ 746753 h 1110733"/>
                <a:gd name="csX120" fmla="*/ 27341 w 2423116"/>
                <a:gd name="csY120" fmla="*/ 779221 h 1110733"/>
                <a:gd name="csX121" fmla="*/ 34177 w 2423116"/>
                <a:gd name="csY121" fmla="*/ 796309 h 1110733"/>
                <a:gd name="csX122" fmla="*/ 52974 w 2423116"/>
                <a:gd name="csY122" fmla="*/ 791182 h 1110733"/>
                <a:gd name="csX123" fmla="*/ 66644 w 2423116"/>
                <a:gd name="csY123" fmla="*/ 780930 h 1110733"/>
                <a:gd name="csX124" fmla="*/ 82025 w 2423116"/>
                <a:gd name="csY124" fmla="*/ 784347 h 1110733"/>
                <a:gd name="csX125" fmla="*/ 88859 w 2423116"/>
                <a:gd name="csY125" fmla="*/ 798018 h 1110733"/>
                <a:gd name="csX126" fmla="*/ 102530 w 2423116"/>
                <a:gd name="csY126" fmla="*/ 808272 h 1110733"/>
                <a:gd name="csX127" fmla="*/ 124745 w 2423116"/>
                <a:gd name="csY127" fmla="*/ 808272 h 1110733"/>
                <a:gd name="csX128" fmla="*/ 145250 w 2423116"/>
                <a:gd name="csY128" fmla="*/ 842448 h 1110733"/>
                <a:gd name="csX129" fmla="*/ 140124 w 2423116"/>
                <a:gd name="csY129" fmla="*/ 856118 h 1110733"/>
                <a:gd name="csX130" fmla="*/ 123036 w 2423116"/>
                <a:gd name="csY130" fmla="*/ 854410 h 1110733"/>
                <a:gd name="csX131" fmla="*/ 114492 w 2423116"/>
                <a:gd name="csY131" fmla="*/ 835613 h 1110733"/>
                <a:gd name="csX132" fmla="*/ 92278 w 2423116"/>
                <a:gd name="csY132" fmla="*/ 827068 h 1110733"/>
                <a:gd name="csX133" fmla="*/ 87151 w 2423116"/>
                <a:gd name="csY133" fmla="*/ 811688 h 1110733"/>
                <a:gd name="csX134" fmla="*/ 73480 w 2423116"/>
                <a:gd name="csY134" fmla="*/ 799726 h 1110733"/>
                <a:gd name="csX135" fmla="*/ 56391 w 2423116"/>
                <a:gd name="csY135" fmla="*/ 825360 h 1110733"/>
                <a:gd name="csX136" fmla="*/ 56391 w 2423116"/>
                <a:gd name="csY136" fmla="*/ 844156 h 1110733"/>
                <a:gd name="csX137" fmla="*/ 58101 w 2423116"/>
                <a:gd name="csY137" fmla="*/ 862954 h 1110733"/>
                <a:gd name="csX138" fmla="*/ 71771 w 2423116"/>
                <a:gd name="csY138" fmla="*/ 871497 h 1110733"/>
                <a:gd name="csX139" fmla="*/ 80316 w 2423116"/>
                <a:gd name="csY139" fmla="*/ 880042 h 1110733"/>
                <a:gd name="csX140" fmla="*/ 73480 w 2423116"/>
                <a:gd name="csY140" fmla="*/ 900548 h 1110733"/>
                <a:gd name="csX141" fmla="*/ 66644 w 2423116"/>
                <a:gd name="csY141" fmla="*/ 903966 h 1110733"/>
                <a:gd name="csX142" fmla="*/ 56391 w 2423116"/>
                <a:gd name="csY142" fmla="*/ 903966 h 1110733"/>
                <a:gd name="csX143" fmla="*/ 49556 w 2423116"/>
                <a:gd name="csY143" fmla="*/ 921053 h 1110733"/>
                <a:gd name="csX144" fmla="*/ 42720 w 2423116"/>
                <a:gd name="csY144" fmla="*/ 939851 h 1110733"/>
                <a:gd name="csX145" fmla="*/ 46139 w 2423116"/>
                <a:gd name="csY145" fmla="*/ 960356 h 1110733"/>
                <a:gd name="csX146" fmla="*/ 54682 w 2423116"/>
                <a:gd name="csY146" fmla="*/ 960356 h 1110733"/>
                <a:gd name="csX147" fmla="*/ 58101 w 2423116"/>
                <a:gd name="csY147" fmla="*/ 948394 h 1110733"/>
                <a:gd name="csX148" fmla="*/ 68353 w 2423116"/>
                <a:gd name="csY148" fmla="*/ 948394 h 1110733"/>
                <a:gd name="csX149" fmla="*/ 80316 w 2423116"/>
                <a:gd name="csY149" fmla="*/ 962065 h 1110733"/>
                <a:gd name="csX150" fmla="*/ 92278 w 2423116"/>
                <a:gd name="csY150" fmla="*/ 991116 h 1110733"/>
                <a:gd name="csX151" fmla="*/ 97404 w 2423116"/>
                <a:gd name="csY151" fmla="*/ 1006495 h 1110733"/>
                <a:gd name="csX152" fmla="*/ 109366 w 2423116"/>
                <a:gd name="csY152" fmla="*/ 1013331 h 1110733"/>
                <a:gd name="csX153" fmla="*/ 111074 w 2423116"/>
                <a:gd name="csY153" fmla="*/ 1020166 h 1110733"/>
                <a:gd name="csX154" fmla="*/ 129871 w 2423116"/>
                <a:gd name="csY154" fmla="*/ 1008204 h 1110733"/>
                <a:gd name="csX155" fmla="*/ 153794 w 2423116"/>
                <a:gd name="csY155" fmla="*/ 1013331 h 1110733"/>
                <a:gd name="csX156" fmla="*/ 176010 w 2423116"/>
                <a:gd name="csY156" fmla="*/ 1004786 h 1110733"/>
                <a:gd name="csX157" fmla="*/ 193097 w 2423116"/>
                <a:gd name="csY157" fmla="*/ 996242 h 1110733"/>
                <a:gd name="csX158" fmla="*/ 222148 w 2423116"/>
                <a:gd name="csY158" fmla="*/ 999660 h 1110733"/>
                <a:gd name="csX159" fmla="*/ 235819 w 2423116"/>
                <a:gd name="csY159" fmla="*/ 982571 h 1110733"/>
                <a:gd name="csX160" fmla="*/ 252907 w 2423116"/>
                <a:gd name="csY160" fmla="*/ 979154 h 1110733"/>
                <a:gd name="csX161" fmla="*/ 275122 w 2423116"/>
                <a:gd name="csY161" fmla="*/ 992825 h 1110733"/>
                <a:gd name="csX162" fmla="*/ 311007 w 2423116"/>
                <a:gd name="csY162" fmla="*/ 984281 h 1110733"/>
                <a:gd name="csX163" fmla="*/ 314425 w 2423116"/>
                <a:gd name="csY163" fmla="*/ 970610 h 1110733"/>
                <a:gd name="csX164" fmla="*/ 334930 w 2423116"/>
                <a:gd name="csY164" fmla="*/ 970610 h 1110733"/>
                <a:gd name="csX165" fmla="*/ 343474 w 2423116"/>
                <a:gd name="csY165" fmla="*/ 965484 h 1110733"/>
                <a:gd name="csX166" fmla="*/ 353727 w 2423116"/>
                <a:gd name="csY166" fmla="*/ 974027 h 1110733"/>
                <a:gd name="csX167" fmla="*/ 369107 w 2423116"/>
                <a:gd name="csY167" fmla="*/ 958648 h 1110733"/>
                <a:gd name="csX168" fmla="*/ 384486 w 2423116"/>
                <a:gd name="csY168" fmla="*/ 953522 h 1110733"/>
                <a:gd name="csX169" fmla="*/ 398156 w 2423116"/>
                <a:gd name="csY169" fmla="*/ 953522 h 1110733"/>
                <a:gd name="csX170" fmla="*/ 396448 w 2423116"/>
                <a:gd name="csY170" fmla="*/ 972318 h 1110733"/>
                <a:gd name="csX171" fmla="*/ 394739 w 2423116"/>
                <a:gd name="csY171" fmla="*/ 992825 h 1110733"/>
                <a:gd name="csX172" fmla="*/ 403284 w 2423116"/>
                <a:gd name="csY172" fmla="*/ 1009912 h 1110733"/>
                <a:gd name="csX173" fmla="*/ 403284 w 2423116"/>
                <a:gd name="csY173" fmla="*/ 1030419 h 1110733"/>
                <a:gd name="csX174" fmla="*/ 408410 w 2423116"/>
                <a:gd name="csY174" fmla="*/ 1044089 h 1110733"/>
                <a:gd name="csX175" fmla="*/ 428916 w 2423116"/>
                <a:gd name="csY175" fmla="*/ 1052634 h 1110733"/>
                <a:gd name="csX176" fmla="*/ 447712 w 2423116"/>
                <a:gd name="csY176" fmla="*/ 1033836 h 1110733"/>
                <a:gd name="csX177" fmla="*/ 457966 w 2423116"/>
                <a:gd name="csY177" fmla="*/ 1042381 h 1110733"/>
                <a:gd name="csX178" fmla="*/ 435751 w 2423116"/>
                <a:gd name="csY178" fmla="*/ 1069722 h 1110733"/>
                <a:gd name="csX179" fmla="*/ 430625 w 2423116"/>
                <a:gd name="csY179" fmla="*/ 1081684 h 1110733"/>
                <a:gd name="csX180" fmla="*/ 446004 w 2423116"/>
                <a:gd name="csY180" fmla="*/ 1100481 h 1110733"/>
                <a:gd name="csX181" fmla="*/ 468219 w 2423116"/>
                <a:gd name="csY181" fmla="*/ 1100481 h 1110733"/>
                <a:gd name="csX182" fmla="*/ 456257 w 2423116"/>
                <a:gd name="csY182" fmla="*/ 1081684 h 1110733"/>
                <a:gd name="csX183" fmla="*/ 466510 w 2423116"/>
                <a:gd name="csY183" fmla="*/ 1068013 h 1110733"/>
                <a:gd name="csX184" fmla="*/ 487015 w 2423116"/>
                <a:gd name="csY184" fmla="*/ 1057760 h 1110733"/>
                <a:gd name="csX185" fmla="*/ 498977 w 2423116"/>
                <a:gd name="csY185" fmla="*/ 1047507 h 1110733"/>
                <a:gd name="csX186" fmla="*/ 509230 w 2423116"/>
                <a:gd name="csY186" fmla="*/ 1064594 h 1110733"/>
                <a:gd name="csX187" fmla="*/ 521192 w 2423116"/>
                <a:gd name="csY187" fmla="*/ 1062886 h 1110733"/>
                <a:gd name="csX188" fmla="*/ 545116 w 2423116"/>
                <a:gd name="csY188" fmla="*/ 1030419 h 1110733"/>
                <a:gd name="csX189" fmla="*/ 570748 w 2423116"/>
                <a:gd name="csY189" fmla="*/ 1025293 h 1110733"/>
                <a:gd name="csX190" fmla="*/ 584419 w 2423116"/>
                <a:gd name="csY190" fmla="*/ 1042381 h 1110733"/>
                <a:gd name="csX191" fmla="*/ 610051 w 2423116"/>
                <a:gd name="csY191" fmla="*/ 1042381 h 1110733"/>
                <a:gd name="csX192" fmla="*/ 615177 w 2423116"/>
                <a:gd name="csY192" fmla="*/ 1052634 h 1110733"/>
                <a:gd name="csX193" fmla="*/ 610051 w 2423116"/>
                <a:gd name="csY193" fmla="*/ 1069722 h 1110733"/>
                <a:gd name="csX194" fmla="*/ 613468 w 2423116"/>
                <a:gd name="csY194" fmla="*/ 1076558 h 1110733"/>
                <a:gd name="csX195" fmla="*/ 635684 w 2423116"/>
                <a:gd name="csY195" fmla="*/ 1068013 h 1110733"/>
                <a:gd name="csX196" fmla="*/ 645937 w 2423116"/>
                <a:gd name="csY196" fmla="*/ 1078266 h 1110733"/>
                <a:gd name="csX197" fmla="*/ 654481 w 2423116"/>
                <a:gd name="csY197" fmla="*/ 1091937 h 1110733"/>
                <a:gd name="csX198" fmla="*/ 664733 w 2423116"/>
                <a:gd name="csY198" fmla="*/ 1091937 h 1110733"/>
                <a:gd name="csX199" fmla="*/ 678404 w 2423116"/>
                <a:gd name="csY199" fmla="*/ 1091937 h 1110733"/>
                <a:gd name="csX200" fmla="*/ 693784 w 2423116"/>
                <a:gd name="csY200" fmla="*/ 1091937 h 1110733"/>
                <a:gd name="csX201" fmla="*/ 704036 w 2423116"/>
                <a:gd name="csY201" fmla="*/ 1105607 h 1110733"/>
                <a:gd name="csX202" fmla="*/ 709163 w 2423116"/>
                <a:gd name="csY202" fmla="*/ 1110733 h 1110733"/>
                <a:gd name="csX203" fmla="*/ 722834 w 2423116"/>
                <a:gd name="csY203" fmla="*/ 1100481 h 1110733"/>
                <a:gd name="csX204" fmla="*/ 739922 w 2423116"/>
                <a:gd name="csY204" fmla="*/ 1103899 h 1110733"/>
                <a:gd name="csX205" fmla="*/ 760428 w 2423116"/>
                <a:gd name="csY205" fmla="*/ 1076558 h 1110733"/>
                <a:gd name="csX206" fmla="*/ 774099 w 2423116"/>
                <a:gd name="csY206" fmla="*/ 1064594 h 1110733"/>
                <a:gd name="csX207" fmla="*/ 780933 w 2423116"/>
                <a:gd name="csY207" fmla="*/ 1066304 h 1110733"/>
                <a:gd name="csX208" fmla="*/ 774099 w 2423116"/>
                <a:gd name="csY208" fmla="*/ 1032127 h 1110733"/>
                <a:gd name="csX209" fmla="*/ 787769 w 2423116"/>
                <a:gd name="csY209" fmla="*/ 1006495 h 1110733"/>
                <a:gd name="csX210" fmla="*/ 799731 w 2423116"/>
                <a:gd name="csY210" fmla="*/ 991116 h 1110733"/>
                <a:gd name="csX211" fmla="*/ 813401 w 2423116"/>
                <a:gd name="csY211" fmla="*/ 989407 h 1110733"/>
                <a:gd name="csX212" fmla="*/ 837325 w 2423116"/>
                <a:gd name="csY212" fmla="*/ 989407 h 1110733"/>
                <a:gd name="csX213" fmla="*/ 857832 w 2423116"/>
                <a:gd name="csY213" fmla="*/ 962065 h 1110733"/>
                <a:gd name="csX214" fmla="*/ 862958 w 2423116"/>
                <a:gd name="csY214" fmla="*/ 948394 h 1110733"/>
                <a:gd name="csX215" fmla="*/ 859540 w 2423116"/>
                <a:gd name="csY215" fmla="*/ 933015 h 1110733"/>
                <a:gd name="csX216" fmla="*/ 874919 w 2423116"/>
                <a:gd name="csY216" fmla="*/ 921053 h 1110733"/>
                <a:gd name="csX217" fmla="*/ 888590 w 2423116"/>
                <a:gd name="csY217" fmla="*/ 919345 h 1110733"/>
                <a:gd name="csX218" fmla="*/ 892009 w 2423116"/>
                <a:gd name="csY218" fmla="*/ 893712 h 1110733"/>
                <a:gd name="csX219" fmla="*/ 921058 w 2423116"/>
                <a:gd name="csY219" fmla="*/ 885168 h 1110733"/>
                <a:gd name="csX220" fmla="*/ 939855 w 2423116"/>
                <a:gd name="csY220" fmla="*/ 897131 h 1110733"/>
                <a:gd name="csX221" fmla="*/ 950108 w 2423116"/>
                <a:gd name="csY221" fmla="*/ 897131 h 1110733"/>
                <a:gd name="csX222" fmla="*/ 967196 w 2423116"/>
                <a:gd name="csY222" fmla="*/ 892004 h 1110733"/>
                <a:gd name="csX223" fmla="*/ 970614 w 2423116"/>
                <a:gd name="csY223" fmla="*/ 871497 h 1110733"/>
                <a:gd name="csX224" fmla="*/ 985993 w 2423116"/>
                <a:gd name="csY224" fmla="*/ 871497 h 1110733"/>
                <a:gd name="csX225" fmla="*/ 996247 w 2423116"/>
                <a:gd name="csY225" fmla="*/ 886877 h 1110733"/>
                <a:gd name="csX226" fmla="*/ 1006499 w 2423116"/>
                <a:gd name="csY226" fmla="*/ 876625 h 1110733"/>
                <a:gd name="csX227" fmla="*/ 1059472 w 2423116"/>
                <a:gd name="csY227" fmla="*/ 868080 h 1110733"/>
                <a:gd name="csX228" fmla="*/ 1069726 w 2423116"/>
                <a:gd name="csY228" fmla="*/ 881751 h 1110733"/>
                <a:gd name="csX229" fmla="*/ 1083397 w 2423116"/>
                <a:gd name="csY229" fmla="*/ 909093 h 1110733"/>
                <a:gd name="csX230" fmla="*/ 1090232 w 2423116"/>
                <a:gd name="csY230" fmla="*/ 912510 h 1110733"/>
                <a:gd name="csX231" fmla="*/ 1103902 w 2423116"/>
                <a:gd name="csY231" fmla="*/ 898840 h 1110733"/>
                <a:gd name="csX232" fmla="*/ 1144914 w 2423116"/>
                <a:gd name="csY232" fmla="*/ 898840 h 1110733"/>
                <a:gd name="csX233" fmla="*/ 1155167 w 2423116"/>
                <a:gd name="csY233" fmla="*/ 905674 h 1110733"/>
                <a:gd name="csX234" fmla="*/ 1160294 w 2423116"/>
                <a:gd name="csY234" fmla="*/ 917636 h 1110733"/>
                <a:gd name="csX235" fmla="*/ 1165420 w 2423116"/>
                <a:gd name="csY235" fmla="*/ 922763 h 1110733"/>
                <a:gd name="csX236" fmla="*/ 1167129 w 2423116"/>
                <a:gd name="csY236" fmla="*/ 902257 h 1110733"/>
                <a:gd name="csX237" fmla="*/ 1177382 w 2423116"/>
                <a:gd name="csY237" fmla="*/ 886877 h 1110733"/>
                <a:gd name="csX238" fmla="*/ 1189344 w 2423116"/>
                <a:gd name="csY238" fmla="*/ 890295 h 1110733"/>
                <a:gd name="csX239" fmla="*/ 1196178 w 2423116"/>
                <a:gd name="csY239" fmla="*/ 869789 h 1110733"/>
                <a:gd name="csX240" fmla="*/ 1232064 w 2423116"/>
                <a:gd name="csY240" fmla="*/ 844156 h 1110733"/>
                <a:gd name="csX241" fmla="*/ 1250862 w 2423116"/>
                <a:gd name="csY241" fmla="*/ 856118 h 1110733"/>
                <a:gd name="csX242" fmla="*/ 1267950 w 2423116"/>
                <a:gd name="csY242" fmla="*/ 862954 h 1110733"/>
                <a:gd name="csX243" fmla="*/ 1320923 w 2423116"/>
                <a:gd name="csY243" fmla="*/ 861245 h 1110733"/>
                <a:gd name="csX244" fmla="*/ 1344847 w 2423116"/>
                <a:gd name="csY244" fmla="*/ 862954 h 1110733"/>
                <a:gd name="csX245" fmla="*/ 1361934 w 2423116"/>
                <a:gd name="csY245" fmla="*/ 844156 h 1110733"/>
                <a:gd name="csX246" fmla="*/ 1389275 w 2423116"/>
                <a:gd name="csY246" fmla="*/ 852701 h 1110733"/>
                <a:gd name="csX247" fmla="*/ 1396111 w 2423116"/>
                <a:gd name="csY247" fmla="*/ 861245 h 1110733"/>
                <a:gd name="csX248" fmla="*/ 1408073 w 2423116"/>
                <a:gd name="csY248" fmla="*/ 861245 h 1110733"/>
                <a:gd name="csX249" fmla="*/ 1411491 w 2423116"/>
                <a:gd name="csY249" fmla="*/ 840739 h 1110733"/>
                <a:gd name="csX250" fmla="*/ 1420035 w 2423116"/>
                <a:gd name="csY250" fmla="*/ 828777 h 1110733"/>
                <a:gd name="csX251" fmla="*/ 1411491 w 2423116"/>
                <a:gd name="csY251" fmla="*/ 804853 h 1110733"/>
                <a:gd name="csX252" fmla="*/ 1413199 w 2423116"/>
                <a:gd name="csY252" fmla="*/ 791182 h 1110733"/>
                <a:gd name="csX253" fmla="*/ 1425162 w 2423116"/>
                <a:gd name="csY253" fmla="*/ 777511 h 1110733"/>
                <a:gd name="csX254" fmla="*/ 1430288 w 2423116"/>
                <a:gd name="csY254" fmla="*/ 775802 h 1110733"/>
                <a:gd name="csX255" fmla="*/ 1433706 w 2423116"/>
                <a:gd name="csY255" fmla="*/ 748461 h 1110733"/>
                <a:gd name="csX256" fmla="*/ 1431997 w 2423116"/>
                <a:gd name="csY256" fmla="*/ 729665 h 1110733"/>
                <a:gd name="csX257" fmla="*/ 1414908 w 2423116"/>
                <a:gd name="csY257" fmla="*/ 719412 h 1110733"/>
                <a:gd name="csX258" fmla="*/ 1408073 w 2423116"/>
                <a:gd name="csY258" fmla="*/ 700614 h 1110733"/>
                <a:gd name="csX259" fmla="*/ 1387567 w 2423116"/>
                <a:gd name="csY259" fmla="*/ 695488 h 1110733"/>
                <a:gd name="csX260" fmla="*/ 1355100 w 2423116"/>
                <a:gd name="csY260" fmla="*/ 690362 h 1110733"/>
                <a:gd name="csX261" fmla="*/ 1341429 w 2423116"/>
                <a:gd name="csY261" fmla="*/ 668147 h 1110733"/>
                <a:gd name="csX262" fmla="*/ 1344847 w 2423116"/>
                <a:gd name="csY262" fmla="*/ 642515 h 1110733"/>
                <a:gd name="csX263" fmla="*/ 1343138 w 2423116"/>
                <a:gd name="csY263" fmla="*/ 613464 h 1110733"/>
                <a:gd name="csX264" fmla="*/ 1336303 w 2423116"/>
                <a:gd name="csY264" fmla="*/ 604920 h 1110733"/>
                <a:gd name="csX265" fmla="*/ 1319455 w 2423116"/>
                <a:gd name="csY265" fmla="*/ 603389 h 1110733"/>
                <a:gd name="csX266" fmla="*/ 1319455 w 2423116"/>
                <a:gd name="csY266" fmla="*/ 591704 h 1110733"/>
                <a:gd name="csX267" fmla="*/ 1322632 w 2423116"/>
                <a:gd name="csY267" fmla="*/ 591250 h 1110733"/>
                <a:gd name="csX268" fmla="*/ 1320923 w 2423116"/>
                <a:gd name="csY268" fmla="*/ 569035 h 1110733"/>
                <a:gd name="csX269" fmla="*/ 1312378 w 2423116"/>
                <a:gd name="csY269" fmla="*/ 551947 h 1110733"/>
                <a:gd name="csX270" fmla="*/ 1305544 w 2423116"/>
                <a:gd name="csY270" fmla="*/ 551947 h 1110733"/>
                <a:gd name="csX271" fmla="*/ 1290384 w 2423116"/>
                <a:gd name="csY271" fmla="*/ 545209 h 1110733"/>
                <a:gd name="csX272" fmla="*/ 1290093 w 2423116"/>
                <a:gd name="csY272" fmla="*/ 544863 h 1110733"/>
                <a:gd name="csX273" fmla="*/ 1286746 w 2423116"/>
                <a:gd name="csY273" fmla="*/ 533149 h 1110733"/>
                <a:gd name="csX274" fmla="*/ 1286746 w 2423116"/>
                <a:gd name="csY274" fmla="*/ 516061 h 1110733"/>
                <a:gd name="csX275" fmla="*/ 1296999 w 2423116"/>
                <a:gd name="csY275" fmla="*/ 495555 h 1110733"/>
                <a:gd name="csX276" fmla="*/ 1308961 w 2423116"/>
                <a:gd name="csY276" fmla="*/ 469923 h 1110733"/>
                <a:gd name="csX277" fmla="*/ 1320923 w 2423116"/>
                <a:gd name="csY277" fmla="*/ 430620 h 1110733"/>
                <a:gd name="csX278" fmla="*/ 1327758 w 2423116"/>
                <a:gd name="csY278" fmla="*/ 410115 h 1110733"/>
                <a:gd name="csX279" fmla="*/ 1332885 w 2423116"/>
                <a:gd name="csY279" fmla="*/ 389608 h 1110733"/>
                <a:gd name="csX280" fmla="*/ 1331496 w 2423116"/>
                <a:gd name="csY280" fmla="*/ 381280 h 1110733"/>
                <a:gd name="csX281" fmla="*/ 1345923 w 2423116"/>
                <a:gd name="csY281" fmla="*/ 375378 h 1110733"/>
                <a:gd name="csX282" fmla="*/ 1346554 w 2423116"/>
                <a:gd name="csY282" fmla="*/ 381064 h 1110733"/>
                <a:gd name="csX283" fmla="*/ 1343137 w 2423116"/>
                <a:gd name="csY283" fmla="*/ 401570 h 1110733"/>
                <a:gd name="csX284" fmla="*/ 1341428 w 2423116"/>
                <a:gd name="csY284" fmla="*/ 411823 h 1110733"/>
                <a:gd name="csX285" fmla="*/ 1358517 w 2423116"/>
                <a:gd name="csY285" fmla="*/ 415241 h 1110733"/>
                <a:gd name="csX286" fmla="*/ 1375605 w 2423116"/>
                <a:gd name="csY286" fmla="*/ 399861 h 1110733"/>
                <a:gd name="csX287" fmla="*/ 1387567 w 2423116"/>
                <a:gd name="csY287" fmla="*/ 408405 h 1110733"/>
                <a:gd name="csX288" fmla="*/ 1404655 w 2423116"/>
                <a:gd name="csY288" fmla="*/ 416951 h 1110733"/>
                <a:gd name="csX289" fmla="*/ 1428578 w 2423116"/>
                <a:gd name="csY289" fmla="*/ 415241 h 1110733"/>
                <a:gd name="csX290" fmla="*/ 1450793 w 2423116"/>
                <a:gd name="csY290" fmla="*/ 399861 h 1110733"/>
                <a:gd name="csX291" fmla="*/ 1467881 w 2423116"/>
                <a:gd name="csY291" fmla="*/ 401570 h 1110733"/>
                <a:gd name="csX292" fmla="*/ 1476426 w 2423116"/>
                <a:gd name="csY292" fmla="*/ 404987 h 1110733"/>
                <a:gd name="csX293" fmla="*/ 1500350 w 2423116"/>
                <a:gd name="csY293" fmla="*/ 394734 h 1110733"/>
                <a:gd name="csX294" fmla="*/ 1514020 w 2423116"/>
                <a:gd name="csY294" fmla="*/ 399861 h 1110733"/>
                <a:gd name="csX295" fmla="*/ 1546487 w 2423116"/>
                <a:gd name="csY295" fmla="*/ 425494 h 1110733"/>
                <a:gd name="csX296" fmla="*/ 1555032 w 2423116"/>
                <a:gd name="csY296" fmla="*/ 449418 h 1110733"/>
                <a:gd name="csX297" fmla="*/ 1563576 w 2423116"/>
                <a:gd name="csY297" fmla="*/ 461379 h 1110733"/>
                <a:gd name="csX298" fmla="*/ 1575538 w 2423116"/>
                <a:gd name="csY298" fmla="*/ 473341 h 1110733"/>
                <a:gd name="csX299" fmla="*/ 1570411 w 2423116"/>
                <a:gd name="csY299" fmla="*/ 487012 h 1110733"/>
                <a:gd name="csX300" fmla="*/ 1604588 w 2423116"/>
                <a:gd name="csY300" fmla="*/ 492138 h 1110733"/>
                <a:gd name="csX301" fmla="*/ 1625094 w 2423116"/>
                <a:gd name="csY301" fmla="*/ 504100 h 1110733"/>
                <a:gd name="csX302" fmla="*/ 1643891 w 2423116"/>
                <a:gd name="csY302" fmla="*/ 512644 h 1110733"/>
                <a:gd name="csX303" fmla="*/ 1657561 w 2423116"/>
                <a:gd name="csY303" fmla="*/ 522897 h 1110733"/>
                <a:gd name="csX304" fmla="*/ 1679776 w 2423116"/>
                <a:gd name="csY304" fmla="*/ 529732 h 1110733"/>
                <a:gd name="csX305" fmla="*/ 1691738 w 2423116"/>
                <a:gd name="csY305" fmla="*/ 538276 h 1110733"/>
                <a:gd name="csX306" fmla="*/ 1695155 w 2423116"/>
                <a:gd name="csY306" fmla="*/ 560492 h 1110733"/>
                <a:gd name="csX307" fmla="*/ 1684903 w 2423116"/>
                <a:gd name="csY307" fmla="*/ 570743 h 1110733"/>
                <a:gd name="csX308" fmla="*/ 1695155 w 2423116"/>
                <a:gd name="csY308" fmla="*/ 580997 h 1110733"/>
                <a:gd name="csX309" fmla="*/ 1695155 w 2423116"/>
                <a:gd name="csY309" fmla="*/ 596377 h 1110733"/>
                <a:gd name="csX310" fmla="*/ 1698574 w 2423116"/>
                <a:gd name="csY310" fmla="*/ 610048 h 1110733"/>
                <a:gd name="csX311" fmla="*/ 1708826 w 2423116"/>
                <a:gd name="csY311" fmla="*/ 632261 h 1110733"/>
                <a:gd name="csX312" fmla="*/ 1724205 w 2423116"/>
                <a:gd name="csY312" fmla="*/ 640806 h 1110733"/>
                <a:gd name="csX313" fmla="*/ 1734458 w 2423116"/>
                <a:gd name="csY313" fmla="*/ 635680 h 1110733"/>
                <a:gd name="csX314" fmla="*/ 1734458 w 2423116"/>
                <a:gd name="csY314" fmla="*/ 613465 h 1110733"/>
                <a:gd name="csX315" fmla="*/ 1739585 w 2423116"/>
                <a:gd name="csY315" fmla="*/ 601503 h 1110733"/>
                <a:gd name="csX316" fmla="*/ 1741294 w 2423116"/>
                <a:gd name="csY316" fmla="*/ 584414 h 1110733"/>
                <a:gd name="csX317" fmla="*/ 1751546 w 2423116"/>
                <a:gd name="csY317" fmla="*/ 569035 h 1110733"/>
                <a:gd name="csX318" fmla="*/ 1773762 w 2423116"/>
                <a:gd name="csY318" fmla="*/ 565618 h 1110733"/>
                <a:gd name="csX319" fmla="*/ 1795976 w 2423116"/>
                <a:gd name="csY319" fmla="*/ 546821 h 1110733"/>
                <a:gd name="csX320" fmla="*/ 1814774 w 2423116"/>
                <a:gd name="csY320" fmla="*/ 510935 h 1110733"/>
                <a:gd name="csX321" fmla="*/ 1826734 w 2423116"/>
                <a:gd name="csY321" fmla="*/ 483593 h 1110733"/>
                <a:gd name="csX322" fmla="*/ 1859203 w 2423116"/>
                <a:gd name="csY322" fmla="*/ 464797 h 1110733"/>
                <a:gd name="csX323" fmla="*/ 1874582 w 2423116"/>
                <a:gd name="csY323" fmla="*/ 481885 h 1110733"/>
                <a:gd name="csX324" fmla="*/ 1884835 w 2423116"/>
                <a:gd name="csY324" fmla="*/ 490429 h 1110733"/>
                <a:gd name="csX325" fmla="*/ 1891671 w 2423116"/>
                <a:gd name="csY325" fmla="*/ 488720 h 1110733"/>
                <a:gd name="csX326" fmla="*/ 1893380 w 2423116"/>
                <a:gd name="csY326" fmla="*/ 507518 h 1110733"/>
                <a:gd name="csX327" fmla="*/ 1907050 w 2423116"/>
                <a:gd name="csY327" fmla="*/ 514353 h 1110733"/>
                <a:gd name="csX328" fmla="*/ 1920721 w 2423116"/>
                <a:gd name="csY328" fmla="*/ 488720 h 1110733"/>
                <a:gd name="csX329" fmla="*/ 1936100 w 2423116"/>
                <a:gd name="csY329" fmla="*/ 485303 h 1110733"/>
                <a:gd name="csX330" fmla="*/ 1944644 w 2423116"/>
                <a:gd name="csY330" fmla="*/ 463088 h 1110733"/>
                <a:gd name="csX331" fmla="*/ 1958315 w 2423116"/>
                <a:gd name="csY331" fmla="*/ 461379 h 1110733"/>
                <a:gd name="csX332" fmla="*/ 1971985 w 2423116"/>
                <a:gd name="csY332" fmla="*/ 454543 h 1110733"/>
                <a:gd name="csX333" fmla="*/ 1987365 w 2423116"/>
                <a:gd name="csY333" fmla="*/ 469923 h 1110733"/>
                <a:gd name="csX334" fmla="*/ 2001036 w 2423116"/>
                <a:gd name="csY334" fmla="*/ 473341 h 1110733"/>
                <a:gd name="csX335" fmla="*/ 2023250 w 2423116"/>
                <a:gd name="csY335" fmla="*/ 469923 h 1110733"/>
                <a:gd name="csX336" fmla="*/ 2043757 w 2423116"/>
                <a:gd name="csY336" fmla="*/ 464797 h 1110733"/>
                <a:gd name="csX337" fmla="*/ 2064262 w 2423116"/>
                <a:gd name="csY337" fmla="*/ 476759 h 1110733"/>
                <a:gd name="csX338" fmla="*/ 2084768 w 2423116"/>
                <a:gd name="csY338" fmla="*/ 476759 h 1110733"/>
                <a:gd name="csX339" fmla="*/ 2098439 w 2423116"/>
                <a:gd name="csY339" fmla="*/ 456252 h 1110733"/>
                <a:gd name="csX340" fmla="*/ 2096730 w 2423116"/>
                <a:gd name="csY340" fmla="*/ 435747 h 1110733"/>
                <a:gd name="csX341" fmla="*/ 2115528 w 2423116"/>
                <a:gd name="csY341" fmla="*/ 420368 h 1110733"/>
                <a:gd name="csX342" fmla="*/ 2130907 w 2423116"/>
                <a:gd name="csY342" fmla="*/ 415241 h 1110733"/>
                <a:gd name="csX343" fmla="*/ 2147995 w 2423116"/>
                <a:gd name="csY343" fmla="*/ 411823 h 1110733"/>
                <a:gd name="csX344" fmla="*/ 2159957 w 2423116"/>
                <a:gd name="csY344" fmla="*/ 423785 h 1110733"/>
                <a:gd name="csX345" fmla="*/ 2173627 w 2423116"/>
                <a:gd name="csY345" fmla="*/ 444292 h 1110733"/>
                <a:gd name="csX346" fmla="*/ 2171918 w 2423116"/>
                <a:gd name="csY346" fmla="*/ 464797 h 1110733"/>
                <a:gd name="csX347" fmla="*/ 2182172 w 2423116"/>
                <a:gd name="csY347" fmla="*/ 481885 h 1110733"/>
                <a:gd name="csX348" fmla="*/ 2182172 w 2423116"/>
                <a:gd name="csY348" fmla="*/ 510935 h 1110733"/>
                <a:gd name="csX349" fmla="*/ 2165084 w 2423116"/>
                <a:gd name="csY349" fmla="*/ 517770 h 1110733"/>
                <a:gd name="csX350" fmla="*/ 2144577 w 2423116"/>
                <a:gd name="csY350" fmla="*/ 512644 h 1110733"/>
                <a:gd name="csX351" fmla="*/ 2147995 w 2423116"/>
                <a:gd name="csY351" fmla="*/ 528023 h 1110733"/>
                <a:gd name="csX352" fmla="*/ 2168501 w 2423116"/>
                <a:gd name="csY352" fmla="*/ 538276 h 1110733"/>
                <a:gd name="csX353" fmla="*/ 2177046 w 2423116"/>
                <a:gd name="csY353" fmla="*/ 553656 h 1110733"/>
                <a:gd name="csX354" fmla="*/ 2178754 w 2423116"/>
                <a:gd name="csY354" fmla="*/ 577579 h 1110733"/>
                <a:gd name="csX355" fmla="*/ 2180463 w 2423116"/>
                <a:gd name="csY355" fmla="*/ 599794 h 1110733"/>
                <a:gd name="csX356" fmla="*/ 2190716 w 2423116"/>
                <a:gd name="csY356" fmla="*/ 615174 h 1110733"/>
                <a:gd name="csX357" fmla="*/ 2221474 w 2423116"/>
                <a:gd name="csY357" fmla="*/ 618591 h 1110733"/>
                <a:gd name="csX358" fmla="*/ 2247107 w 2423116"/>
                <a:gd name="csY358" fmla="*/ 591250 h 1110733"/>
                <a:gd name="csX359" fmla="*/ 2257360 w 2423116"/>
                <a:gd name="csY359" fmla="*/ 553656 h 1110733"/>
                <a:gd name="csX360" fmla="*/ 2282992 w 2423116"/>
                <a:gd name="csY360" fmla="*/ 551947 h 1110733"/>
                <a:gd name="csX361" fmla="*/ 2303498 w 2423116"/>
                <a:gd name="csY361" fmla="*/ 548530 h 1110733"/>
                <a:gd name="csX362" fmla="*/ 2329131 w 2423116"/>
                <a:gd name="csY362" fmla="*/ 541694 h 1110733"/>
                <a:gd name="csX363" fmla="*/ 2354764 w 2423116"/>
                <a:gd name="csY363" fmla="*/ 533151 h 1110733"/>
                <a:gd name="csX364" fmla="*/ 2373560 w 2423116"/>
                <a:gd name="csY364" fmla="*/ 534859 h 1110733"/>
                <a:gd name="csX365" fmla="*/ 2378686 w 2423116"/>
                <a:gd name="csY365" fmla="*/ 512644 h 1110733"/>
                <a:gd name="csX366" fmla="*/ 2383813 w 2423116"/>
                <a:gd name="csY366" fmla="*/ 498974 h 1110733"/>
                <a:gd name="csX367" fmla="*/ 2394065 w 2423116"/>
                <a:gd name="csY367" fmla="*/ 483593 h 1110733"/>
                <a:gd name="csX368" fmla="*/ 2409446 w 2423116"/>
                <a:gd name="csY368" fmla="*/ 469923 h 1110733"/>
                <a:gd name="csX369" fmla="*/ 2416282 w 2423116"/>
                <a:gd name="csY369" fmla="*/ 454543 h 1110733"/>
                <a:gd name="csX370" fmla="*/ 2423116 w 2423116"/>
                <a:gd name="csY370" fmla="*/ 411823 h 1110733"/>
                <a:gd name="csX371" fmla="*/ 2417990 w 2423116"/>
                <a:gd name="csY371" fmla="*/ 372520 h 1110733"/>
                <a:gd name="csX372" fmla="*/ 2409446 w 2423116"/>
                <a:gd name="csY372" fmla="*/ 343471 h 1110733"/>
                <a:gd name="csX373" fmla="*/ 2399192 w 2423116"/>
                <a:gd name="csY373" fmla="*/ 331509 h 1110733"/>
                <a:gd name="csX374" fmla="*/ 2378686 w 2423116"/>
                <a:gd name="csY374" fmla="*/ 311002 h 1110733"/>
                <a:gd name="csX375" fmla="*/ 2347928 w 2423116"/>
                <a:gd name="csY375" fmla="*/ 304167 h 1110733"/>
                <a:gd name="csX376" fmla="*/ 2341093 w 2423116"/>
                <a:gd name="csY376" fmla="*/ 292205 h 1110733"/>
                <a:gd name="csX377" fmla="*/ 2317168 w 2423116"/>
                <a:gd name="csY377" fmla="*/ 288787 h 1110733"/>
                <a:gd name="csX378" fmla="*/ 2293246 w 2423116"/>
                <a:gd name="csY378" fmla="*/ 293915 h 1110733"/>
                <a:gd name="csX379" fmla="*/ 2289827 w 2423116"/>
                <a:gd name="csY379" fmla="*/ 278534 h 1110733"/>
                <a:gd name="csX380" fmla="*/ 2267613 w 2423116"/>
                <a:gd name="csY380" fmla="*/ 269991 h 1110733"/>
                <a:gd name="csX381" fmla="*/ 2253943 w 2423116"/>
                <a:gd name="csY381" fmla="*/ 247776 h 1110733"/>
                <a:gd name="csX382" fmla="*/ 2267613 w 2423116"/>
                <a:gd name="csY382" fmla="*/ 239233 h 1110733"/>
                <a:gd name="csX383" fmla="*/ 2269322 w 2423116"/>
                <a:gd name="csY383" fmla="*/ 220435 h 1110733"/>
                <a:gd name="csX384" fmla="*/ 2260777 w 2423116"/>
                <a:gd name="csY384" fmla="*/ 208473 h 1110733"/>
                <a:gd name="csX385" fmla="*/ 2272739 w 2423116"/>
                <a:gd name="csY385" fmla="*/ 191385 h 1110733"/>
                <a:gd name="csX386" fmla="*/ 2272739 w 2423116"/>
                <a:gd name="csY386" fmla="*/ 176005 h 1110733"/>
                <a:gd name="csX387" fmla="*/ 2253943 w 2423116"/>
                <a:gd name="csY387" fmla="*/ 176005 h 1110733"/>
                <a:gd name="csX388" fmla="*/ 2243688 w 2423116"/>
                <a:gd name="csY388" fmla="*/ 158917 h 1110733"/>
                <a:gd name="csX389" fmla="*/ 2245398 w 2423116"/>
                <a:gd name="csY389" fmla="*/ 146955 h 1110733"/>
                <a:gd name="csX390" fmla="*/ 2235145 w 2423116"/>
                <a:gd name="csY390" fmla="*/ 145246 h 1110733"/>
                <a:gd name="csX391" fmla="*/ 2219766 w 2423116"/>
                <a:gd name="csY391" fmla="*/ 145246 h 1110733"/>
                <a:gd name="csX392" fmla="*/ 2209513 w 2423116"/>
                <a:gd name="csY392" fmla="*/ 124740 h 1110733"/>
                <a:gd name="csX393" fmla="*/ 2189006 w 2423116"/>
                <a:gd name="csY393" fmla="*/ 107652 h 1110733"/>
                <a:gd name="csX394" fmla="*/ 2168501 w 2423116"/>
                <a:gd name="csY394" fmla="*/ 116197 h 1110733"/>
                <a:gd name="csX395" fmla="*/ 2149703 w 2423116"/>
                <a:gd name="csY395" fmla="*/ 104235 h 1110733"/>
                <a:gd name="csX396" fmla="*/ 2130907 w 2423116"/>
                <a:gd name="csY396" fmla="*/ 99108 h 1110733"/>
                <a:gd name="csX397" fmla="*/ 2105274 w 2423116"/>
                <a:gd name="csY397" fmla="*/ 102526 h 1110733"/>
                <a:gd name="csX398" fmla="*/ 2088187 w 2423116"/>
                <a:gd name="csY398" fmla="*/ 92273 h 1110733"/>
                <a:gd name="csX399" fmla="*/ 2088187 w 2423116"/>
                <a:gd name="csY399" fmla="*/ 80311 h 1110733"/>
                <a:gd name="csX400" fmla="*/ 2062553 w 2423116"/>
                <a:gd name="csY400" fmla="*/ 46134 h 1110733"/>
                <a:gd name="csX401" fmla="*/ 2069389 w 2423116"/>
                <a:gd name="csY401" fmla="*/ 35881 h 1110733"/>
                <a:gd name="csX402" fmla="*/ 2084768 w 2423116"/>
                <a:gd name="csY402" fmla="*/ 25628 h 1110733"/>
                <a:gd name="csX403" fmla="*/ 2096730 w 2423116"/>
                <a:gd name="csY403" fmla="*/ 1705 h 1110733"/>
                <a:gd name="csX404" fmla="*/ 2097867 w 2423116"/>
                <a:gd name="csY404" fmla="*/ 0 h 1110733"/>
                <a:gd name="csX405" fmla="*/ 1427893 w 2423116"/>
                <a:gd name="csY405" fmla="*/ 0 h 1110733"/>
                <a:gd name="csX406" fmla="*/ 1401290 w 2423116"/>
                <a:gd name="csY406" fmla="*/ 0 h 1110733"/>
                <a:gd name="csX407" fmla="*/ 1401228 w 2423116"/>
                <a:gd name="csY407" fmla="*/ 0 h 1110733"/>
                <a:gd name="csX408" fmla="*/ 1484133 w 2423116"/>
                <a:gd name="csY408"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541694 w 2423116"/>
                <a:gd name="csY4" fmla="*/ 0 h 1110733"/>
                <a:gd name="csX5" fmla="*/ 517775 w 2423116"/>
                <a:gd name="csY5" fmla="*/ 23919 h 1110733"/>
                <a:gd name="csX6" fmla="*/ 502396 w 2423116"/>
                <a:gd name="csY6" fmla="*/ 54679 h 1110733"/>
                <a:gd name="csX7" fmla="*/ 502396 w 2423116"/>
                <a:gd name="csY7" fmla="*/ 71767 h 1110733"/>
                <a:gd name="csX8" fmla="*/ 495560 w 2423116"/>
                <a:gd name="csY8" fmla="*/ 90564 h 1110733"/>
                <a:gd name="csX9" fmla="*/ 481889 w 2423116"/>
                <a:gd name="csY9" fmla="*/ 90564 h 1110733"/>
                <a:gd name="csX10" fmla="*/ 451130 w 2423116"/>
                <a:gd name="csY10" fmla="*/ 102526 h 1110733"/>
                <a:gd name="csX11" fmla="*/ 427207 w 2423116"/>
                <a:gd name="csY11" fmla="*/ 104235 h 1110733"/>
                <a:gd name="csX12" fmla="*/ 422080 w 2423116"/>
                <a:gd name="csY12" fmla="*/ 93982 h 1110733"/>
                <a:gd name="csX13" fmla="*/ 408410 w 2423116"/>
                <a:gd name="csY13" fmla="*/ 93982 h 1110733"/>
                <a:gd name="csX14" fmla="*/ 406701 w 2423116"/>
                <a:gd name="csY14" fmla="*/ 82020 h 1110733"/>
                <a:gd name="csX15" fmla="*/ 391322 w 2423116"/>
                <a:gd name="csY15" fmla="*/ 83728 h 1110733"/>
                <a:gd name="csX16" fmla="*/ 389613 w 2423116"/>
                <a:gd name="csY16" fmla="*/ 99108 h 1110733"/>
                <a:gd name="csX17" fmla="*/ 365689 w 2423116"/>
                <a:gd name="csY17" fmla="*/ 128157 h 1110733"/>
                <a:gd name="csX18" fmla="*/ 384486 w 2423116"/>
                <a:gd name="csY18" fmla="*/ 150372 h 1110733"/>
                <a:gd name="csX19" fmla="*/ 396448 w 2423116"/>
                <a:gd name="csY19" fmla="*/ 138410 h 1110733"/>
                <a:gd name="csX20" fmla="*/ 413537 w 2423116"/>
                <a:gd name="csY20" fmla="*/ 141828 h 1110733"/>
                <a:gd name="csX21" fmla="*/ 423164 w 2423116"/>
                <a:gd name="csY21" fmla="*/ 141828 h 1110733"/>
                <a:gd name="csX22" fmla="*/ 423164 w 2423116"/>
                <a:gd name="csY22" fmla="*/ 159038 h 1110733"/>
                <a:gd name="csX23" fmla="*/ 416954 w 2423116"/>
                <a:gd name="csY23" fmla="*/ 158917 h 1110733"/>
                <a:gd name="csX24" fmla="*/ 410118 w 2423116"/>
                <a:gd name="csY24" fmla="*/ 169169 h 1110733"/>
                <a:gd name="csX25" fmla="*/ 413537 w 2423116"/>
                <a:gd name="csY25" fmla="*/ 187967 h 1110733"/>
                <a:gd name="csX26" fmla="*/ 399866 w 2423116"/>
                <a:gd name="csY26" fmla="*/ 208473 h 1110733"/>
                <a:gd name="csX27" fmla="*/ 314425 w 2423116"/>
                <a:gd name="csY27" fmla="*/ 210182 h 1110733"/>
                <a:gd name="csX28" fmla="*/ 283666 w 2423116"/>
                <a:gd name="csY28" fmla="*/ 215308 h 1110733"/>
                <a:gd name="csX29" fmla="*/ 276830 w 2423116"/>
                <a:gd name="csY29" fmla="*/ 237523 h 1110733"/>
                <a:gd name="csX30" fmla="*/ 281956 w 2423116"/>
                <a:gd name="csY30" fmla="*/ 259738 h 1110733"/>
                <a:gd name="csX31" fmla="*/ 305880 w 2423116"/>
                <a:gd name="csY31" fmla="*/ 295623 h 1110733"/>
                <a:gd name="csX32" fmla="*/ 334930 w 2423116"/>
                <a:gd name="csY32" fmla="*/ 304167 h 1110733"/>
                <a:gd name="csX33" fmla="*/ 348600 w 2423116"/>
                <a:gd name="csY33" fmla="*/ 328090 h 1110733"/>
                <a:gd name="csX34" fmla="*/ 341766 w 2423116"/>
                <a:gd name="csY34" fmla="*/ 340052 h 1110733"/>
                <a:gd name="csX35" fmla="*/ 324678 w 2423116"/>
                <a:gd name="csY35" fmla="*/ 329799 h 1110733"/>
                <a:gd name="csX36" fmla="*/ 333221 w 2423116"/>
                <a:gd name="csY36" fmla="*/ 348597 h 1110733"/>
                <a:gd name="csX37" fmla="*/ 328095 w 2423116"/>
                <a:gd name="csY37" fmla="*/ 375938 h 1110733"/>
                <a:gd name="csX38" fmla="*/ 341766 w 2423116"/>
                <a:gd name="csY38" fmla="*/ 418658 h 1110733"/>
                <a:gd name="csX39" fmla="*/ 353727 w 2423116"/>
                <a:gd name="csY39" fmla="*/ 444290 h 1110733"/>
                <a:gd name="csX40" fmla="*/ 353727 w 2423116"/>
                <a:gd name="csY40" fmla="*/ 461379 h 1110733"/>
                <a:gd name="csX41" fmla="*/ 343474 w 2423116"/>
                <a:gd name="csY41" fmla="*/ 480176 h 1110733"/>
                <a:gd name="csX42" fmla="*/ 328095 w 2423116"/>
                <a:gd name="csY42" fmla="*/ 471633 h 1110733"/>
                <a:gd name="csX43" fmla="*/ 317842 w 2423116"/>
                <a:gd name="csY43" fmla="*/ 490429 h 1110733"/>
                <a:gd name="csX44" fmla="*/ 331512 w 2423116"/>
                <a:gd name="csY44" fmla="*/ 529732 h 1110733"/>
                <a:gd name="csX45" fmla="*/ 360563 w 2423116"/>
                <a:gd name="csY45" fmla="*/ 553656 h 1110733"/>
                <a:gd name="csX46" fmla="*/ 379360 w 2423116"/>
                <a:gd name="csY46" fmla="*/ 563909 h 1110733"/>
                <a:gd name="csX47" fmla="*/ 387904 w 2423116"/>
                <a:gd name="csY47" fmla="*/ 557073 h 1110733"/>
                <a:gd name="csX48" fmla="*/ 411827 w 2423116"/>
                <a:gd name="csY48" fmla="*/ 548530 h 1110733"/>
                <a:gd name="csX49" fmla="*/ 420371 w 2423116"/>
                <a:gd name="csY49" fmla="*/ 560492 h 1110733"/>
                <a:gd name="csX50" fmla="*/ 427207 w 2423116"/>
                <a:gd name="csY50" fmla="*/ 579288 h 1110733"/>
                <a:gd name="csX51" fmla="*/ 461384 w 2423116"/>
                <a:gd name="csY51" fmla="*/ 589541 h 1110733"/>
                <a:gd name="csX52" fmla="*/ 480181 w 2423116"/>
                <a:gd name="csY52" fmla="*/ 610046 h 1110733"/>
                <a:gd name="csX53" fmla="*/ 451130 w 2423116"/>
                <a:gd name="csY53" fmla="*/ 615174 h 1110733"/>
                <a:gd name="csX54" fmla="*/ 442586 w 2423116"/>
                <a:gd name="csY54" fmla="*/ 627134 h 1110733"/>
                <a:gd name="csX55" fmla="*/ 439168 w 2423116"/>
                <a:gd name="csY55" fmla="*/ 640806 h 1110733"/>
                <a:gd name="csX56" fmla="*/ 430625 w 2423116"/>
                <a:gd name="csY56" fmla="*/ 642515 h 1110733"/>
                <a:gd name="csX57" fmla="*/ 413537 w 2423116"/>
                <a:gd name="csY57" fmla="*/ 627134 h 1110733"/>
                <a:gd name="csX58" fmla="*/ 389613 w 2423116"/>
                <a:gd name="csY58" fmla="*/ 632261 h 1110733"/>
                <a:gd name="csX59" fmla="*/ 379360 w 2423116"/>
                <a:gd name="csY59" fmla="*/ 633970 h 1110733"/>
                <a:gd name="csX60" fmla="*/ 384486 w 2423116"/>
                <a:gd name="csY60" fmla="*/ 649351 h 1110733"/>
                <a:gd name="csX61" fmla="*/ 403284 w 2423116"/>
                <a:gd name="csY61" fmla="*/ 649351 h 1110733"/>
                <a:gd name="csX62" fmla="*/ 425497 w 2423116"/>
                <a:gd name="csY62" fmla="*/ 669856 h 1110733"/>
                <a:gd name="csX63" fmla="*/ 420371 w 2423116"/>
                <a:gd name="csY63" fmla="*/ 680109 h 1110733"/>
                <a:gd name="csX64" fmla="*/ 422080 w 2423116"/>
                <a:gd name="csY64" fmla="*/ 695488 h 1110733"/>
                <a:gd name="csX65" fmla="*/ 415245 w 2423116"/>
                <a:gd name="csY65" fmla="*/ 705741 h 1110733"/>
                <a:gd name="csX66" fmla="*/ 416954 w 2423116"/>
                <a:gd name="csY66" fmla="*/ 714285 h 1110733"/>
                <a:gd name="csX67" fmla="*/ 427207 w 2423116"/>
                <a:gd name="csY67" fmla="*/ 745044 h 1110733"/>
                <a:gd name="csX68" fmla="*/ 428916 w 2423116"/>
                <a:gd name="csY68" fmla="*/ 768968 h 1110733"/>
                <a:gd name="csX69" fmla="*/ 430625 w 2423116"/>
                <a:gd name="csY69" fmla="*/ 794600 h 1110733"/>
                <a:gd name="csX70" fmla="*/ 422080 w 2423116"/>
                <a:gd name="csY70" fmla="*/ 794600 h 1110733"/>
                <a:gd name="csX71" fmla="*/ 413537 w 2423116"/>
                <a:gd name="csY71" fmla="*/ 777511 h 1110733"/>
                <a:gd name="csX72" fmla="*/ 404992 w 2423116"/>
                <a:gd name="csY72" fmla="*/ 755297 h 1110733"/>
                <a:gd name="csX73" fmla="*/ 406701 w 2423116"/>
                <a:gd name="csY73" fmla="*/ 729665 h 1110733"/>
                <a:gd name="csX74" fmla="*/ 393030 w 2423116"/>
                <a:gd name="csY74" fmla="*/ 710867 h 1110733"/>
                <a:gd name="csX75" fmla="*/ 369107 w 2423116"/>
                <a:gd name="csY75" fmla="*/ 705741 h 1110733"/>
                <a:gd name="csX76" fmla="*/ 365689 w 2423116"/>
                <a:gd name="csY76" fmla="*/ 680109 h 1110733"/>
                <a:gd name="csX77" fmla="*/ 314425 w 2423116"/>
                <a:gd name="csY77" fmla="*/ 680109 h 1110733"/>
                <a:gd name="csX78" fmla="*/ 295627 w 2423116"/>
                <a:gd name="csY78" fmla="*/ 695488 h 1110733"/>
                <a:gd name="csX79" fmla="*/ 278539 w 2423116"/>
                <a:gd name="csY79" fmla="*/ 690362 h 1110733"/>
                <a:gd name="csX80" fmla="*/ 271704 w 2423116"/>
                <a:gd name="csY80" fmla="*/ 676692 h 1110733"/>
                <a:gd name="csX81" fmla="*/ 273413 w 2423116"/>
                <a:gd name="csY81" fmla="*/ 659602 h 1110733"/>
                <a:gd name="csX82" fmla="*/ 254615 w 2423116"/>
                <a:gd name="csY82" fmla="*/ 630553 h 1110733"/>
                <a:gd name="csX83" fmla="*/ 230692 w 2423116"/>
                <a:gd name="csY83" fmla="*/ 630553 h 1110733"/>
                <a:gd name="csX84" fmla="*/ 228983 w 2423116"/>
                <a:gd name="csY84" fmla="*/ 616882 h 1110733"/>
                <a:gd name="csX85" fmla="*/ 234109 w 2423116"/>
                <a:gd name="csY85" fmla="*/ 601503 h 1110733"/>
                <a:gd name="csX86" fmla="*/ 222148 w 2423116"/>
                <a:gd name="csY86" fmla="*/ 584414 h 1110733"/>
                <a:gd name="csX87" fmla="*/ 206768 w 2423116"/>
                <a:gd name="csY87" fmla="*/ 579288 h 1110733"/>
                <a:gd name="csX88" fmla="*/ 199933 w 2423116"/>
                <a:gd name="csY88" fmla="*/ 562200 h 1110733"/>
                <a:gd name="csX89" fmla="*/ 184554 w 2423116"/>
                <a:gd name="csY89" fmla="*/ 557073 h 1110733"/>
                <a:gd name="csX90" fmla="*/ 167466 w 2423116"/>
                <a:gd name="csY90" fmla="*/ 565618 h 1110733"/>
                <a:gd name="csX91" fmla="*/ 157212 w 2423116"/>
                <a:gd name="csY91" fmla="*/ 558782 h 1110733"/>
                <a:gd name="csX92" fmla="*/ 148669 w 2423116"/>
                <a:gd name="csY92" fmla="*/ 546821 h 1110733"/>
                <a:gd name="csX93" fmla="*/ 148669 w 2423116"/>
                <a:gd name="csY93" fmla="*/ 539985 h 1110733"/>
                <a:gd name="csX94" fmla="*/ 107657 w 2423116"/>
                <a:gd name="csY94" fmla="*/ 510934 h 1110733"/>
                <a:gd name="csX95" fmla="*/ 87151 w 2423116"/>
                <a:gd name="csY95" fmla="*/ 567326 h 1110733"/>
                <a:gd name="csX96" fmla="*/ 73480 w 2423116"/>
                <a:gd name="csY96" fmla="*/ 572452 h 1110733"/>
                <a:gd name="csX97" fmla="*/ 88859 w 2423116"/>
                <a:gd name="csY97" fmla="*/ 596376 h 1110733"/>
                <a:gd name="csX98" fmla="*/ 90568 w 2423116"/>
                <a:gd name="csY98" fmla="*/ 622008 h 1110733"/>
                <a:gd name="csX99" fmla="*/ 126453 w 2423116"/>
                <a:gd name="csY99" fmla="*/ 625426 h 1110733"/>
                <a:gd name="csX100" fmla="*/ 140124 w 2423116"/>
                <a:gd name="csY100" fmla="*/ 625426 h 1110733"/>
                <a:gd name="csX101" fmla="*/ 124745 w 2423116"/>
                <a:gd name="csY101" fmla="*/ 647641 h 1110733"/>
                <a:gd name="csX102" fmla="*/ 104238 w 2423116"/>
                <a:gd name="csY102" fmla="*/ 661311 h 1110733"/>
                <a:gd name="csX103" fmla="*/ 88859 w 2423116"/>
                <a:gd name="csY103" fmla="*/ 661311 h 1110733"/>
                <a:gd name="csX104" fmla="*/ 73480 w 2423116"/>
                <a:gd name="csY104" fmla="*/ 647641 h 1110733"/>
                <a:gd name="csX105" fmla="*/ 59810 w 2423116"/>
                <a:gd name="csY105" fmla="*/ 649351 h 1110733"/>
                <a:gd name="csX106" fmla="*/ 46139 w 2423116"/>
                <a:gd name="csY106" fmla="*/ 647641 h 1110733"/>
                <a:gd name="csX107" fmla="*/ 25633 w 2423116"/>
                <a:gd name="csY107" fmla="*/ 640806 h 1110733"/>
                <a:gd name="csX108" fmla="*/ 10253 w 2423116"/>
                <a:gd name="csY108" fmla="*/ 642515 h 1110733"/>
                <a:gd name="csX109" fmla="*/ 11962 w 2423116"/>
                <a:gd name="csY109" fmla="*/ 652768 h 1110733"/>
                <a:gd name="csX110" fmla="*/ 34177 w 2423116"/>
                <a:gd name="csY110" fmla="*/ 664730 h 1110733"/>
                <a:gd name="csX111" fmla="*/ 32469 w 2423116"/>
                <a:gd name="csY111" fmla="*/ 676692 h 1110733"/>
                <a:gd name="csX112" fmla="*/ 23924 w 2423116"/>
                <a:gd name="csY112" fmla="*/ 704033 h 1110733"/>
                <a:gd name="csX113" fmla="*/ 52974 w 2423116"/>
                <a:gd name="csY113" fmla="*/ 734791 h 1110733"/>
                <a:gd name="csX114" fmla="*/ 58101 w 2423116"/>
                <a:gd name="csY114" fmla="*/ 760423 h 1110733"/>
                <a:gd name="csX115" fmla="*/ 41012 w 2423116"/>
                <a:gd name="csY115" fmla="*/ 768968 h 1110733"/>
                <a:gd name="csX116" fmla="*/ 20507 w 2423116"/>
                <a:gd name="csY116" fmla="*/ 757006 h 1110733"/>
                <a:gd name="csX117" fmla="*/ 3419 w 2423116"/>
                <a:gd name="csY117" fmla="*/ 736500 h 1110733"/>
                <a:gd name="csX118" fmla="*/ 0 w 2423116"/>
                <a:gd name="csY118" fmla="*/ 746753 h 1110733"/>
                <a:gd name="csX119" fmla="*/ 27341 w 2423116"/>
                <a:gd name="csY119" fmla="*/ 779221 h 1110733"/>
                <a:gd name="csX120" fmla="*/ 34177 w 2423116"/>
                <a:gd name="csY120" fmla="*/ 796309 h 1110733"/>
                <a:gd name="csX121" fmla="*/ 52974 w 2423116"/>
                <a:gd name="csY121" fmla="*/ 791182 h 1110733"/>
                <a:gd name="csX122" fmla="*/ 66644 w 2423116"/>
                <a:gd name="csY122" fmla="*/ 780930 h 1110733"/>
                <a:gd name="csX123" fmla="*/ 82025 w 2423116"/>
                <a:gd name="csY123" fmla="*/ 784347 h 1110733"/>
                <a:gd name="csX124" fmla="*/ 88859 w 2423116"/>
                <a:gd name="csY124" fmla="*/ 798018 h 1110733"/>
                <a:gd name="csX125" fmla="*/ 102530 w 2423116"/>
                <a:gd name="csY125" fmla="*/ 808272 h 1110733"/>
                <a:gd name="csX126" fmla="*/ 124745 w 2423116"/>
                <a:gd name="csY126" fmla="*/ 808272 h 1110733"/>
                <a:gd name="csX127" fmla="*/ 145250 w 2423116"/>
                <a:gd name="csY127" fmla="*/ 842448 h 1110733"/>
                <a:gd name="csX128" fmla="*/ 140124 w 2423116"/>
                <a:gd name="csY128" fmla="*/ 856118 h 1110733"/>
                <a:gd name="csX129" fmla="*/ 123036 w 2423116"/>
                <a:gd name="csY129" fmla="*/ 854410 h 1110733"/>
                <a:gd name="csX130" fmla="*/ 114492 w 2423116"/>
                <a:gd name="csY130" fmla="*/ 835613 h 1110733"/>
                <a:gd name="csX131" fmla="*/ 92278 w 2423116"/>
                <a:gd name="csY131" fmla="*/ 827068 h 1110733"/>
                <a:gd name="csX132" fmla="*/ 87151 w 2423116"/>
                <a:gd name="csY132" fmla="*/ 811688 h 1110733"/>
                <a:gd name="csX133" fmla="*/ 73480 w 2423116"/>
                <a:gd name="csY133" fmla="*/ 799726 h 1110733"/>
                <a:gd name="csX134" fmla="*/ 56391 w 2423116"/>
                <a:gd name="csY134" fmla="*/ 825360 h 1110733"/>
                <a:gd name="csX135" fmla="*/ 56391 w 2423116"/>
                <a:gd name="csY135" fmla="*/ 844156 h 1110733"/>
                <a:gd name="csX136" fmla="*/ 58101 w 2423116"/>
                <a:gd name="csY136" fmla="*/ 862954 h 1110733"/>
                <a:gd name="csX137" fmla="*/ 71771 w 2423116"/>
                <a:gd name="csY137" fmla="*/ 871497 h 1110733"/>
                <a:gd name="csX138" fmla="*/ 80316 w 2423116"/>
                <a:gd name="csY138" fmla="*/ 880042 h 1110733"/>
                <a:gd name="csX139" fmla="*/ 73480 w 2423116"/>
                <a:gd name="csY139" fmla="*/ 900548 h 1110733"/>
                <a:gd name="csX140" fmla="*/ 66644 w 2423116"/>
                <a:gd name="csY140" fmla="*/ 903966 h 1110733"/>
                <a:gd name="csX141" fmla="*/ 56391 w 2423116"/>
                <a:gd name="csY141" fmla="*/ 903966 h 1110733"/>
                <a:gd name="csX142" fmla="*/ 49556 w 2423116"/>
                <a:gd name="csY142" fmla="*/ 921053 h 1110733"/>
                <a:gd name="csX143" fmla="*/ 42720 w 2423116"/>
                <a:gd name="csY143" fmla="*/ 939851 h 1110733"/>
                <a:gd name="csX144" fmla="*/ 46139 w 2423116"/>
                <a:gd name="csY144" fmla="*/ 960356 h 1110733"/>
                <a:gd name="csX145" fmla="*/ 54682 w 2423116"/>
                <a:gd name="csY145" fmla="*/ 960356 h 1110733"/>
                <a:gd name="csX146" fmla="*/ 58101 w 2423116"/>
                <a:gd name="csY146" fmla="*/ 948394 h 1110733"/>
                <a:gd name="csX147" fmla="*/ 68353 w 2423116"/>
                <a:gd name="csY147" fmla="*/ 948394 h 1110733"/>
                <a:gd name="csX148" fmla="*/ 80316 w 2423116"/>
                <a:gd name="csY148" fmla="*/ 962065 h 1110733"/>
                <a:gd name="csX149" fmla="*/ 92278 w 2423116"/>
                <a:gd name="csY149" fmla="*/ 991116 h 1110733"/>
                <a:gd name="csX150" fmla="*/ 97404 w 2423116"/>
                <a:gd name="csY150" fmla="*/ 1006495 h 1110733"/>
                <a:gd name="csX151" fmla="*/ 109366 w 2423116"/>
                <a:gd name="csY151" fmla="*/ 1013331 h 1110733"/>
                <a:gd name="csX152" fmla="*/ 111074 w 2423116"/>
                <a:gd name="csY152" fmla="*/ 1020166 h 1110733"/>
                <a:gd name="csX153" fmla="*/ 129871 w 2423116"/>
                <a:gd name="csY153" fmla="*/ 1008204 h 1110733"/>
                <a:gd name="csX154" fmla="*/ 153794 w 2423116"/>
                <a:gd name="csY154" fmla="*/ 1013331 h 1110733"/>
                <a:gd name="csX155" fmla="*/ 176010 w 2423116"/>
                <a:gd name="csY155" fmla="*/ 1004786 h 1110733"/>
                <a:gd name="csX156" fmla="*/ 193097 w 2423116"/>
                <a:gd name="csY156" fmla="*/ 996242 h 1110733"/>
                <a:gd name="csX157" fmla="*/ 222148 w 2423116"/>
                <a:gd name="csY157" fmla="*/ 999660 h 1110733"/>
                <a:gd name="csX158" fmla="*/ 235819 w 2423116"/>
                <a:gd name="csY158" fmla="*/ 982571 h 1110733"/>
                <a:gd name="csX159" fmla="*/ 252907 w 2423116"/>
                <a:gd name="csY159" fmla="*/ 979154 h 1110733"/>
                <a:gd name="csX160" fmla="*/ 275122 w 2423116"/>
                <a:gd name="csY160" fmla="*/ 992825 h 1110733"/>
                <a:gd name="csX161" fmla="*/ 311007 w 2423116"/>
                <a:gd name="csY161" fmla="*/ 984281 h 1110733"/>
                <a:gd name="csX162" fmla="*/ 314425 w 2423116"/>
                <a:gd name="csY162" fmla="*/ 970610 h 1110733"/>
                <a:gd name="csX163" fmla="*/ 334930 w 2423116"/>
                <a:gd name="csY163" fmla="*/ 970610 h 1110733"/>
                <a:gd name="csX164" fmla="*/ 343474 w 2423116"/>
                <a:gd name="csY164" fmla="*/ 965484 h 1110733"/>
                <a:gd name="csX165" fmla="*/ 353727 w 2423116"/>
                <a:gd name="csY165" fmla="*/ 974027 h 1110733"/>
                <a:gd name="csX166" fmla="*/ 369107 w 2423116"/>
                <a:gd name="csY166" fmla="*/ 958648 h 1110733"/>
                <a:gd name="csX167" fmla="*/ 384486 w 2423116"/>
                <a:gd name="csY167" fmla="*/ 953522 h 1110733"/>
                <a:gd name="csX168" fmla="*/ 398156 w 2423116"/>
                <a:gd name="csY168" fmla="*/ 953522 h 1110733"/>
                <a:gd name="csX169" fmla="*/ 396448 w 2423116"/>
                <a:gd name="csY169" fmla="*/ 972318 h 1110733"/>
                <a:gd name="csX170" fmla="*/ 394739 w 2423116"/>
                <a:gd name="csY170" fmla="*/ 992825 h 1110733"/>
                <a:gd name="csX171" fmla="*/ 403284 w 2423116"/>
                <a:gd name="csY171" fmla="*/ 1009912 h 1110733"/>
                <a:gd name="csX172" fmla="*/ 403284 w 2423116"/>
                <a:gd name="csY172" fmla="*/ 1030419 h 1110733"/>
                <a:gd name="csX173" fmla="*/ 408410 w 2423116"/>
                <a:gd name="csY173" fmla="*/ 1044089 h 1110733"/>
                <a:gd name="csX174" fmla="*/ 428916 w 2423116"/>
                <a:gd name="csY174" fmla="*/ 1052634 h 1110733"/>
                <a:gd name="csX175" fmla="*/ 447712 w 2423116"/>
                <a:gd name="csY175" fmla="*/ 1033836 h 1110733"/>
                <a:gd name="csX176" fmla="*/ 457966 w 2423116"/>
                <a:gd name="csY176" fmla="*/ 1042381 h 1110733"/>
                <a:gd name="csX177" fmla="*/ 435751 w 2423116"/>
                <a:gd name="csY177" fmla="*/ 1069722 h 1110733"/>
                <a:gd name="csX178" fmla="*/ 430625 w 2423116"/>
                <a:gd name="csY178" fmla="*/ 1081684 h 1110733"/>
                <a:gd name="csX179" fmla="*/ 446004 w 2423116"/>
                <a:gd name="csY179" fmla="*/ 1100481 h 1110733"/>
                <a:gd name="csX180" fmla="*/ 468219 w 2423116"/>
                <a:gd name="csY180" fmla="*/ 1100481 h 1110733"/>
                <a:gd name="csX181" fmla="*/ 456257 w 2423116"/>
                <a:gd name="csY181" fmla="*/ 1081684 h 1110733"/>
                <a:gd name="csX182" fmla="*/ 466510 w 2423116"/>
                <a:gd name="csY182" fmla="*/ 1068013 h 1110733"/>
                <a:gd name="csX183" fmla="*/ 487015 w 2423116"/>
                <a:gd name="csY183" fmla="*/ 1057760 h 1110733"/>
                <a:gd name="csX184" fmla="*/ 498977 w 2423116"/>
                <a:gd name="csY184" fmla="*/ 1047507 h 1110733"/>
                <a:gd name="csX185" fmla="*/ 509230 w 2423116"/>
                <a:gd name="csY185" fmla="*/ 1064594 h 1110733"/>
                <a:gd name="csX186" fmla="*/ 521192 w 2423116"/>
                <a:gd name="csY186" fmla="*/ 1062886 h 1110733"/>
                <a:gd name="csX187" fmla="*/ 545116 w 2423116"/>
                <a:gd name="csY187" fmla="*/ 1030419 h 1110733"/>
                <a:gd name="csX188" fmla="*/ 570748 w 2423116"/>
                <a:gd name="csY188" fmla="*/ 1025293 h 1110733"/>
                <a:gd name="csX189" fmla="*/ 584419 w 2423116"/>
                <a:gd name="csY189" fmla="*/ 1042381 h 1110733"/>
                <a:gd name="csX190" fmla="*/ 610051 w 2423116"/>
                <a:gd name="csY190" fmla="*/ 1042381 h 1110733"/>
                <a:gd name="csX191" fmla="*/ 615177 w 2423116"/>
                <a:gd name="csY191" fmla="*/ 1052634 h 1110733"/>
                <a:gd name="csX192" fmla="*/ 610051 w 2423116"/>
                <a:gd name="csY192" fmla="*/ 1069722 h 1110733"/>
                <a:gd name="csX193" fmla="*/ 613468 w 2423116"/>
                <a:gd name="csY193" fmla="*/ 1076558 h 1110733"/>
                <a:gd name="csX194" fmla="*/ 635684 w 2423116"/>
                <a:gd name="csY194" fmla="*/ 1068013 h 1110733"/>
                <a:gd name="csX195" fmla="*/ 645937 w 2423116"/>
                <a:gd name="csY195" fmla="*/ 1078266 h 1110733"/>
                <a:gd name="csX196" fmla="*/ 654481 w 2423116"/>
                <a:gd name="csY196" fmla="*/ 1091937 h 1110733"/>
                <a:gd name="csX197" fmla="*/ 664733 w 2423116"/>
                <a:gd name="csY197" fmla="*/ 1091937 h 1110733"/>
                <a:gd name="csX198" fmla="*/ 678404 w 2423116"/>
                <a:gd name="csY198" fmla="*/ 1091937 h 1110733"/>
                <a:gd name="csX199" fmla="*/ 693784 w 2423116"/>
                <a:gd name="csY199" fmla="*/ 1091937 h 1110733"/>
                <a:gd name="csX200" fmla="*/ 704036 w 2423116"/>
                <a:gd name="csY200" fmla="*/ 1105607 h 1110733"/>
                <a:gd name="csX201" fmla="*/ 709163 w 2423116"/>
                <a:gd name="csY201" fmla="*/ 1110733 h 1110733"/>
                <a:gd name="csX202" fmla="*/ 722834 w 2423116"/>
                <a:gd name="csY202" fmla="*/ 1100481 h 1110733"/>
                <a:gd name="csX203" fmla="*/ 739922 w 2423116"/>
                <a:gd name="csY203" fmla="*/ 1103899 h 1110733"/>
                <a:gd name="csX204" fmla="*/ 760428 w 2423116"/>
                <a:gd name="csY204" fmla="*/ 1076558 h 1110733"/>
                <a:gd name="csX205" fmla="*/ 774099 w 2423116"/>
                <a:gd name="csY205" fmla="*/ 1064594 h 1110733"/>
                <a:gd name="csX206" fmla="*/ 780933 w 2423116"/>
                <a:gd name="csY206" fmla="*/ 1066304 h 1110733"/>
                <a:gd name="csX207" fmla="*/ 774099 w 2423116"/>
                <a:gd name="csY207" fmla="*/ 1032127 h 1110733"/>
                <a:gd name="csX208" fmla="*/ 787769 w 2423116"/>
                <a:gd name="csY208" fmla="*/ 1006495 h 1110733"/>
                <a:gd name="csX209" fmla="*/ 799731 w 2423116"/>
                <a:gd name="csY209" fmla="*/ 991116 h 1110733"/>
                <a:gd name="csX210" fmla="*/ 813401 w 2423116"/>
                <a:gd name="csY210" fmla="*/ 989407 h 1110733"/>
                <a:gd name="csX211" fmla="*/ 837325 w 2423116"/>
                <a:gd name="csY211" fmla="*/ 989407 h 1110733"/>
                <a:gd name="csX212" fmla="*/ 857832 w 2423116"/>
                <a:gd name="csY212" fmla="*/ 962065 h 1110733"/>
                <a:gd name="csX213" fmla="*/ 862958 w 2423116"/>
                <a:gd name="csY213" fmla="*/ 948394 h 1110733"/>
                <a:gd name="csX214" fmla="*/ 859540 w 2423116"/>
                <a:gd name="csY214" fmla="*/ 933015 h 1110733"/>
                <a:gd name="csX215" fmla="*/ 874919 w 2423116"/>
                <a:gd name="csY215" fmla="*/ 921053 h 1110733"/>
                <a:gd name="csX216" fmla="*/ 888590 w 2423116"/>
                <a:gd name="csY216" fmla="*/ 919345 h 1110733"/>
                <a:gd name="csX217" fmla="*/ 892009 w 2423116"/>
                <a:gd name="csY217" fmla="*/ 893712 h 1110733"/>
                <a:gd name="csX218" fmla="*/ 921058 w 2423116"/>
                <a:gd name="csY218" fmla="*/ 885168 h 1110733"/>
                <a:gd name="csX219" fmla="*/ 939855 w 2423116"/>
                <a:gd name="csY219" fmla="*/ 897131 h 1110733"/>
                <a:gd name="csX220" fmla="*/ 950108 w 2423116"/>
                <a:gd name="csY220" fmla="*/ 897131 h 1110733"/>
                <a:gd name="csX221" fmla="*/ 967196 w 2423116"/>
                <a:gd name="csY221" fmla="*/ 892004 h 1110733"/>
                <a:gd name="csX222" fmla="*/ 970614 w 2423116"/>
                <a:gd name="csY222" fmla="*/ 871497 h 1110733"/>
                <a:gd name="csX223" fmla="*/ 985993 w 2423116"/>
                <a:gd name="csY223" fmla="*/ 871497 h 1110733"/>
                <a:gd name="csX224" fmla="*/ 996247 w 2423116"/>
                <a:gd name="csY224" fmla="*/ 886877 h 1110733"/>
                <a:gd name="csX225" fmla="*/ 1006499 w 2423116"/>
                <a:gd name="csY225" fmla="*/ 876625 h 1110733"/>
                <a:gd name="csX226" fmla="*/ 1059472 w 2423116"/>
                <a:gd name="csY226" fmla="*/ 868080 h 1110733"/>
                <a:gd name="csX227" fmla="*/ 1069726 w 2423116"/>
                <a:gd name="csY227" fmla="*/ 881751 h 1110733"/>
                <a:gd name="csX228" fmla="*/ 1083397 w 2423116"/>
                <a:gd name="csY228" fmla="*/ 909093 h 1110733"/>
                <a:gd name="csX229" fmla="*/ 1090232 w 2423116"/>
                <a:gd name="csY229" fmla="*/ 912510 h 1110733"/>
                <a:gd name="csX230" fmla="*/ 1103902 w 2423116"/>
                <a:gd name="csY230" fmla="*/ 898840 h 1110733"/>
                <a:gd name="csX231" fmla="*/ 1144914 w 2423116"/>
                <a:gd name="csY231" fmla="*/ 898840 h 1110733"/>
                <a:gd name="csX232" fmla="*/ 1155167 w 2423116"/>
                <a:gd name="csY232" fmla="*/ 905674 h 1110733"/>
                <a:gd name="csX233" fmla="*/ 1160294 w 2423116"/>
                <a:gd name="csY233" fmla="*/ 917636 h 1110733"/>
                <a:gd name="csX234" fmla="*/ 1165420 w 2423116"/>
                <a:gd name="csY234" fmla="*/ 922763 h 1110733"/>
                <a:gd name="csX235" fmla="*/ 1167129 w 2423116"/>
                <a:gd name="csY235" fmla="*/ 902257 h 1110733"/>
                <a:gd name="csX236" fmla="*/ 1177382 w 2423116"/>
                <a:gd name="csY236" fmla="*/ 886877 h 1110733"/>
                <a:gd name="csX237" fmla="*/ 1189344 w 2423116"/>
                <a:gd name="csY237" fmla="*/ 890295 h 1110733"/>
                <a:gd name="csX238" fmla="*/ 1196178 w 2423116"/>
                <a:gd name="csY238" fmla="*/ 869789 h 1110733"/>
                <a:gd name="csX239" fmla="*/ 1232064 w 2423116"/>
                <a:gd name="csY239" fmla="*/ 844156 h 1110733"/>
                <a:gd name="csX240" fmla="*/ 1250862 w 2423116"/>
                <a:gd name="csY240" fmla="*/ 856118 h 1110733"/>
                <a:gd name="csX241" fmla="*/ 1267950 w 2423116"/>
                <a:gd name="csY241" fmla="*/ 862954 h 1110733"/>
                <a:gd name="csX242" fmla="*/ 1320923 w 2423116"/>
                <a:gd name="csY242" fmla="*/ 861245 h 1110733"/>
                <a:gd name="csX243" fmla="*/ 1344847 w 2423116"/>
                <a:gd name="csY243" fmla="*/ 862954 h 1110733"/>
                <a:gd name="csX244" fmla="*/ 1361934 w 2423116"/>
                <a:gd name="csY244" fmla="*/ 844156 h 1110733"/>
                <a:gd name="csX245" fmla="*/ 1389275 w 2423116"/>
                <a:gd name="csY245" fmla="*/ 852701 h 1110733"/>
                <a:gd name="csX246" fmla="*/ 1396111 w 2423116"/>
                <a:gd name="csY246" fmla="*/ 861245 h 1110733"/>
                <a:gd name="csX247" fmla="*/ 1408073 w 2423116"/>
                <a:gd name="csY247" fmla="*/ 861245 h 1110733"/>
                <a:gd name="csX248" fmla="*/ 1411491 w 2423116"/>
                <a:gd name="csY248" fmla="*/ 840739 h 1110733"/>
                <a:gd name="csX249" fmla="*/ 1420035 w 2423116"/>
                <a:gd name="csY249" fmla="*/ 828777 h 1110733"/>
                <a:gd name="csX250" fmla="*/ 1411491 w 2423116"/>
                <a:gd name="csY250" fmla="*/ 804853 h 1110733"/>
                <a:gd name="csX251" fmla="*/ 1413199 w 2423116"/>
                <a:gd name="csY251" fmla="*/ 791182 h 1110733"/>
                <a:gd name="csX252" fmla="*/ 1425162 w 2423116"/>
                <a:gd name="csY252" fmla="*/ 777511 h 1110733"/>
                <a:gd name="csX253" fmla="*/ 1430288 w 2423116"/>
                <a:gd name="csY253" fmla="*/ 775802 h 1110733"/>
                <a:gd name="csX254" fmla="*/ 1433706 w 2423116"/>
                <a:gd name="csY254" fmla="*/ 748461 h 1110733"/>
                <a:gd name="csX255" fmla="*/ 1431997 w 2423116"/>
                <a:gd name="csY255" fmla="*/ 729665 h 1110733"/>
                <a:gd name="csX256" fmla="*/ 1414908 w 2423116"/>
                <a:gd name="csY256" fmla="*/ 719412 h 1110733"/>
                <a:gd name="csX257" fmla="*/ 1408073 w 2423116"/>
                <a:gd name="csY257" fmla="*/ 700614 h 1110733"/>
                <a:gd name="csX258" fmla="*/ 1387567 w 2423116"/>
                <a:gd name="csY258" fmla="*/ 695488 h 1110733"/>
                <a:gd name="csX259" fmla="*/ 1355100 w 2423116"/>
                <a:gd name="csY259" fmla="*/ 690362 h 1110733"/>
                <a:gd name="csX260" fmla="*/ 1341429 w 2423116"/>
                <a:gd name="csY260" fmla="*/ 668147 h 1110733"/>
                <a:gd name="csX261" fmla="*/ 1344847 w 2423116"/>
                <a:gd name="csY261" fmla="*/ 642515 h 1110733"/>
                <a:gd name="csX262" fmla="*/ 1343138 w 2423116"/>
                <a:gd name="csY262" fmla="*/ 613464 h 1110733"/>
                <a:gd name="csX263" fmla="*/ 1336303 w 2423116"/>
                <a:gd name="csY263" fmla="*/ 604920 h 1110733"/>
                <a:gd name="csX264" fmla="*/ 1319455 w 2423116"/>
                <a:gd name="csY264" fmla="*/ 603389 h 1110733"/>
                <a:gd name="csX265" fmla="*/ 1319455 w 2423116"/>
                <a:gd name="csY265" fmla="*/ 591704 h 1110733"/>
                <a:gd name="csX266" fmla="*/ 1322632 w 2423116"/>
                <a:gd name="csY266" fmla="*/ 591250 h 1110733"/>
                <a:gd name="csX267" fmla="*/ 1320923 w 2423116"/>
                <a:gd name="csY267" fmla="*/ 569035 h 1110733"/>
                <a:gd name="csX268" fmla="*/ 1312378 w 2423116"/>
                <a:gd name="csY268" fmla="*/ 551947 h 1110733"/>
                <a:gd name="csX269" fmla="*/ 1305544 w 2423116"/>
                <a:gd name="csY269" fmla="*/ 551947 h 1110733"/>
                <a:gd name="csX270" fmla="*/ 1290384 w 2423116"/>
                <a:gd name="csY270" fmla="*/ 545209 h 1110733"/>
                <a:gd name="csX271" fmla="*/ 1290093 w 2423116"/>
                <a:gd name="csY271" fmla="*/ 544863 h 1110733"/>
                <a:gd name="csX272" fmla="*/ 1286746 w 2423116"/>
                <a:gd name="csY272" fmla="*/ 533149 h 1110733"/>
                <a:gd name="csX273" fmla="*/ 1286746 w 2423116"/>
                <a:gd name="csY273" fmla="*/ 516061 h 1110733"/>
                <a:gd name="csX274" fmla="*/ 1296999 w 2423116"/>
                <a:gd name="csY274" fmla="*/ 495555 h 1110733"/>
                <a:gd name="csX275" fmla="*/ 1308961 w 2423116"/>
                <a:gd name="csY275" fmla="*/ 469923 h 1110733"/>
                <a:gd name="csX276" fmla="*/ 1320923 w 2423116"/>
                <a:gd name="csY276" fmla="*/ 430620 h 1110733"/>
                <a:gd name="csX277" fmla="*/ 1327758 w 2423116"/>
                <a:gd name="csY277" fmla="*/ 410115 h 1110733"/>
                <a:gd name="csX278" fmla="*/ 1332885 w 2423116"/>
                <a:gd name="csY278" fmla="*/ 389608 h 1110733"/>
                <a:gd name="csX279" fmla="*/ 1331496 w 2423116"/>
                <a:gd name="csY279" fmla="*/ 381280 h 1110733"/>
                <a:gd name="csX280" fmla="*/ 1345923 w 2423116"/>
                <a:gd name="csY280" fmla="*/ 375378 h 1110733"/>
                <a:gd name="csX281" fmla="*/ 1346554 w 2423116"/>
                <a:gd name="csY281" fmla="*/ 381064 h 1110733"/>
                <a:gd name="csX282" fmla="*/ 1343137 w 2423116"/>
                <a:gd name="csY282" fmla="*/ 401570 h 1110733"/>
                <a:gd name="csX283" fmla="*/ 1341428 w 2423116"/>
                <a:gd name="csY283" fmla="*/ 411823 h 1110733"/>
                <a:gd name="csX284" fmla="*/ 1358517 w 2423116"/>
                <a:gd name="csY284" fmla="*/ 415241 h 1110733"/>
                <a:gd name="csX285" fmla="*/ 1375605 w 2423116"/>
                <a:gd name="csY285" fmla="*/ 399861 h 1110733"/>
                <a:gd name="csX286" fmla="*/ 1387567 w 2423116"/>
                <a:gd name="csY286" fmla="*/ 408405 h 1110733"/>
                <a:gd name="csX287" fmla="*/ 1404655 w 2423116"/>
                <a:gd name="csY287" fmla="*/ 416951 h 1110733"/>
                <a:gd name="csX288" fmla="*/ 1428578 w 2423116"/>
                <a:gd name="csY288" fmla="*/ 415241 h 1110733"/>
                <a:gd name="csX289" fmla="*/ 1450793 w 2423116"/>
                <a:gd name="csY289" fmla="*/ 399861 h 1110733"/>
                <a:gd name="csX290" fmla="*/ 1467881 w 2423116"/>
                <a:gd name="csY290" fmla="*/ 401570 h 1110733"/>
                <a:gd name="csX291" fmla="*/ 1476426 w 2423116"/>
                <a:gd name="csY291" fmla="*/ 404987 h 1110733"/>
                <a:gd name="csX292" fmla="*/ 1500350 w 2423116"/>
                <a:gd name="csY292" fmla="*/ 394734 h 1110733"/>
                <a:gd name="csX293" fmla="*/ 1514020 w 2423116"/>
                <a:gd name="csY293" fmla="*/ 399861 h 1110733"/>
                <a:gd name="csX294" fmla="*/ 1546487 w 2423116"/>
                <a:gd name="csY294" fmla="*/ 425494 h 1110733"/>
                <a:gd name="csX295" fmla="*/ 1555032 w 2423116"/>
                <a:gd name="csY295" fmla="*/ 449418 h 1110733"/>
                <a:gd name="csX296" fmla="*/ 1563576 w 2423116"/>
                <a:gd name="csY296" fmla="*/ 461379 h 1110733"/>
                <a:gd name="csX297" fmla="*/ 1575538 w 2423116"/>
                <a:gd name="csY297" fmla="*/ 473341 h 1110733"/>
                <a:gd name="csX298" fmla="*/ 1570411 w 2423116"/>
                <a:gd name="csY298" fmla="*/ 487012 h 1110733"/>
                <a:gd name="csX299" fmla="*/ 1604588 w 2423116"/>
                <a:gd name="csY299" fmla="*/ 492138 h 1110733"/>
                <a:gd name="csX300" fmla="*/ 1625094 w 2423116"/>
                <a:gd name="csY300" fmla="*/ 504100 h 1110733"/>
                <a:gd name="csX301" fmla="*/ 1643891 w 2423116"/>
                <a:gd name="csY301" fmla="*/ 512644 h 1110733"/>
                <a:gd name="csX302" fmla="*/ 1657561 w 2423116"/>
                <a:gd name="csY302" fmla="*/ 522897 h 1110733"/>
                <a:gd name="csX303" fmla="*/ 1679776 w 2423116"/>
                <a:gd name="csY303" fmla="*/ 529732 h 1110733"/>
                <a:gd name="csX304" fmla="*/ 1691738 w 2423116"/>
                <a:gd name="csY304" fmla="*/ 538276 h 1110733"/>
                <a:gd name="csX305" fmla="*/ 1695155 w 2423116"/>
                <a:gd name="csY305" fmla="*/ 560492 h 1110733"/>
                <a:gd name="csX306" fmla="*/ 1684903 w 2423116"/>
                <a:gd name="csY306" fmla="*/ 570743 h 1110733"/>
                <a:gd name="csX307" fmla="*/ 1695155 w 2423116"/>
                <a:gd name="csY307" fmla="*/ 580997 h 1110733"/>
                <a:gd name="csX308" fmla="*/ 1695155 w 2423116"/>
                <a:gd name="csY308" fmla="*/ 596377 h 1110733"/>
                <a:gd name="csX309" fmla="*/ 1698574 w 2423116"/>
                <a:gd name="csY309" fmla="*/ 610048 h 1110733"/>
                <a:gd name="csX310" fmla="*/ 1708826 w 2423116"/>
                <a:gd name="csY310" fmla="*/ 632261 h 1110733"/>
                <a:gd name="csX311" fmla="*/ 1724205 w 2423116"/>
                <a:gd name="csY311" fmla="*/ 640806 h 1110733"/>
                <a:gd name="csX312" fmla="*/ 1734458 w 2423116"/>
                <a:gd name="csY312" fmla="*/ 635680 h 1110733"/>
                <a:gd name="csX313" fmla="*/ 1734458 w 2423116"/>
                <a:gd name="csY313" fmla="*/ 613465 h 1110733"/>
                <a:gd name="csX314" fmla="*/ 1739585 w 2423116"/>
                <a:gd name="csY314" fmla="*/ 601503 h 1110733"/>
                <a:gd name="csX315" fmla="*/ 1741294 w 2423116"/>
                <a:gd name="csY315" fmla="*/ 584414 h 1110733"/>
                <a:gd name="csX316" fmla="*/ 1751546 w 2423116"/>
                <a:gd name="csY316" fmla="*/ 569035 h 1110733"/>
                <a:gd name="csX317" fmla="*/ 1773762 w 2423116"/>
                <a:gd name="csY317" fmla="*/ 565618 h 1110733"/>
                <a:gd name="csX318" fmla="*/ 1795976 w 2423116"/>
                <a:gd name="csY318" fmla="*/ 546821 h 1110733"/>
                <a:gd name="csX319" fmla="*/ 1814774 w 2423116"/>
                <a:gd name="csY319" fmla="*/ 510935 h 1110733"/>
                <a:gd name="csX320" fmla="*/ 1826734 w 2423116"/>
                <a:gd name="csY320" fmla="*/ 483593 h 1110733"/>
                <a:gd name="csX321" fmla="*/ 1859203 w 2423116"/>
                <a:gd name="csY321" fmla="*/ 464797 h 1110733"/>
                <a:gd name="csX322" fmla="*/ 1874582 w 2423116"/>
                <a:gd name="csY322" fmla="*/ 481885 h 1110733"/>
                <a:gd name="csX323" fmla="*/ 1884835 w 2423116"/>
                <a:gd name="csY323" fmla="*/ 490429 h 1110733"/>
                <a:gd name="csX324" fmla="*/ 1891671 w 2423116"/>
                <a:gd name="csY324" fmla="*/ 488720 h 1110733"/>
                <a:gd name="csX325" fmla="*/ 1893380 w 2423116"/>
                <a:gd name="csY325" fmla="*/ 507518 h 1110733"/>
                <a:gd name="csX326" fmla="*/ 1907050 w 2423116"/>
                <a:gd name="csY326" fmla="*/ 514353 h 1110733"/>
                <a:gd name="csX327" fmla="*/ 1920721 w 2423116"/>
                <a:gd name="csY327" fmla="*/ 488720 h 1110733"/>
                <a:gd name="csX328" fmla="*/ 1936100 w 2423116"/>
                <a:gd name="csY328" fmla="*/ 485303 h 1110733"/>
                <a:gd name="csX329" fmla="*/ 1944644 w 2423116"/>
                <a:gd name="csY329" fmla="*/ 463088 h 1110733"/>
                <a:gd name="csX330" fmla="*/ 1958315 w 2423116"/>
                <a:gd name="csY330" fmla="*/ 461379 h 1110733"/>
                <a:gd name="csX331" fmla="*/ 1971985 w 2423116"/>
                <a:gd name="csY331" fmla="*/ 454543 h 1110733"/>
                <a:gd name="csX332" fmla="*/ 1987365 w 2423116"/>
                <a:gd name="csY332" fmla="*/ 469923 h 1110733"/>
                <a:gd name="csX333" fmla="*/ 2001036 w 2423116"/>
                <a:gd name="csY333" fmla="*/ 473341 h 1110733"/>
                <a:gd name="csX334" fmla="*/ 2023250 w 2423116"/>
                <a:gd name="csY334" fmla="*/ 469923 h 1110733"/>
                <a:gd name="csX335" fmla="*/ 2043757 w 2423116"/>
                <a:gd name="csY335" fmla="*/ 464797 h 1110733"/>
                <a:gd name="csX336" fmla="*/ 2064262 w 2423116"/>
                <a:gd name="csY336" fmla="*/ 476759 h 1110733"/>
                <a:gd name="csX337" fmla="*/ 2084768 w 2423116"/>
                <a:gd name="csY337" fmla="*/ 476759 h 1110733"/>
                <a:gd name="csX338" fmla="*/ 2098439 w 2423116"/>
                <a:gd name="csY338" fmla="*/ 456252 h 1110733"/>
                <a:gd name="csX339" fmla="*/ 2096730 w 2423116"/>
                <a:gd name="csY339" fmla="*/ 435747 h 1110733"/>
                <a:gd name="csX340" fmla="*/ 2115528 w 2423116"/>
                <a:gd name="csY340" fmla="*/ 420368 h 1110733"/>
                <a:gd name="csX341" fmla="*/ 2130907 w 2423116"/>
                <a:gd name="csY341" fmla="*/ 415241 h 1110733"/>
                <a:gd name="csX342" fmla="*/ 2147995 w 2423116"/>
                <a:gd name="csY342" fmla="*/ 411823 h 1110733"/>
                <a:gd name="csX343" fmla="*/ 2159957 w 2423116"/>
                <a:gd name="csY343" fmla="*/ 423785 h 1110733"/>
                <a:gd name="csX344" fmla="*/ 2173627 w 2423116"/>
                <a:gd name="csY344" fmla="*/ 444292 h 1110733"/>
                <a:gd name="csX345" fmla="*/ 2171918 w 2423116"/>
                <a:gd name="csY345" fmla="*/ 464797 h 1110733"/>
                <a:gd name="csX346" fmla="*/ 2182172 w 2423116"/>
                <a:gd name="csY346" fmla="*/ 481885 h 1110733"/>
                <a:gd name="csX347" fmla="*/ 2182172 w 2423116"/>
                <a:gd name="csY347" fmla="*/ 510935 h 1110733"/>
                <a:gd name="csX348" fmla="*/ 2165084 w 2423116"/>
                <a:gd name="csY348" fmla="*/ 517770 h 1110733"/>
                <a:gd name="csX349" fmla="*/ 2144577 w 2423116"/>
                <a:gd name="csY349" fmla="*/ 512644 h 1110733"/>
                <a:gd name="csX350" fmla="*/ 2147995 w 2423116"/>
                <a:gd name="csY350" fmla="*/ 528023 h 1110733"/>
                <a:gd name="csX351" fmla="*/ 2168501 w 2423116"/>
                <a:gd name="csY351" fmla="*/ 538276 h 1110733"/>
                <a:gd name="csX352" fmla="*/ 2177046 w 2423116"/>
                <a:gd name="csY352" fmla="*/ 553656 h 1110733"/>
                <a:gd name="csX353" fmla="*/ 2178754 w 2423116"/>
                <a:gd name="csY353" fmla="*/ 577579 h 1110733"/>
                <a:gd name="csX354" fmla="*/ 2180463 w 2423116"/>
                <a:gd name="csY354" fmla="*/ 599794 h 1110733"/>
                <a:gd name="csX355" fmla="*/ 2190716 w 2423116"/>
                <a:gd name="csY355" fmla="*/ 615174 h 1110733"/>
                <a:gd name="csX356" fmla="*/ 2221474 w 2423116"/>
                <a:gd name="csY356" fmla="*/ 618591 h 1110733"/>
                <a:gd name="csX357" fmla="*/ 2247107 w 2423116"/>
                <a:gd name="csY357" fmla="*/ 591250 h 1110733"/>
                <a:gd name="csX358" fmla="*/ 2257360 w 2423116"/>
                <a:gd name="csY358" fmla="*/ 553656 h 1110733"/>
                <a:gd name="csX359" fmla="*/ 2282992 w 2423116"/>
                <a:gd name="csY359" fmla="*/ 551947 h 1110733"/>
                <a:gd name="csX360" fmla="*/ 2303498 w 2423116"/>
                <a:gd name="csY360" fmla="*/ 548530 h 1110733"/>
                <a:gd name="csX361" fmla="*/ 2329131 w 2423116"/>
                <a:gd name="csY361" fmla="*/ 541694 h 1110733"/>
                <a:gd name="csX362" fmla="*/ 2354764 w 2423116"/>
                <a:gd name="csY362" fmla="*/ 533151 h 1110733"/>
                <a:gd name="csX363" fmla="*/ 2373560 w 2423116"/>
                <a:gd name="csY363" fmla="*/ 534859 h 1110733"/>
                <a:gd name="csX364" fmla="*/ 2378686 w 2423116"/>
                <a:gd name="csY364" fmla="*/ 512644 h 1110733"/>
                <a:gd name="csX365" fmla="*/ 2383813 w 2423116"/>
                <a:gd name="csY365" fmla="*/ 498974 h 1110733"/>
                <a:gd name="csX366" fmla="*/ 2394065 w 2423116"/>
                <a:gd name="csY366" fmla="*/ 483593 h 1110733"/>
                <a:gd name="csX367" fmla="*/ 2409446 w 2423116"/>
                <a:gd name="csY367" fmla="*/ 469923 h 1110733"/>
                <a:gd name="csX368" fmla="*/ 2416282 w 2423116"/>
                <a:gd name="csY368" fmla="*/ 454543 h 1110733"/>
                <a:gd name="csX369" fmla="*/ 2423116 w 2423116"/>
                <a:gd name="csY369" fmla="*/ 411823 h 1110733"/>
                <a:gd name="csX370" fmla="*/ 2417990 w 2423116"/>
                <a:gd name="csY370" fmla="*/ 372520 h 1110733"/>
                <a:gd name="csX371" fmla="*/ 2409446 w 2423116"/>
                <a:gd name="csY371" fmla="*/ 343471 h 1110733"/>
                <a:gd name="csX372" fmla="*/ 2399192 w 2423116"/>
                <a:gd name="csY372" fmla="*/ 331509 h 1110733"/>
                <a:gd name="csX373" fmla="*/ 2378686 w 2423116"/>
                <a:gd name="csY373" fmla="*/ 311002 h 1110733"/>
                <a:gd name="csX374" fmla="*/ 2347928 w 2423116"/>
                <a:gd name="csY374" fmla="*/ 304167 h 1110733"/>
                <a:gd name="csX375" fmla="*/ 2341093 w 2423116"/>
                <a:gd name="csY375" fmla="*/ 292205 h 1110733"/>
                <a:gd name="csX376" fmla="*/ 2317168 w 2423116"/>
                <a:gd name="csY376" fmla="*/ 288787 h 1110733"/>
                <a:gd name="csX377" fmla="*/ 2293246 w 2423116"/>
                <a:gd name="csY377" fmla="*/ 293915 h 1110733"/>
                <a:gd name="csX378" fmla="*/ 2289827 w 2423116"/>
                <a:gd name="csY378" fmla="*/ 278534 h 1110733"/>
                <a:gd name="csX379" fmla="*/ 2267613 w 2423116"/>
                <a:gd name="csY379" fmla="*/ 269991 h 1110733"/>
                <a:gd name="csX380" fmla="*/ 2253943 w 2423116"/>
                <a:gd name="csY380" fmla="*/ 247776 h 1110733"/>
                <a:gd name="csX381" fmla="*/ 2267613 w 2423116"/>
                <a:gd name="csY381" fmla="*/ 239233 h 1110733"/>
                <a:gd name="csX382" fmla="*/ 2269322 w 2423116"/>
                <a:gd name="csY382" fmla="*/ 220435 h 1110733"/>
                <a:gd name="csX383" fmla="*/ 2260777 w 2423116"/>
                <a:gd name="csY383" fmla="*/ 208473 h 1110733"/>
                <a:gd name="csX384" fmla="*/ 2272739 w 2423116"/>
                <a:gd name="csY384" fmla="*/ 191385 h 1110733"/>
                <a:gd name="csX385" fmla="*/ 2272739 w 2423116"/>
                <a:gd name="csY385" fmla="*/ 176005 h 1110733"/>
                <a:gd name="csX386" fmla="*/ 2253943 w 2423116"/>
                <a:gd name="csY386" fmla="*/ 176005 h 1110733"/>
                <a:gd name="csX387" fmla="*/ 2243688 w 2423116"/>
                <a:gd name="csY387" fmla="*/ 158917 h 1110733"/>
                <a:gd name="csX388" fmla="*/ 2245398 w 2423116"/>
                <a:gd name="csY388" fmla="*/ 146955 h 1110733"/>
                <a:gd name="csX389" fmla="*/ 2235145 w 2423116"/>
                <a:gd name="csY389" fmla="*/ 145246 h 1110733"/>
                <a:gd name="csX390" fmla="*/ 2219766 w 2423116"/>
                <a:gd name="csY390" fmla="*/ 145246 h 1110733"/>
                <a:gd name="csX391" fmla="*/ 2209513 w 2423116"/>
                <a:gd name="csY391" fmla="*/ 124740 h 1110733"/>
                <a:gd name="csX392" fmla="*/ 2189006 w 2423116"/>
                <a:gd name="csY392" fmla="*/ 107652 h 1110733"/>
                <a:gd name="csX393" fmla="*/ 2168501 w 2423116"/>
                <a:gd name="csY393" fmla="*/ 116197 h 1110733"/>
                <a:gd name="csX394" fmla="*/ 2149703 w 2423116"/>
                <a:gd name="csY394" fmla="*/ 104235 h 1110733"/>
                <a:gd name="csX395" fmla="*/ 2130907 w 2423116"/>
                <a:gd name="csY395" fmla="*/ 99108 h 1110733"/>
                <a:gd name="csX396" fmla="*/ 2105274 w 2423116"/>
                <a:gd name="csY396" fmla="*/ 102526 h 1110733"/>
                <a:gd name="csX397" fmla="*/ 2088187 w 2423116"/>
                <a:gd name="csY397" fmla="*/ 92273 h 1110733"/>
                <a:gd name="csX398" fmla="*/ 2088187 w 2423116"/>
                <a:gd name="csY398" fmla="*/ 80311 h 1110733"/>
                <a:gd name="csX399" fmla="*/ 2062553 w 2423116"/>
                <a:gd name="csY399" fmla="*/ 46134 h 1110733"/>
                <a:gd name="csX400" fmla="*/ 2069389 w 2423116"/>
                <a:gd name="csY400" fmla="*/ 35881 h 1110733"/>
                <a:gd name="csX401" fmla="*/ 2084768 w 2423116"/>
                <a:gd name="csY401" fmla="*/ 25628 h 1110733"/>
                <a:gd name="csX402" fmla="*/ 2096730 w 2423116"/>
                <a:gd name="csY402" fmla="*/ 1705 h 1110733"/>
                <a:gd name="csX403" fmla="*/ 2097867 w 2423116"/>
                <a:gd name="csY403" fmla="*/ 0 h 1110733"/>
                <a:gd name="csX404" fmla="*/ 1427893 w 2423116"/>
                <a:gd name="csY404" fmla="*/ 0 h 1110733"/>
                <a:gd name="csX405" fmla="*/ 1401290 w 2423116"/>
                <a:gd name="csY405" fmla="*/ 0 h 1110733"/>
                <a:gd name="csX406" fmla="*/ 1401228 w 2423116"/>
                <a:gd name="csY406" fmla="*/ 0 h 1110733"/>
                <a:gd name="csX407" fmla="*/ 1484133 w 2423116"/>
                <a:gd name="csY407" fmla="*/ 94854 h 1110733"/>
                <a:gd name="csX0" fmla="*/ 1392693 w 2423116"/>
                <a:gd name="csY0" fmla="*/ 3414 h 1110733"/>
                <a:gd name="csX1" fmla="*/ 1387607 w 2423116"/>
                <a:gd name="csY1" fmla="*/ 2849 h 1110733"/>
                <a:gd name="csX2" fmla="*/ 1314092 w 2423116"/>
                <a:gd name="csY2" fmla="*/ 0 h 1110733"/>
                <a:gd name="csX3" fmla="*/ 541694 w 2423116"/>
                <a:gd name="csY3" fmla="*/ 0 h 1110733"/>
                <a:gd name="csX4" fmla="*/ 517775 w 2423116"/>
                <a:gd name="csY4" fmla="*/ 23919 h 1110733"/>
                <a:gd name="csX5" fmla="*/ 502396 w 2423116"/>
                <a:gd name="csY5" fmla="*/ 54679 h 1110733"/>
                <a:gd name="csX6" fmla="*/ 502396 w 2423116"/>
                <a:gd name="csY6" fmla="*/ 71767 h 1110733"/>
                <a:gd name="csX7" fmla="*/ 495560 w 2423116"/>
                <a:gd name="csY7" fmla="*/ 90564 h 1110733"/>
                <a:gd name="csX8" fmla="*/ 481889 w 2423116"/>
                <a:gd name="csY8" fmla="*/ 90564 h 1110733"/>
                <a:gd name="csX9" fmla="*/ 451130 w 2423116"/>
                <a:gd name="csY9" fmla="*/ 102526 h 1110733"/>
                <a:gd name="csX10" fmla="*/ 427207 w 2423116"/>
                <a:gd name="csY10" fmla="*/ 104235 h 1110733"/>
                <a:gd name="csX11" fmla="*/ 422080 w 2423116"/>
                <a:gd name="csY11" fmla="*/ 93982 h 1110733"/>
                <a:gd name="csX12" fmla="*/ 408410 w 2423116"/>
                <a:gd name="csY12" fmla="*/ 93982 h 1110733"/>
                <a:gd name="csX13" fmla="*/ 406701 w 2423116"/>
                <a:gd name="csY13" fmla="*/ 82020 h 1110733"/>
                <a:gd name="csX14" fmla="*/ 391322 w 2423116"/>
                <a:gd name="csY14" fmla="*/ 83728 h 1110733"/>
                <a:gd name="csX15" fmla="*/ 389613 w 2423116"/>
                <a:gd name="csY15" fmla="*/ 99108 h 1110733"/>
                <a:gd name="csX16" fmla="*/ 365689 w 2423116"/>
                <a:gd name="csY16" fmla="*/ 128157 h 1110733"/>
                <a:gd name="csX17" fmla="*/ 384486 w 2423116"/>
                <a:gd name="csY17" fmla="*/ 150372 h 1110733"/>
                <a:gd name="csX18" fmla="*/ 396448 w 2423116"/>
                <a:gd name="csY18" fmla="*/ 138410 h 1110733"/>
                <a:gd name="csX19" fmla="*/ 413537 w 2423116"/>
                <a:gd name="csY19" fmla="*/ 141828 h 1110733"/>
                <a:gd name="csX20" fmla="*/ 423164 w 2423116"/>
                <a:gd name="csY20" fmla="*/ 141828 h 1110733"/>
                <a:gd name="csX21" fmla="*/ 423164 w 2423116"/>
                <a:gd name="csY21" fmla="*/ 159038 h 1110733"/>
                <a:gd name="csX22" fmla="*/ 416954 w 2423116"/>
                <a:gd name="csY22" fmla="*/ 158917 h 1110733"/>
                <a:gd name="csX23" fmla="*/ 410118 w 2423116"/>
                <a:gd name="csY23" fmla="*/ 169169 h 1110733"/>
                <a:gd name="csX24" fmla="*/ 413537 w 2423116"/>
                <a:gd name="csY24" fmla="*/ 187967 h 1110733"/>
                <a:gd name="csX25" fmla="*/ 399866 w 2423116"/>
                <a:gd name="csY25" fmla="*/ 208473 h 1110733"/>
                <a:gd name="csX26" fmla="*/ 314425 w 2423116"/>
                <a:gd name="csY26" fmla="*/ 210182 h 1110733"/>
                <a:gd name="csX27" fmla="*/ 283666 w 2423116"/>
                <a:gd name="csY27" fmla="*/ 215308 h 1110733"/>
                <a:gd name="csX28" fmla="*/ 276830 w 2423116"/>
                <a:gd name="csY28" fmla="*/ 237523 h 1110733"/>
                <a:gd name="csX29" fmla="*/ 281956 w 2423116"/>
                <a:gd name="csY29" fmla="*/ 259738 h 1110733"/>
                <a:gd name="csX30" fmla="*/ 305880 w 2423116"/>
                <a:gd name="csY30" fmla="*/ 295623 h 1110733"/>
                <a:gd name="csX31" fmla="*/ 334930 w 2423116"/>
                <a:gd name="csY31" fmla="*/ 304167 h 1110733"/>
                <a:gd name="csX32" fmla="*/ 348600 w 2423116"/>
                <a:gd name="csY32" fmla="*/ 328090 h 1110733"/>
                <a:gd name="csX33" fmla="*/ 341766 w 2423116"/>
                <a:gd name="csY33" fmla="*/ 340052 h 1110733"/>
                <a:gd name="csX34" fmla="*/ 324678 w 2423116"/>
                <a:gd name="csY34" fmla="*/ 329799 h 1110733"/>
                <a:gd name="csX35" fmla="*/ 333221 w 2423116"/>
                <a:gd name="csY35" fmla="*/ 348597 h 1110733"/>
                <a:gd name="csX36" fmla="*/ 328095 w 2423116"/>
                <a:gd name="csY36" fmla="*/ 375938 h 1110733"/>
                <a:gd name="csX37" fmla="*/ 341766 w 2423116"/>
                <a:gd name="csY37" fmla="*/ 418658 h 1110733"/>
                <a:gd name="csX38" fmla="*/ 353727 w 2423116"/>
                <a:gd name="csY38" fmla="*/ 444290 h 1110733"/>
                <a:gd name="csX39" fmla="*/ 353727 w 2423116"/>
                <a:gd name="csY39" fmla="*/ 461379 h 1110733"/>
                <a:gd name="csX40" fmla="*/ 343474 w 2423116"/>
                <a:gd name="csY40" fmla="*/ 480176 h 1110733"/>
                <a:gd name="csX41" fmla="*/ 328095 w 2423116"/>
                <a:gd name="csY41" fmla="*/ 471633 h 1110733"/>
                <a:gd name="csX42" fmla="*/ 317842 w 2423116"/>
                <a:gd name="csY42" fmla="*/ 490429 h 1110733"/>
                <a:gd name="csX43" fmla="*/ 331512 w 2423116"/>
                <a:gd name="csY43" fmla="*/ 529732 h 1110733"/>
                <a:gd name="csX44" fmla="*/ 360563 w 2423116"/>
                <a:gd name="csY44" fmla="*/ 553656 h 1110733"/>
                <a:gd name="csX45" fmla="*/ 379360 w 2423116"/>
                <a:gd name="csY45" fmla="*/ 563909 h 1110733"/>
                <a:gd name="csX46" fmla="*/ 387904 w 2423116"/>
                <a:gd name="csY46" fmla="*/ 557073 h 1110733"/>
                <a:gd name="csX47" fmla="*/ 411827 w 2423116"/>
                <a:gd name="csY47" fmla="*/ 548530 h 1110733"/>
                <a:gd name="csX48" fmla="*/ 420371 w 2423116"/>
                <a:gd name="csY48" fmla="*/ 560492 h 1110733"/>
                <a:gd name="csX49" fmla="*/ 427207 w 2423116"/>
                <a:gd name="csY49" fmla="*/ 579288 h 1110733"/>
                <a:gd name="csX50" fmla="*/ 461384 w 2423116"/>
                <a:gd name="csY50" fmla="*/ 589541 h 1110733"/>
                <a:gd name="csX51" fmla="*/ 480181 w 2423116"/>
                <a:gd name="csY51" fmla="*/ 610046 h 1110733"/>
                <a:gd name="csX52" fmla="*/ 451130 w 2423116"/>
                <a:gd name="csY52" fmla="*/ 615174 h 1110733"/>
                <a:gd name="csX53" fmla="*/ 442586 w 2423116"/>
                <a:gd name="csY53" fmla="*/ 627134 h 1110733"/>
                <a:gd name="csX54" fmla="*/ 439168 w 2423116"/>
                <a:gd name="csY54" fmla="*/ 640806 h 1110733"/>
                <a:gd name="csX55" fmla="*/ 430625 w 2423116"/>
                <a:gd name="csY55" fmla="*/ 642515 h 1110733"/>
                <a:gd name="csX56" fmla="*/ 413537 w 2423116"/>
                <a:gd name="csY56" fmla="*/ 627134 h 1110733"/>
                <a:gd name="csX57" fmla="*/ 389613 w 2423116"/>
                <a:gd name="csY57" fmla="*/ 632261 h 1110733"/>
                <a:gd name="csX58" fmla="*/ 379360 w 2423116"/>
                <a:gd name="csY58" fmla="*/ 633970 h 1110733"/>
                <a:gd name="csX59" fmla="*/ 384486 w 2423116"/>
                <a:gd name="csY59" fmla="*/ 649351 h 1110733"/>
                <a:gd name="csX60" fmla="*/ 403284 w 2423116"/>
                <a:gd name="csY60" fmla="*/ 649351 h 1110733"/>
                <a:gd name="csX61" fmla="*/ 425497 w 2423116"/>
                <a:gd name="csY61" fmla="*/ 669856 h 1110733"/>
                <a:gd name="csX62" fmla="*/ 420371 w 2423116"/>
                <a:gd name="csY62" fmla="*/ 680109 h 1110733"/>
                <a:gd name="csX63" fmla="*/ 422080 w 2423116"/>
                <a:gd name="csY63" fmla="*/ 695488 h 1110733"/>
                <a:gd name="csX64" fmla="*/ 415245 w 2423116"/>
                <a:gd name="csY64" fmla="*/ 705741 h 1110733"/>
                <a:gd name="csX65" fmla="*/ 416954 w 2423116"/>
                <a:gd name="csY65" fmla="*/ 714285 h 1110733"/>
                <a:gd name="csX66" fmla="*/ 427207 w 2423116"/>
                <a:gd name="csY66" fmla="*/ 745044 h 1110733"/>
                <a:gd name="csX67" fmla="*/ 428916 w 2423116"/>
                <a:gd name="csY67" fmla="*/ 768968 h 1110733"/>
                <a:gd name="csX68" fmla="*/ 430625 w 2423116"/>
                <a:gd name="csY68" fmla="*/ 794600 h 1110733"/>
                <a:gd name="csX69" fmla="*/ 422080 w 2423116"/>
                <a:gd name="csY69" fmla="*/ 794600 h 1110733"/>
                <a:gd name="csX70" fmla="*/ 413537 w 2423116"/>
                <a:gd name="csY70" fmla="*/ 777511 h 1110733"/>
                <a:gd name="csX71" fmla="*/ 404992 w 2423116"/>
                <a:gd name="csY71" fmla="*/ 755297 h 1110733"/>
                <a:gd name="csX72" fmla="*/ 406701 w 2423116"/>
                <a:gd name="csY72" fmla="*/ 729665 h 1110733"/>
                <a:gd name="csX73" fmla="*/ 393030 w 2423116"/>
                <a:gd name="csY73" fmla="*/ 710867 h 1110733"/>
                <a:gd name="csX74" fmla="*/ 369107 w 2423116"/>
                <a:gd name="csY74" fmla="*/ 705741 h 1110733"/>
                <a:gd name="csX75" fmla="*/ 365689 w 2423116"/>
                <a:gd name="csY75" fmla="*/ 680109 h 1110733"/>
                <a:gd name="csX76" fmla="*/ 314425 w 2423116"/>
                <a:gd name="csY76" fmla="*/ 680109 h 1110733"/>
                <a:gd name="csX77" fmla="*/ 295627 w 2423116"/>
                <a:gd name="csY77" fmla="*/ 695488 h 1110733"/>
                <a:gd name="csX78" fmla="*/ 278539 w 2423116"/>
                <a:gd name="csY78" fmla="*/ 690362 h 1110733"/>
                <a:gd name="csX79" fmla="*/ 271704 w 2423116"/>
                <a:gd name="csY79" fmla="*/ 676692 h 1110733"/>
                <a:gd name="csX80" fmla="*/ 273413 w 2423116"/>
                <a:gd name="csY80" fmla="*/ 659602 h 1110733"/>
                <a:gd name="csX81" fmla="*/ 254615 w 2423116"/>
                <a:gd name="csY81" fmla="*/ 630553 h 1110733"/>
                <a:gd name="csX82" fmla="*/ 230692 w 2423116"/>
                <a:gd name="csY82" fmla="*/ 630553 h 1110733"/>
                <a:gd name="csX83" fmla="*/ 228983 w 2423116"/>
                <a:gd name="csY83" fmla="*/ 616882 h 1110733"/>
                <a:gd name="csX84" fmla="*/ 234109 w 2423116"/>
                <a:gd name="csY84" fmla="*/ 601503 h 1110733"/>
                <a:gd name="csX85" fmla="*/ 222148 w 2423116"/>
                <a:gd name="csY85" fmla="*/ 584414 h 1110733"/>
                <a:gd name="csX86" fmla="*/ 206768 w 2423116"/>
                <a:gd name="csY86" fmla="*/ 579288 h 1110733"/>
                <a:gd name="csX87" fmla="*/ 199933 w 2423116"/>
                <a:gd name="csY87" fmla="*/ 562200 h 1110733"/>
                <a:gd name="csX88" fmla="*/ 184554 w 2423116"/>
                <a:gd name="csY88" fmla="*/ 557073 h 1110733"/>
                <a:gd name="csX89" fmla="*/ 167466 w 2423116"/>
                <a:gd name="csY89" fmla="*/ 565618 h 1110733"/>
                <a:gd name="csX90" fmla="*/ 157212 w 2423116"/>
                <a:gd name="csY90" fmla="*/ 558782 h 1110733"/>
                <a:gd name="csX91" fmla="*/ 148669 w 2423116"/>
                <a:gd name="csY91" fmla="*/ 546821 h 1110733"/>
                <a:gd name="csX92" fmla="*/ 148669 w 2423116"/>
                <a:gd name="csY92" fmla="*/ 539985 h 1110733"/>
                <a:gd name="csX93" fmla="*/ 107657 w 2423116"/>
                <a:gd name="csY93" fmla="*/ 510934 h 1110733"/>
                <a:gd name="csX94" fmla="*/ 87151 w 2423116"/>
                <a:gd name="csY94" fmla="*/ 567326 h 1110733"/>
                <a:gd name="csX95" fmla="*/ 73480 w 2423116"/>
                <a:gd name="csY95" fmla="*/ 572452 h 1110733"/>
                <a:gd name="csX96" fmla="*/ 88859 w 2423116"/>
                <a:gd name="csY96" fmla="*/ 596376 h 1110733"/>
                <a:gd name="csX97" fmla="*/ 90568 w 2423116"/>
                <a:gd name="csY97" fmla="*/ 622008 h 1110733"/>
                <a:gd name="csX98" fmla="*/ 126453 w 2423116"/>
                <a:gd name="csY98" fmla="*/ 625426 h 1110733"/>
                <a:gd name="csX99" fmla="*/ 140124 w 2423116"/>
                <a:gd name="csY99" fmla="*/ 625426 h 1110733"/>
                <a:gd name="csX100" fmla="*/ 124745 w 2423116"/>
                <a:gd name="csY100" fmla="*/ 647641 h 1110733"/>
                <a:gd name="csX101" fmla="*/ 104238 w 2423116"/>
                <a:gd name="csY101" fmla="*/ 661311 h 1110733"/>
                <a:gd name="csX102" fmla="*/ 88859 w 2423116"/>
                <a:gd name="csY102" fmla="*/ 661311 h 1110733"/>
                <a:gd name="csX103" fmla="*/ 73480 w 2423116"/>
                <a:gd name="csY103" fmla="*/ 647641 h 1110733"/>
                <a:gd name="csX104" fmla="*/ 59810 w 2423116"/>
                <a:gd name="csY104" fmla="*/ 649351 h 1110733"/>
                <a:gd name="csX105" fmla="*/ 46139 w 2423116"/>
                <a:gd name="csY105" fmla="*/ 647641 h 1110733"/>
                <a:gd name="csX106" fmla="*/ 25633 w 2423116"/>
                <a:gd name="csY106" fmla="*/ 640806 h 1110733"/>
                <a:gd name="csX107" fmla="*/ 10253 w 2423116"/>
                <a:gd name="csY107" fmla="*/ 642515 h 1110733"/>
                <a:gd name="csX108" fmla="*/ 11962 w 2423116"/>
                <a:gd name="csY108" fmla="*/ 652768 h 1110733"/>
                <a:gd name="csX109" fmla="*/ 34177 w 2423116"/>
                <a:gd name="csY109" fmla="*/ 664730 h 1110733"/>
                <a:gd name="csX110" fmla="*/ 32469 w 2423116"/>
                <a:gd name="csY110" fmla="*/ 676692 h 1110733"/>
                <a:gd name="csX111" fmla="*/ 23924 w 2423116"/>
                <a:gd name="csY111" fmla="*/ 704033 h 1110733"/>
                <a:gd name="csX112" fmla="*/ 52974 w 2423116"/>
                <a:gd name="csY112" fmla="*/ 734791 h 1110733"/>
                <a:gd name="csX113" fmla="*/ 58101 w 2423116"/>
                <a:gd name="csY113" fmla="*/ 760423 h 1110733"/>
                <a:gd name="csX114" fmla="*/ 41012 w 2423116"/>
                <a:gd name="csY114" fmla="*/ 768968 h 1110733"/>
                <a:gd name="csX115" fmla="*/ 20507 w 2423116"/>
                <a:gd name="csY115" fmla="*/ 757006 h 1110733"/>
                <a:gd name="csX116" fmla="*/ 3419 w 2423116"/>
                <a:gd name="csY116" fmla="*/ 736500 h 1110733"/>
                <a:gd name="csX117" fmla="*/ 0 w 2423116"/>
                <a:gd name="csY117" fmla="*/ 746753 h 1110733"/>
                <a:gd name="csX118" fmla="*/ 27341 w 2423116"/>
                <a:gd name="csY118" fmla="*/ 779221 h 1110733"/>
                <a:gd name="csX119" fmla="*/ 34177 w 2423116"/>
                <a:gd name="csY119" fmla="*/ 796309 h 1110733"/>
                <a:gd name="csX120" fmla="*/ 52974 w 2423116"/>
                <a:gd name="csY120" fmla="*/ 791182 h 1110733"/>
                <a:gd name="csX121" fmla="*/ 66644 w 2423116"/>
                <a:gd name="csY121" fmla="*/ 780930 h 1110733"/>
                <a:gd name="csX122" fmla="*/ 82025 w 2423116"/>
                <a:gd name="csY122" fmla="*/ 784347 h 1110733"/>
                <a:gd name="csX123" fmla="*/ 88859 w 2423116"/>
                <a:gd name="csY123" fmla="*/ 798018 h 1110733"/>
                <a:gd name="csX124" fmla="*/ 102530 w 2423116"/>
                <a:gd name="csY124" fmla="*/ 808272 h 1110733"/>
                <a:gd name="csX125" fmla="*/ 124745 w 2423116"/>
                <a:gd name="csY125" fmla="*/ 808272 h 1110733"/>
                <a:gd name="csX126" fmla="*/ 145250 w 2423116"/>
                <a:gd name="csY126" fmla="*/ 842448 h 1110733"/>
                <a:gd name="csX127" fmla="*/ 140124 w 2423116"/>
                <a:gd name="csY127" fmla="*/ 856118 h 1110733"/>
                <a:gd name="csX128" fmla="*/ 123036 w 2423116"/>
                <a:gd name="csY128" fmla="*/ 854410 h 1110733"/>
                <a:gd name="csX129" fmla="*/ 114492 w 2423116"/>
                <a:gd name="csY129" fmla="*/ 835613 h 1110733"/>
                <a:gd name="csX130" fmla="*/ 92278 w 2423116"/>
                <a:gd name="csY130" fmla="*/ 827068 h 1110733"/>
                <a:gd name="csX131" fmla="*/ 87151 w 2423116"/>
                <a:gd name="csY131" fmla="*/ 811688 h 1110733"/>
                <a:gd name="csX132" fmla="*/ 73480 w 2423116"/>
                <a:gd name="csY132" fmla="*/ 799726 h 1110733"/>
                <a:gd name="csX133" fmla="*/ 56391 w 2423116"/>
                <a:gd name="csY133" fmla="*/ 825360 h 1110733"/>
                <a:gd name="csX134" fmla="*/ 56391 w 2423116"/>
                <a:gd name="csY134" fmla="*/ 844156 h 1110733"/>
                <a:gd name="csX135" fmla="*/ 58101 w 2423116"/>
                <a:gd name="csY135" fmla="*/ 862954 h 1110733"/>
                <a:gd name="csX136" fmla="*/ 71771 w 2423116"/>
                <a:gd name="csY136" fmla="*/ 871497 h 1110733"/>
                <a:gd name="csX137" fmla="*/ 80316 w 2423116"/>
                <a:gd name="csY137" fmla="*/ 880042 h 1110733"/>
                <a:gd name="csX138" fmla="*/ 73480 w 2423116"/>
                <a:gd name="csY138" fmla="*/ 900548 h 1110733"/>
                <a:gd name="csX139" fmla="*/ 66644 w 2423116"/>
                <a:gd name="csY139" fmla="*/ 903966 h 1110733"/>
                <a:gd name="csX140" fmla="*/ 56391 w 2423116"/>
                <a:gd name="csY140" fmla="*/ 903966 h 1110733"/>
                <a:gd name="csX141" fmla="*/ 49556 w 2423116"/>
                <a:gd name="csY141" fmla="*/ 921053 h 1110733"/>
                <a:gd name="csX142" fmla="*/ 42720 w 2423116"/>
                <a:gd name="csY142" fmla="*/ 939851 h 1110733"/>
                <a:gd name="csX143" fmla="*/ 46139 w 2423116"/>
                <a:gd name="csY143" fmla="*/ 960356 h 1110733"/>
                <a:gd name="csX144" fmla="*/ 54682 w 2423116"/>
                <a:gd name="csY144" fmla="*/ 960356 h 1110733"/>
                <a:gd name="csX145" fmla="*/ 58101 w 2423116"/>
                <a:gd name="csY145" fmla="*/ 948394 h 1110733"/>
                <a:gd name="csX146" fmla="*/ 68353 w 2423116"/>
                <a:gd name="csY146" fmla="*/ 948394 h 1110733"/>
                <a:gd name="csX147" fmla="*/ 80316 w 2423116"/>
                <a:gd name="csY147" fmla="*/ 962065 h 1110733"/>
                <a:gd name="csX148" fmla="*/ 92278 w 2423116"/>
                <a:gd name="csY148" fmla="*/ 991116 h 1110733"/>
                <a:gd name="csX149" fmla="*/ 97404 w 2423116"/>
                <a:gd name="csY149" fmla="*/ 1006495 h 1110733"/>
                <a:gd name="csX150" fmla="*/ 109366 w 2423116"/>
                <a:gd name="csY150" fmla="*/ 1013331 h 1110733"/>
                <a:gd name="csX151" fmla="*/ 111074 w 2423116"/>
                <a:gd name="csY151" fmla="*/ 1020166 h 1110733"/>
                <a:gd name="csX152" fmla="*/ 129871 w 2423116"/>
                <a:gd name="csY152" fmla="*/ 1008204 h 1110733"/>
                <a:gd name="csX153" fmla="*/ 153794 w 2423116"/>
                <a:gd name="csY153" fmla="*/ 1013331 h 1110733"/>
                <a:gd name="csX154" fmla="*/ 176010 w 2423116"/>
                <a:gd name="csY154" fmla="*/ 1004786 h 1110733"/>
                <a:gd name="csX155" fmla="*/ 193097 w 2423116"/>
                <a:gd name="csY155" fmla="*/ 996242 h 1110733"/>
                <a:gd name="csX156" fmla="*/ 222148 w 2423116"/>
                <a:gd name="csY156" fmla="*/ 999660 h 1110733"/>
                <a:gd name="csX157" fmla="*/ 235819 w 2423116"/>
                <a:gd name="csY157" fmla="*/ 982571 h 1110733"/>
                <a:gd name="csX158" fmla="*/ 252907 w 2423116"/>
                <a:gd name="csY158" fmla="*/ 979154 h 1110733"/>
                <a:gd name="csX159" fmla="*/ 275122 w 2423116"/>
                <a:gd name="csY159" fmla="*/ 992825 h 1110733"/>
                <a:gd name="csX160" fmla="*/ 311007 w 2423116"/>
                <a:gd name="csY160" fmla="*/ 984281 h 1110733"/>
                <a:gd name="csX161" fmla="*/ 314425 w 2423116"/>
                <a:gd name="csY161" fmla="*/ 970610 h 1110733"/>
                <a:gd name="csX162" fmla="*/ 334930 w 2423116"/>
                <a:gd name="csY162" fmla="*/ 970610 h 1110733"/>
                <a:gd name="csX163" fmla="*/ 343474 w 2423116"/>
                <a:gd name="csY163" fmla="*/ 965484 h 1110733"/>
                <a:gd name="csX164" fmla="*/ 353727 w 2423116"/>
                <a:gd name="csY164" fmla="*/ 974027 h 1110733"/>
                <a:gd name="csX165" fmla="*/ 369107 w 2423116"/>
                <a:gd name="csY165" fmla="*/ 958648 h 1110733"/>
                <a:gd name="csX166" fmla="*/ 384486 w 2423116"/>
                <a:gd name="csY166" fmla="*/ 953522 h 1110733"/>
                <a:gd name="csX167" fmla="*/ 398156 w 2423116"/>
                <a:gd name="csY167" fmla="*/ 953522 h 1110733"/>
                <a:gd name="csX168" fmla="*/ 396448 w 2423116"/>
                <a:gd name="csY168" fmla="*/ 972318 h 1110733"/>
                <a:gd name="csX169" fmla="*/ 394739 w 2423116"/>
                <a:gd name="csY169" fmla="*/ 992825 h 1110733"/>
                <a:gd name="csX170" fmla="*/ 403284 w 2423116"/>
                <a:gd name="csY170" fmla="*/ 1009912 h 1110733"/>
                <a:gd name="csX171" fmla="*/ 403284 w 2423116"/>
                <a:gd name="csY171" fmla="*/ 1030419 h 1110733"/>
                <a:gd name="csX172" fmla="*/ 408410 w 2423116"/>
                <a:gd name="csY172" fmla="*/ 1044089 h 1110733"/>
                <a:gd name="csX173" fmla="*/ 428916 w 2423116"/>
                <a:gd name="csY173" fmla="*/ 1052634 h 1110733"/>
                <a:gd name="csX174" fmla="*/ 447712 w 2423116"/>
                <a:gd name="csY174" fmla="*/ 1033836 h 1110733"/>
                <a:gd name="csX175" fmla="*/ 457966 w 2423116"/>
                <a:gd name="csY175" fmla="*/ 1042381 h 1110733"/>
                <a:gd name="csX176" fmla="*/ 435751 w 2423116"/>
                <a:gd name="csY176" fmla="*/ 1069722 h 1110733"/>
                <a:gd name="csX177" fmla="*/ 430625 w 2423116"/>
                <a:gd name="csY177" fmla="*/ 1081684 h 1110733"/>
                <a:gd name="csX178" fmla="*/ 446004 w 2423116"/>
                <a:gd name="csY178" fmla="*/ 1100481 h 1110733"/>
                <a:gd name="csX179" fmla="*/ 468219 w 2423116"/>
                <a:gd name="csY179" fmla="*/ 1100481 h 1110733"/>
                <a:gd name="csX180" fmla="*/ 456257 w 2423116"/>
                <a:gd name="csY180" fmla="*/ 1081684 h 1110733"/>
                <a:gd name="csX181" fmla="*/ 466510 w 2423116"/>
                <a:gd name="csY181" fmla="*/ 1068013 h 1110733"/>
                <a:gd name="csX182" fmla="*/ 487015 w 2423116"/>
                <a:gd name="csY182" fmla="*/ 1057760 h 1110733"/>
                <a:gd name="csX183" fmla="*/ 498977 w 2423116"/>
                <a:gd name="csY183" fmla="*/ 1047507 h 1110733"/>
                <a:gd name="csX184" fmla="*/ 509230 w 2423116"/>
                <a:gd name="csY184" fmla="*/ 1064594 h 1110733"/>
                <a:gd name="csX185" fmla="*/ 521192 w 2423116"/>
                <a:gd name="csY185" fmla="*/ 1062886 h 1110733"/>
                <a:gd name="csX186" fmla="*/ 545116 w 2423116"/>
                <a:gd name="csY186" fmla="*/ 1030419 h 1110733"/>
                <a:gd name="csX187" fmla="*/ 570748 w 2423116"/>
                <a:gd name="csY187" fmla="*/ 1025293 h 1110733"/>
                <a:gd name="csX188" fmla="*/ 584419 w 2423116"/>
                <a:gd name="csY188" fmla="*/ 1042381 h 1110733"/>
                <a:gd name="csX189" fmla="*/ 610051 w 2423116"/>
                <a:gd name="csY189" fmla="*/ 1042381 h 1110733"/>
                <a:gd name="csX190" fmla="*/ 615177 w 2423116"/>
                <a:gd name="csY190" fmla="*/ 1052634 h 1110733"/>
                <a:gd name="csX191" fmla="*/ 610051 w 2423116"/>
                <a:gd name="csY191" fmla="*/ 1069722 h 1110733"/>
                <a:gd name="csX192" fmla="*/ 613468 w 2423116"/>
                <a:gd name="csY192" fmla="*/ 1076558 h 1110733"/>
                <a:gd name="csX193" fmla="*/ 635684 w 2423116"/>
                <a:gd name="csY193" fmla="*/ 1068013 h 1110733"/>
                <a:gd name="csX194" fmla="*/ 645937 w 2423116"/>
                <a:gd name="csY194" fmla="*/ 1078266 h 1110733"/>
                <a:gd name="csX195" fmla="*/ 654481 w 2423116"/>
                <a:gd name="csY195" fmla="*/ 1091937 h 1110733"/>
                <a:gd name="csX196" fmla="*/ 664733 w 2423116"/>
                <a:gd name="csY196" fmla="*/ 1091937 h 1110733"/>
                <a:gd name="csX197" fmla="*/ 678404 w 2423116"/>
                <a:gd name="csY197" fmla="*/ 1091937 h 1110733"/>
                <a:gd name="csX198" fmla="*/ 693784 w 2423116"/>
                <a:gd name="csY198" fmla="*/ 1091937 h 1110733"/>
                <a:gd name="csX199" fmla="*/ 704036 w 2423116"/>
                <a:gd name="csY199" fmla="*/ 1105607 h 1110733"/>
                <a:gd name="csX200" fmla="*/ 709163 w 2423116"/>
                <a:gd name="csY200" fmla="*/ 1110733 h 1110733"/>
                <a:gd name="csX201" fmla="*/ 722834 w 2423116"/>
                <a:gd name="csY201" fmla="*/ 1100481 h 1110733"/>
                <a:gd name="csX202" fmla="*/ 739922 w 2423116"/>
                <a:gd name="csY202" fmla="*/ 1103899 h 1110733"/>
                <a:gd name="csX203" fmla="*/ 760428 w 2423116"/>
                <a:gd name="csY203" fmla="*/ 1076558 h 1110733"/>
                <a:gd name="csX204" fmla="*/ 774099 w 2423116"/>
                <a:gd name="csY204" fmla="*/ 1064594 h 1110733"/>
                <a:gd name="csX205" fmla="*/ 780933 w 2423116"/>
                <a:gd name="csY205" fmla="*/ 1066304 h 1110733"/>
                <a:gd name="csX206" fmla="*/ 774099 w 2423116"/>
                <a:gd name="csY206" fmla="*/ 1032127 h 1110733"/>
                <a:gd name="csX207" fmla="*/ 787769 w 2423116"/>
                <a:gd name="csY207" fmla="*/ 1006495 h 1110733"/>
                <a:gd name="csX208" fmla="*/ 799731 w 2423116"/>
                <a:gd name="csY208" fmla="*/ 991116 h 1110733"/>
                <a:gd name="csX209" fmla="*/ 813401 w 2423116"/>
                <a:gd name="csY209" fmla="*/ 989407 h 1110733"/>
                <a:gd name="csX210" fmla="*/ 837325 w 2423116"/>
                <a:gd name="csY210" fmla="*/ 989407 h 1110733"/>
                <a:gd name="csX211" fmla="*/ 857832 w 2423116"/>
                <a:gd name="csY211" fmla="*/ 962065 h 1110733"/>
                <a:gd name="csX212" fmla="*/ 862958 w 2423116"/>
                <a:gd name="csY212" fmla="*/ 948394 h 1110733"/>
                <a:gd name="csX213" fmla="*/ 859540 w 2423116"/>
                <a:gd name="csY213" fmla="*/ 933015 h 1110733"/>
                <a:gd name="csX214" fmla="*/ 874919 w 2423116"/>
                <a:gd name="csY214" fmla="*/ 921053 h 1110733"/>
                <a:gd name="csX215" fmla="*/ 888590 w 2423116"/>
                <a:gd name="csY215" fmla="*/ 919345 h 1110733"/>
                <a:gd name="csX216" fmla="*/ 892009 w 2423116"/>
                <a:gd name="csY216" fmla="*/ 893712 h 1110733"/>
                <a:gd name="csX217" fmla="*/ 921058 w 2423116"/>
                <a:gd name="csY217" fmla="*/ 885168 h 1110733"/>
                <a:gd name="csX218" fmla="*/ 939855 w 2423116"/>
                <a:gd name="csY218" fmla="*/ 897131 h 1110733"/>
                <a:gd name="csX219" fmla="*/ 950108 w 2423116"/>
                <a:gd name="csY219" fmla="*/ 897131 h 1110733"/>
                <a:gd name="csX220" fmla="*/ 967196 w 2423116"/>
                <a:gd name="csY220" fmla="*/ 892004 h 1110733"/>
                <a:gd name="csX221" fmla="*/ 970614 w 2423116"/>
                <a:gd name="csY221" fmla="*/ 871497 h 1110733"/>
                <a:gd name="csX222" fmla="*/ 985993 w 2423116"/>
                <a:gd name="csY222" fmla="*/ 871497 h 1110733"/>
                <a:gd name="csX223" fmla="*/ 996247 w 2423116"/>
                <a:gd name="csY223" fmla="*/ 886877 h 1110733"/>
                <a:gd name="csX224" fmla="*/ 1006499 w 2423116"/>
                <a:gd name="csY224" fmla="*/ 876625 h 1110733"/>
                <a:gd name="csX225" fmla="*/ 1059472 w 2423116"/>
                <a:gd name="csY225" fmla="*/ 868080 h 1110733"/>
                <a:gd name="csX226" fmla="*/ 1069726 w 2423116"/>
                <a:gd name="csY226" fmla="*/ 881751 h 1110733"/>
                <a:gd name="csX227" fmla="*/ 1083397 w 2423116"/>
                <a:gd name="csY227" fmla="*/ 909093 h 1110733"/>
                <a:gd name="csX228" fmla="*/ 1090232 w 2423116"/>
                <a:gd name="csY228" fmla="*/ 912510 h 1110733"/>
                <a:gd name="csX229" fmla="*/ 1103902 w 2423116"/>
                <a:gd name="csY229" fmla="*/ 898840 h 1110733"/>
                <a:gd name="csX230" fmla="*/ 1144914 w 2423116"/>
                <a:gd name="csY230" fmla="*/ 898840 h 1110733"/>
                <a:gd name="csX231" fmla="*/ 1155167 w 2423116"/>
                <a:gd name="csY231" fmla="*/ 905674 h 1110733"/>
                <a:gd name="csX232" fmla="*/ 1160294 w 2423116"/>
                <a:gd name="csY232" fmla="*/ 917636 h 1110733"/>
                <a:gd name="csX233" fmla="*/ 1165420 w 2423116"/>
                <a:gd name="csY233" fmla="*/ 922763 h 1110733"/>
                <a:gd name="csX234" fmla="*/ 1167129 w 2423116"/>
                <a:gd name="csY234" fmla="*/ 902257 h 1110733"/>
                <a:gd name="csX235" fmla="*/ 1177382 w 2423116"/>
                <a:gd name="csY235" fmla="*/ 886877 h 1110733"/>
                <a:gd name="csX236" fmla="*/ 1189344 w 2423116"/>
                <a:gd name="csY236" fmla="*/ 890295 h 1110733"/>
                <a:gd name="csX237" fmla="*/ 1196178 w 2423116"/>
                <a:gd name="csY237" fmla="*/ 869789 h 1110733"/>
                <a:gd name="csX238" fmla="*/ 1232064 w 2423116"/>
                <a:gd name="csY238" fmla="*/ 844156 h 1110733"/>
                <a:gd name="csX239" fmla="*/ 1250862 w 2423116"/>
                <a:gd name="csY239" fmla="*/ 856118 h 1110733"/>
                <a:gd name="csX240" fmla="*/ 1267950 w 2423116"/>
                <a:gd name="csY240" fmla="*/ 862954 h 1110733"/>
                <a:gd name="csX241" fmla="*/ 1320923 w 2423116"/>
                <a:gd name="csY241" fmla="*/ 861245 h 1110733"/>
                <a:gd name="csX242" fmla="*/ 1344847 w 2423116"/>
                <a:gd name="csY242" fmla="*/ 862954 h 1110733"/>
                <a:gd name="csX243" fmla="*/ 1361934 w 2423116"/>
                <a:gd name="csY243" fmla="*/ 844156 h 1110733"/>
                <a:gd name="csX244" fmla="*/ 1389275 w 2423116"/>
                <a:gd name="csY244" fmla="*/ 852701 h 1110733"/>
                <a:gd name="csX245" fmla="*/ 1396111 w 2423116"/>
                <a:gd name="csY245" fmla="*/ 861245 h 1110733"/>
                <a:gd name="csX246" fmla="*/ 1408073 w 2423116"/>
                <a:gd name="csY246" fmla="*/ 861245 h 1110733"/>
                <a:gd name="csX247" fmla="*/ 1411491 w 2423116"/>
                <a:gd name="csY247" fmla="*/ 840739 h 1110733"/>
                <a:gd name="csX248" fmla="*/ 1420035 w 2423116"/>
                <a:gd name="csY248" fmla="*/ 828777 h 1110733"/>
                <a:gd name="csX249" fmla="*/ 1411491 w 2423116"/>
                <a:gd name="csY249" fmla="*/ 804853 h 1110733"/>
                <a:gd name="csX250" fmla="*/ 1413199 w 2423116"/>
                <a:gd name="csY250" fmla="*/ 791182 h 1110733"/>
                <a:gd name="csX251" fmla="*/ 1425162 w 2423116"/>
                <a:gd name="csY251" fmla="*/ 777511 h 1110733"/>
                <a:gd name="csX252" fmla="*/ 1430288 w 2423116"/>
                <a:gd name="csY252" fmla="*/ 775802 h 1110733"/>
                <a:gd name="csX253" fmla="*/ 1433706 w 2423116"/>
                <a:gd name="csY253" fmla="*/ 748461 h 1110733"/>
                <a:gd name="csX254" fmla="*/ 1431997 w 2423116"/>
                <a:gd name="csY254" fmla="*/ 729665 h 1110733"/>
                <a:gd name="csX255" fmla="*/ 1414908 w 2423116"/>
                <a:gd name="csY255" fmla="*/ 719412 h 1110733"/>
                <a:gd name="csX256" fmla="*/ 1408073 w 2423116"/>
                <a:gd name="csY256" fmla="*/ 700614 h 1110733"/>
                <a:gd name="csX257" fmla="*/ 1387567 w 2423116"/>
                <a:gd name="csY257" fmla="*/ 695488 h 1110733"/>
                <a:gd name="csX258" fmla="*/ 1355100 w 2423116"/>
                <a:gd name="csY258" fmla="*/ 690362 h 1110733"/>
                <a:gd name="csX259" fmla="*/ 1341429 w 2423116"/>
                <a:gd name="csY259" fmla="*/ 668147 h 1110733"/>
                <a:gd name="csX260" fmla="*/ 1344847 w 2423116"/>
                <a:gd name="csY260" fmla="*/ 642515 h 1110733"/>
                <a:gd name="csX261" fmla="*/ 1343138 w 2423116"/>
                <a:gd name="csY261" fmla="*/ 613464 h 1110733"/>
                <a:gd name="csX262" fmla="*/ 1336303 w 2423116"/>
                <a:gd name="csY262" fmla="*/ 604920 h 1110733"/>
                <a:gd name="csX263" fmla="*/ 1319455 w 2423116"/>
                <a:gd name="csY263" fmla="*/ 603389 h 1110733"/>
                <a:gd name="csX264" fmla="*/ 1319455 w 2423116"/>
                <a:gd name="csY264" fmla="*/ 591704 h 1110733"/>
                <a:gd name="csX265" fmla="*/ 1322632 w 2423116"/>
                <a:gd name="csY265" fmla="*/ 591250 h 1110733"/>
                <a:gd name="csX266" fmla="*/ 1320923 w 2423116"/>
                <a:gd name="csY266" fmla="*/ 569035 h 1110733"/>
                <a:gd name="csX267" fmla="*/ 1312378 w 2423116"/>
                <a:gd name="csY267" fmla="*/ 551947 h 1110733"/>
                <a:gd name="csX268" fmla="*/ 1305544 w 2423116"/>
                <a:gd name="csY268" fmla="*/ 551947 h 1110733"/>
                <a:gd name="csX269" fmla="*/ 1290384 w 2423116"/>
                <a:gd name="csY269" fmla="*/ 545209 h 1110733"/>
                <a:gd name="csX270" fmla="*/ 1290093 w 2423116"/>
                <a:gd name="csY270" fmla="*/ 544863 h 1110733"/>
                <a:gd name="csX271" fmla="*/ 1286746 w 2423116"/>
                <a:gd name="csY271" fmla="*/ 533149 h 1110733"/>
                <a:gd name="csX272" fmla="*/ 1286746 w 2423116"/>
                <a:gd name="csY272" fmla="*/ 516061 h 1110733"/>
                <a:gd name="csX273" fmla="*/ 1296999 w 2423116"/>
                <a:gd name="csY273" fmla="*/ 495555 h 1110733"/>
                <a:gd name="csX274" fmla="*/ 1308961 w 2423116"/>
                <a:gd name="csY274" fmla="*/ 469923 h 1110733"/>
                <a:gd name="csX275" fmla="*/ 1320923 w 2423116"/>
                <a:gd name="csY275" fmla="*/ 430620 h 1110733"/>
                <a:gd name="csX276" fmla="*/ 1327758 w 2423116"/>
                <a:gd name="csY276" fmla="*/ 410115 h 1110733"/>
                <a:gd name="csX277" fmla="*/ 1332885 w 2423116"/>
                <a:gd name="csY277" fmla="*/ 389608 h 1110733"/>
                <a:gd name="csX278" fmla="*/ 1331496 w 2423116"/>
                <a:gd name="csY278" fmla="*/ 381280 h 1110733"/>
                <a:gd name="csX279" fmla="*/ 1345923 w 2423116"/>
                <a:gd name="csY279" fmla="*/ 375378 h 1110733"/>
                <a:gd name="csX280" fmla="*/ 1346554 w 2423116"/>
                <a:gd name="csY280" fmla="*/ 381064 h 1110733"/>
                <a:gd name="csX281" fmla="*/ 1343137 w 2423116"/>
                <a:gd name="csY281" fmla="*/ 401570 h 1110733"/>
                <a:gd name="csX282" fmla="*/ 1341428 w 2423116"/>
                <a:gd name="csY282" fmla="*/ 411823 h 1110733"/>
                <a:gd name="csX283" fmla="*/ 1358517 w 2423116"/>
                <a:gd name="csY283" fmla="*/ 415241 h 1110733"/>
                <a:gd name="csX284" fmla="*/ 1375605 w 2423116"/>
                <a:gd name="csY284" fmla="*/ 399861 h 1110733"/>
                <a:gd name="csX285" fmla="*/ 1387567 w 2423116"/>
                <a:gd name="csY285" fmla="*/ 408405 h 1110733"/>
                <a:gd name="csX286" fmla="*/ 1404655 w 2423116"/>
                <a:gd name="csY286" fmla="*/ 416951 h 1110733"/>
                <a:gd name="csX287" fmla="*/ 1428578 w 2423116"/>
                <a:gd name="csY287" fmla="*/ 415241 h 1110733"/>
                <a:gd name="csX288" fmla="*/ 1450793 w 2423116"/>
                <a:gd name="csY288" fmla="*/ 399861 h 1110733"/>
                <a:gd name="csX289" fmla="*/ 1467881 w 2423116"/>
                <a:gd name="csY289" fmla="*/ 401570 h 1110733"/>
                <a:gd name="csX290" fmla="*/ 1476426 w 2423116"/>
                <a:gd name="csY290" fmla="*/ 404987 h 1110733"/>
                <a:gd name="csX291" fmla="*/ 1500350 w 2423116"/>
                <a:gd name="csY291" fmla="*/ 394734 h 1110733"/>
                <a:gd name="csX292" fmla="*/ 1514020 w 2423116"/>
                <a:gd name="csY292" fmla="*/ 399861 h 1110733"/>
                <a:gd name="csX293" fmla="*/ 1546487 w 2423116"/>
                <a:gd name="csY293" fmla="*/ 425494 h 1110733"/>
                <a:gd name="csX294" fmla="*/ 1555032 w 2423116"/>
                <a:gd name="csY294" fmla="*/ 449418 h 1110733"/>
                <a:gd name="csX295" fmla="*/ 1563576 w 2423116"/>
                <a:gd name="csY295" fmla="*/ 461379 h 1110733"/>
                <a:gd name="csX296" fmla="*/ 1575538 w 2423116"/>
                <a:gd name="csY296" fmla="*/ 473341 h 1110733"/>
                <a:gd name="csX297" fmla="*/ 1570411 w 2423116"/>
                <a:gd name="csY297" fmla="*/ 487012 h 1110733"/>
                <a:gd name="csX298" fmla="*/ 1604588 w 2423116"/>
                <a:gd name="csY298" fmla="*/ 492138 h 1110733"/>
                <a:gd name="csX299" fmla="*/ 1625094 w 2423116"/>
                <a:gd name="csY299" fmla="*/ 504100 h 1110733"/>
                <a:gd name="csX300" fmla="*/ 1643891 w 2423116"/>
                <a:gd name="csY300" fmla="*/ 512644 h 1110733"/>
                <a:gd name="csX301" fmla="*/ 1657561 w 2423116"/>
                <a:gd name="csY301" fmla="*/ 522897 h 1110733"/>
                <a:gd name="csX302" fmla="*/ 1679776 w 2423116"/>
                <a:gd name="csY302" fmla="*/ 529732 h 1110733"/>
                <a:gd name="csX303" fmla="*/ 1691738 w 2423116"/>
                <a:gd name="csY303" fmla="*/ 538276 h 1110733"/>
                <a:gd name="csX304" fmla="*/ 1695155 w 2423116"/>
                <a:gd name="csY304" fmla="*/ 560492 h 1110733"/>
                <a:gd name="csX305" fmla="*/ 1684903 w 2423116"/>
                <a:gd name="csY305" fmla="*/ 570743 h 1110733"/>
                <a:gd name="csX306" fmla="*/ 1695155 w 2423116"/>
                <a:gd name="csY306" fmla="*/ 580997 h 1110733"/>
                <a:gd name="csX307" fmla="*/ 1695155 w 2423116"/>
                <a:gd name="csY307" fmla="*/ 596377 h 1110733"/>
                <a:gd name="csX308" fmla="*/ 1698574 w 2423116"/>
                <a:gd name="csY308" fmla="*/ 610048 h 1110733"/>
                <a:gd name="csX309" fmla="*/ 1708826 w 2423116"/>
                <a:gd name="csY309" fmla="*/ 632261 h 1110733"/>
                <a:gd name="csX310" fmla="*/ 1724205 w 2423116"/>
                <a:gd name="csY310" fmla="*/ 640806 h 1110733"/>
                <a:gd name="csX311" fmla="*/ 1734458 w 2423116"/>
                <a:gd name="csY311" fmla="*/ 635680 h 1110733"/>
                <a:gd name="csX312" fmla="*/ 1734458 w 2423116"/>
                <a:gd name="csY312" fmla="*/ 613465 h 1110733"/>
                <a:gd name="csX313" fmla="*/ 1739585 w 2423116"/>
                <a:gd name="csY313" fmla="*/ 601503 h 1110733"/>
                <a:gd name="csX314" fmla="*/ 1741294 w 2423116"/>
                <a:gd name="csY314" fmla="*/ 584414 h 1110733"/>
                <a:gd name="csX315" fmla="*/ 1751546 w 2423116"/>
                <a:gd name="csY315" fmla="*/ 569035 h 1110733"/>
                <a:gd name="csX316" fmla="*/ 1773762 w 2423116"/>
                <a:gd name="csY316" fmla="*/ 565618 h 1110733"/>
                <a:gd name="csX317" fmla="*/ 1795976 w 2423116"/>
                <a:gd name="csY317" fmla="*/ 546821 h 1110733"/>
                <a:gd name="csX318" fmla="*/ 1814774 w 2423116"/>
                <a:gd name="csY318" fmla="*/ 510935 h 1110733"/>
                <a:gd name="csX319" fmla="*/ 1826734 w 2423116"/>
                <a:gd name="csY319" fmla="*/ 483593 h 1110733"/>
                <a:gd name="csX320" fmla="*/ 1859203 w 2423116"/>
                <a:gd name="csY320" fmla="*/ 464797 h 1110733"/>
                <a:gd name="csX321" fmla="*/ 1874582 w 2423116"/>
                <a:gd name="csY321" fmla="*/ 481885 h 1110733"/>
                <a:gd name="csX322" fmla="*/ 1884835 w 2423116"/>
                <a:gd name="csY322" fmla="*/ 490429 h 1110733"/>
                <a:gd name="csX323" fmla="*/ 1891671 w 2423116"/>
                <a:gd name="csY323" fmla="*/ 488720 h 1110733"/>
                <a:gd name="csX324" fmla="*/ 1893380 w 2423116"/>
                <a:gd name="csY324" fmla="*/ 507518 h 1110733"/>
                <a:gd name="csX325" fmla="*/ 1907050 w 2423116"/>
                <a:gd name="csY325" fmla="*/ 514353 h 1110733"/>
                <a:gd name="csX326" fmla="*/ 1920721 w 2423116"/>
                <a:gd name="csY326" fmla="*/ 488720 h 1110733"/>
                <a:gd name="csX327" fmla="*/ 1936100 w 2423116"/>
                <a:gd name="csY327" fmla="*/ 485303 h 1110733"/>
                <a:gd name="csX328" fmla="*/ 1944644 w 2423116"/>
                <a:gd name="csY328" fmla="*/ 463088 h 1110733"/>
                <a:gd name="csX329" fmla="*/ 1958315 w 2423116"/>
                <a:gd name="csY329" fmla="*/ 461379 h 1110733"/>
                <a:gd name="csX330" fmla="*/ 1971985 w 2423116"/>
                <a:gd name="csY330" fmla="*/ 454543 h 1110733"/>
                <a:gd name="csX331" fmla="*/ 1987365 w 2423116"/>
                <a:gd name="csY331" fmla="*/ 469923 h 1110733"/>
                <a:gd name="csX332" fmla="*/ 2001036 w 2423116"/>
                <a:gd name="csY332" fmla="*/ 473341 h 1110733"/>
                <a:gd name="csX333" fmla="*/ 2023250 w 2423116"/>
                <a:gd name="csY333" fmla="*/ 469923 h 1110733"/>
                <a:gd name="csX334" fmla="*/ 2043757 w 2423116"/>
                <a:gd name="csY334" fmla="*/ 464797 h 1110733"/>
                <a:gd name="csX335" fmla="*/ 2064262 w 2423116"/>
                <a:gd name="csY335" fmla="*/ 476759 h 1110733"/>
                <a:gd name="csX336" fmla="*/ 2084768 w 2423116"/>
                <a:gd name="csY336" fmla="*/ 476759 h 1110733"/>
                <a:gd name="csX337" fmla="*/ 2098439 w 2423116"/>
                <a:gd name="csY337" fmla="*/ 456252 h 1110733"/>
                <a:gd name="csX338" fmla="*/ 2096730 w 2423116"/>
                <a:gd name="csY338" fmla="*/ 435747 h 1110733"/>
                <a:gd name="csX339" fmla="*/ 2115528 w 2423116"/>
                <a:gd name="csY339" fmla="*/ 420368 h 1110733"/>
                <a:gd name="csX340" fmla="*/ 2130907 w 2423116"/>
                <a:gd name="csY340" fmla="*/ 415241 h 1110733"/>
                <a:gd name="csX341" fmla="*/ 2147995 w 2423116"/>
                <a:gd name="csY341" fmla="*/ 411823 h 1110733"/>
                <a:gd name="csX342" fmla="*/ 2159957 w 2423116"/>
                <a:gd name="csY342" fmla="*/ 423785 h 1110733"/>
                <a:gd name="csX343" fmla="*/ 2173627 w 2423116"/>
                <a:gd name="csY343" fmla="*/ 444292 h 1110733"/>
                <a:gd name="csX344" fmla="*/ 2171918 w 2423116"/>
                <a:gd name="csY344" fmla="*/ 464797 h 1110733"/>
                <a:gd name="csX345" fmla="*/ 2182172 w 2423116"/>
                <a:gd name="csY345" fmla="*/ 481885 h 1110733"/>
                <a:gd name="csX346" fmla="*/ 2182172 w 2423116"/>
                <a:gd name="csY346" fmla="*/ 510935 h 1110733"/>
                <a:gd name="csX347" fmla="*/ 2165084 w 2423116"/>
                <a:gd name="csY347" fmla="*/ 517770 h 1110733"/>
                <a:gd name="csX348" fmla="*/ 2144577 w 2423116"/>
                <a:gd name="csY348" fmla="*/ 512644 h 1110733"/>
                <a:gd name="csX349" fmla="*/ 2147995 w 2423116"/>
                <a:gd name="csY349" fmla="*/ 528023 h 1110733"/>
                <a:gd name="csX350" fmla="*/ 2168501 w 2423116"/>
                <a:gd name="csY350" fmla="*/ 538276 h 1110733"/>
                <a:gd name="csX351" fmla="*/ 2177046 w 2423116"/>
                <a:gd name="csY351" fmla="*/ 553656 h 1110733"/>
                <a:gd name="csX352" fmla="*/ 2178754 w 2423116"/>
                <a:gd name="csY352" fmla="*/ 577579 h 1110733"/>
                <a:gd name="csX353" fmla="*/ 2180463 w 2423116"/>
                <a:gd name="csY353" fmla="*/ 599794 h 1110733"/>
                <a:gd name="csX354" fmla="*/ 2190716 w 2423116"/>
                <a:gd name="csY354" fmla="*/ 615174 h 1110733"/>
                <a:gd name="csX355" fmla="*/ 2221474 w 2423116"/>
                <a:gd name="csY355" fmla="*/ 618591 h 1110733"/>
                <a:gd name="csX356" fmla="*/ 2247107 w 2423116"/>
                <a:gd name="csY356" fmla="*/ 591250 h 1110733"/>
                <a:gd name="csX357" fmla="*/ 2257360 w 2423116"/>
                <a:gd name="csY357" fmla="*/ 553656 h 1110733"/>
                <a:gd name="csX358" fmla="*/ 2282992 w 2423116"/>
                <a:gd name="csY358" fmla="*/ 551947 h 1110733"/>
                <a:gd name="csX359" fmla="*/ 2303498 w 2423116"/>
                <a:gd name="csY359" fmla="*/ 548530 h 1110733"/>
                <a:gd name="csX360" fmla="*/ 2329131 w 2423116"/>
                <a:gd name="csY360" fmla="*/ 541694 h 1110733"/>
                <a:gd name="csX361" fmla="*/ 2354764 w 2423116"/>
                <a:gd name="csY361" fmla="*/ 533151 h 1110733"/>
                <a:gd name="csX362" fmla="*/ 2373560 w 2423116"/>
                <a:gd name="csY362" fmla="*/ 534859 h 1110733"/>
                <a:gd name="csX363" fmla="*/ 2378686 w 2423116"/>
                <a:gd name="csY363" fmla="*/ 512644 h 1110733"/>
                <a:gd name="csX364" fmla="*/ 2383813 w 2423116"/>
                <a:gd name="csY364" fmla="*/ 498974 h 1110733"/>
                <a:gd name="csX365" fmla="*/ 2394065 w 2423116"/>
                <a:gd name="csY365" fmla="*/ 483593 h 1110733"/>
                <a:gd name="csX366" fmla="*/ 2409446 w 2423116"/>
                <a:gd name="csY366" fmla="*/ 469923 h 1110733"/>
                <a:gd name="csX367" fmla="*/ 2416282 w 2423116"/>
                <a:gd name="csY367" fmla="*/ 454543 h 1110733"/>
                <a:gd name="csX368" fmla="*/ 2423116 w 2423116"/>
                <a:gd name="csY368" fmla="*/ 411823 h 1110733"/>
                <a:gd name="csX369" fmla="*/ 2417990 w 2423116"/>
                <a:gd name="csY369" fmla="*/ 372520 h 1110733"/>
                <a:gd name="csX370" fmla="*/ 2409446 w 2423116"/>
                <a:gd name="csY370" fmla="*/ 343471 h 1110733"/>
                <a:gd name="csX371" fmla="*/ 2399192 w 2423116"/>
                <a:gd name="csY371" fmla="*/ 331509 h 1110733"/>
                <a:gd name="csX372" fmla="*/ 2378686 w 2423116"/>
                <a:gd name="csY372" fmla="*/ 311002 h 1110733"/>
                <a:gd name="csX373" fmla="*/ 2347928 w 2423116"/>
                <a:gd name="csY373" fmla="*/ 304167 h 1110733"/>
                <a:gd name="csX374" fmla="*/ 2341093 w 2423116"/>
                <a:gd name="csY374" fmla="*/ 292205 h 1110733"/>
                <a:gd name="csX375" fmla="*/ 2317168 w 2423116"/>
                <a:gd name="csY375" fmla="*/ 288787 h 1110733"/>
                <a:gd name="csX376" fmla="*/ 2293246 w 2423116"/>
                <a:gd name="csY376" fmla="*/ 293915 h 1110733"/>
                <a:gd name="csX377" fmla="*/ 2289827 w 2423116"/>
                <a:gd name="csY377" fmla="*/ 278534 h 1110733"/>
                <a:gd name="csX378" fmla="*/ 2267613 w 2423116"/>
                <a:gd name="csY378" fmla="*/ 269991 h 1110733"/>
                <a:gd name="csX379" fmla="*/ 2253943 w 2423116"/>
                <a:gd name="csY379" fmla="*/ 247776 h 1110733"/>
                <a:gd name="csX380" fmla="*/ 2267613 w 2423116"/>
                <a:gd name="csY380" fmla="*/ 239233 h 1110733"/>
                <a:gd name="csX381" fmla="*/ 2269322 w 2423116"/>
                <a:gd name="csY381" fmla="*/ 220435 h 1110733"/>
                <a:gd name="csX382" fmla="*/ 2260777 w 2423116"/>
                <a:gd name="csY382" fmla="*/ 208473 h 1110733"/>
                <a:gd name="csX383" fmla="*/ 2272739 w 2423116"/>
                <a:gd name="csY383" fmla="*/ 191385 h 1110733"/>
                <a:gd name="csX384" fmla="*/ 2272739 w 2423116"/>
                <a:gd name="csY384" fmla="*/ 176005 h 1110733"/>
                <a:gd name="csX385" fmla="*/ 2253943 w 2423116"/>
                <a:gd name="csY385" fmla="*/ 176005 h 1110733"/>
                <a:gd name="csX386" fmla="*/ 2243688 w 2423116"/>
                <a:gd name="csY386" fmla="*/ 158917 h 1110733"/>
                <a:gd name="csX387" fmla="*/ 2245398 w 2423116"/>
                <a:gd name="csY387" fmla="*/ 146955 h 1110733"/>
                <a:gd name="csX388" fmla="*/ 2235145 w 2423116"/>
                <a:gd name="csY388" fmla="*/ 145246 h 1110733"/>
                <a:gd name="csX389" fmla="*/ 2219766 w 2423116"/>
                <a:gd name="csY389" fmla="*/ 145246 h 1110733"/>
                <a:gd name="csX390" fmla="*/ 2209513 w 2423116"/>
                <a:gd name="csY390" fmla="*/ 124740 h 1110733"/>
                <a:gd name="csX391" fmla="*/ 2189006 w 2423116"/>
                <a:gd name="csY391" fmla="*/ 107652 h 1110733"/>
                <a:gd name="csX392" fmla="*/ 2168501 w 2423116"/>
                <a:gd name="csY392" fmla="*/ 116197 h 1110733"/>
                <a:gd name="csX393" fmla="*/ 2149703 w 2423116"/>
                <a:gd name="csY393" fmla="*/ 104235 h 1110733"/>
                <a:gd name="csX394" fmla="*/ 2130907 w 2423116"/>
                <a:gd name="csY394" fmla="*/ 99108 h 1110733"/>
                <a:gd name="csX395" fmla="*/ 2105274 w 2423116"/>
                <a:gd name="csY395" fmla="*/ 102526 h 1110733"/>
                <a:gd name="csX396" fmla="*/ 2088187 w 2423116"/>
                <a:gd name="csY396" fmla="*/ 92273 h 1110733"/>
                <a:gd name="csX397" fmla="*/ 2088187 w 2423116"/>
                <a:gd name="csY397" fmla="*/ 80311 h 1110733"/>
                <a:gd name="csX398" fmla="*/ 2062553 w 2423116"/>
                <a:gd name="csY398" fmla="*/ 46134 h 1110733"/>
                <a:gd name="csX399" fmla="*/ 2069389 w 2423116"/>
                <a:gd name="csY399" fmla="*/ 35881 h 1110733"/>
                <a:gd name="csX400" fmla="*/ 2084768 w 2423116"/>
                <a:gd name="csY400" fmla="*/ 25628 h 1110733"/>
                <a:gd name="csX401" fmla="*/ 2096730 w 2423116"/>
                <a:gd name="csY401" fmla="*/ 1705 h 1110733"/>
                <a:gd name="csX402" fmla="*/ 2097867 w 2423116"/>
                <a:gd name="csY402" fmla="*/ 0 h 1110733"/>
                <a:gd name="csX403" fmla="*/ 1427893 w 2423116"/>
                <a:gd name="csY403" fmla="*/ 0 h 1110733"/>
                <a:gd name="csX404" fmla="*/ 1401290 w 2423116"/>
                <a:gd name="csY404" fmla="*/ 0 h 1110733"/>
                <a:gd name="csX405" fmla="*/ 1401228 w 2423116"/>
                <a:gd name="csY405" fmla="*/ 0 h 1110733"/>
                <a:gd name="csX406" fmla="*/ 1484133 w 2423116"/>
                <a:gd name="csY406" fmla="*/ 94854 h 1110733"/>
                <a:gd name="csX0" fmla="*/ 1392693 w 2423116"/>
                <a:gd name="csY0" fmla="*/ 3414 h 1110733"/>
                <a:gd name="csX1" fmla="*/ 1387607 w 2423116"/>
                <a:gd name="csY1" fmla="*/ 2849 h 1110733"/>
                <a:gd name="csX2" fmla="*/ 541694 w 2423116"/>
                <a:gd name="csY2" fmla="*/ 0 h 1110733"/>
                <a:gd name="csX3" fmla="*/ 517775 w 2423116"/>
                <a:gd name="csY3" fmla="*/ 23919 h 1110733"/>
                <a:gd name="csX4" fmla="*/ 502396 w 2423116"/>
                <a:gd name="csY4" fmla="*/ 54679 h 1110733"/>
                <a:gd name="csX5" fmla="*/ 502396 w 2423116"/>
                <a:gd name="csY5" fmla="*/ 71767 h 1110733"/>
                <a:gd name="csX6" fmla="*/ 495560 w 2423116"/>
                <a:gd name="csY6" fmla="*/ 90564 h 1110733"/>
                <a:gd name="csX7" fmla="*/ 481889 w 2423116"/>
                <a:gd name="csY7" fmla="*/ 90564 h 1110733"/>
                <a:gd name="csX8" fmla="*/ 451130 w 2423116"/>
                <a:gd name="csY8" fmla="*/ 102526 h 1110733"/>
                <a:gd name="csX9" fmla="*/ 427207 w 2423116"/>
                <a:gd name="csY9" fmla="*/ 104235 h 1110733"/>
                <a:gd name="csX10" fmla="*/ 422080 w 2423116"/>
                <a:gd name="csY10" fmla="*/ 93982 h 1110733"/>
                <a:gd name="csX11" fmla="*/ 408410 w 2423116"/>
                <a:gd name="csY11" fmla="*/ 93982 h 1110733"/>
                <a:gd name="csX12" fmla="*/ 406701 w 2423116"/>
                <a:gd name="csY12" fmla="*/ 82020 h 1110733"/>
                <a:gd name="csX13" fmla="*/ 391322 w 2423116"/>
                <a:gd name="csY13" fmla="*/ 83728 h 1110733"/>
                <a:gd name="csX14" fmla="*/ 389613 w 2423116"/>
                <a:gd name="csY14" fmla="*/ 99108 h 1110733"/>
                <a:gd name="csX15" fmla="*/ 365689 w 2423116"/>
                <a:gd name="csY15" fmla="*/ 128157 h 1110733"/>
                <a:gd name="csX16" fmla="*/ 384486 w 2423116"/>
                <a:gd name="csY16" fmla="*/ 150372 h 1110733"/>
                <a:gd name="csX17" fmla="*/ 396448 w 2423116"/>
                <a:gd name="csY17" fmla="*/ 138410 h 1110733"/>
                <a:gd name="csX18" fmla="*/ 413537 w 2423116"/>
                <a:gd name="csY18" fmla="*/ 141828 h 1110733"/>
                <a:gd name="csX19" fmla="*/ 423164 w 2423116"/>
                <a:gd name="csY19" fmla="*/ 141828 h 1110733"/>
                <a:gd name="csX20" fmla="*/ 423164 w 2423116"/>
                <a:gd name="csY20" fmla="*/ 159038 h 1110733"/>
                <a:gd name="csX21" fmla="*/ 416954 w 2423116"/>
                <a:gd name="csY21" fmla="*/ 158917 h 1110733"/>
                <a:gd name="csX22" fmla="*/ 410118 w 2423116"/>
                <a:gd name="csY22" fmla="*/ 169169 h 1110733"/>
                <a:gd name="csX23" fmla="*/ 413537 w 2423116"/>
                <a:gd name="csY23" fmla="*/ 187967 h 1110733"/>
                <a:gd name="csX24" fmla="*/ 399866 w 2423116"/>
                <a:gd name="csY24" fmla="*/ 208473 h 1110733"/>
                <a:gd name="csX25" fmla="*/ 314425 w 2423116"/>
                <a:gd name="csY25" fmla="*/ 210182 h 1110733"/>
                <a:gd name="csX26" fmla="*/ 283666 w 2423116"/>
                <a:gd name="csY26" fmla="*/ 215308 h 1110733"/>
                <a:gd name="csX27" fmla="*/ 276830 w 2423116"/>
                <a:gd name="csY27" fmla="*/ 237523 h 1110733"/>
                <a:gd name="csX28" fmla="*/ 281956 w 2423116"/>
                <a:gd name="csY28" fmla="*/ 259738 h 1110733"/>
                <a:gd name="csX29" fmla="*/ 305880 w 2423116"/>
                <a:gd name="csY29" fmla="*/ 295623 h 1110733"/>
                <a:gd name="csX30" fmla="*/ 334930 w 2423116"/>
                <a:gd name="csY30" fmla="*/ 304167 h 1110733"/>
                <a:gd name="csX31" fmla="*/ 348600 w 2423116"/>
                <a:gd name="csY31" fmla="*/ 328090 h 1110733"/>
                <a:gd name="csX32" fmla="*/ 341766 w 2423116"/>
                <a:gd name="csY32" fmla="*/ 340052 h 1110733"/>
                <a:gd name="csX33" fmla="*/ 324678 w 2423116"/>
                <a:gd name="csY33" fmla="*/ 329799 h 1110733"/>
                <a:gd name="csX34" fmla="*/ 333221 w 2423116"/>
                <a:gd name="csY34" fmla="*/ 348597 h 1110733"/>
                <a:gd name="csX35" fmla="*/ 328095 w 2423116"/>
                <a:gd name="csY35" fmla="*/ 375938 h 1110733"/>
                <a:gd name="csX36" fmla="*/ 341766 w 2423116"/>
                <a:gd name="csY36" fmla="*/ 418658 h 1110733"/>
                <a:gd name="csX37" fmla="*/ 353727 w 2423116"/>
                <a:gd name="csY37" fmla="*/ 444290 h 1110733"/>
                <a:gd name="csX38" fmla="*/ 353727 w 2423116"/>
                <a:gd name="csY38" fmla="*/ 461379 h 1110733"/>
                <a:gd name="csX39" fmla="*/ 343474 w 2423116"/>
                <a:gd name="csY39" fmla="*/ 480176 h 1110733"/>
                <a:gd name="csX40" fmla="*/ 328095 w 2423116"/>
                <a:gd name="csY40" fmla="*/ 471633 h 1110733"/>
                <a:gd name="csX41" fmla="*/ 317842 w 2423116"/>
                <a:gd name="csY41" fmla="*/ 490429 h 1110733"/>
                <a:gd name="csX42" fmla="*/ 331512 w 2423116"/>
                <a:gd name="csY42" fmla="*/ 529732 h 1110733"/>
                <a:gd name="csX43" fmla="*/ 360563 w 2423116"/>
                <a:gd name="csY43" fmla="*/ 553656 h 1110733"/>
                <a:gd name="csX44" fmla="*/ 379360 w 2423116"/>
                <a:gd name="csY44" fmla="*/ 563909 h 1110733"/>
                <a:gd name="csX45" fmla="*/ 387904 w 2423116"/>
                <a:gd name="csY45" fmla="*/ 557073 h 1110733"/>
                <a:gd name="csX46" fmla="*/ 411827 w 2423116"/>
                <a:gd name="csY46" fmla="*/ 548530 h 1110733"/>
                <a:gd name="csX47" fmla="*/ 420371 w 2423116"/>
                <a:gd name="csY47" fmla="*/ 560492 h 1110733"/>
                <a:gd name="csX48" fmla="*/ 427207 w 2423116"/>
                <a:gd name="csY48" fmla="*/ 579288 h 1110733"/>
                <a:gd name="csX49" fmla="*/ 461384 w 2423116"/>
                <a:gd name="csY49" fmla="*/ 589541 h 1110733"/>
                <a:gd name="csX50" fmla="*/ 480181 w 2423116"/>
                <a:gd name="csY50" fmla="*/ 610046 h 1110733"/>
                <a:gd name="csX51" fmla="*/ 451130 w 2423116"/>
                <a:gd name="csY51" fmla="*/ 615174 h 1110733"/>
                <a:gd name="csX52" fmla="*/ 442586 w 2423116"/>
                <a:gd name="csY52" fmla="*/ 627134 h 1110733"/>
                <a:gd name="csX53" fmla="*/ 439168 w 2423116"/>
                <a:gd name="csY53" fmla="*/ 640806 h 1110733"/>
                <a:gd name="csX54" fmla="*/ 430625 w 2423116"/>
                <a:gd name="csY54" fmla="*/ 642515 h 1110733"/>
                <a:gd name="csX55" fmla="*/ 413537 w 2423116"/>
                <a:gd name="csY55" fmla="*/ 627134 h 1110733"/>
                <a:gd name="csX56" fmla="*/ 389613 w 2423116"/>
                <a:gd name="csY56" fmla="*/ 632261 h 1110733"/>
                <a:gd name="csX57" fmla="*/ 379360 w 2423116"/>
                <a:gd name="csY57" fmla="*/ 633970 h 1110733"/>
                <a:gd name="csX58" fmla="*/ 384486 w 2423116"/>
                <a:gd name="csY58" fmla="*/ 649351 h 1110733"/>
                <a:gd name="csX59" fmla="*/ 403284 w 2423116"/>
                <a:gd name="csY59" fmla="*/ 649351 h 1110733"/>
                <a:gd name="csX60" fmla="*/ 425497 w 2423116"/>
                <a:gd name="csY60" fmla="*/ 669856 h 1110733"/>
                <a:gd name="csX61" fmla="*/ 420371 w 2423116"/>
                <a:gd name="csY61" fmla="*/ 680109 h 1110733"/>
                <a:gd name="csX62" fmla="*/ 422080 w 2423116"/>
                <a:gd name="csY62" fmla="*/ 695488 h 1110733"/>
                <a:gd name="csX63" fmla="*/ 415245 w 2423116"/>
                <a:gd name="csY63" fmla="*/ 705741 h 1110733"/>
                <a:gd name="csX64" fmla="*/ 416954 w 2423116"/>
                <a:gd name="csY64" fmla="*/ 714285 h 1110733"/>
                <a:gd name="csX65" fmla="*/ 427207 w 2423116"/>
                <a:gd name="csY65" fmla="*/ 745044 h 1110733"/>
                <a:gd name="csX66" fmla="*/ 428916 w 2423116"/>
                <a:gd name="csY66" fmla="*/ 768968 h 1110733"/>
                <a:gd name="csX67" fmla="*/ 430625 w 2423116"/>
                <a:gd name="csY67" fmla="*/ 794600 h 1110733"/>
                <a:gd name="csX68" fmla="*/ 422080 w 2423116"/>
                <a:gd name="csY68" fmla="*/ 794600 h 1110733"/>
                <a:gd name="csX69" fmla="*/ 413537 w 2423116"/>
                <a:gd name="csY69" fmla="*/ 777511 h 1110733"/>
                <a:gd name="csX70" fmla="*/ 404992 w 2423116"/>
                <a:gd name="csY70" fmla="*/ 755297 h 1110733"/>
                <a:gd name="csX71" fmla="*/ 406701 w 2423116"/>
                <a:gd name="csY71" fmla="*/ 729665 h 1110733"/>
                <a:gd name="csX72" fmla="*/ 393030 w 2423116"/>
                <a:gd name="csY72" fmla="*/ 710867 h 1110733"/>
                <a:gd name="csX73" fmla="*/ 369107 w 2423116"/>
                <a:gd name="csY73" fmla="*/ 705741 h 1110733"/>
                <a:gd name="csX74" fmla="*/ 365689 w 2423116"/>
                <a:gd name="csY74" fmla="*/ 680109 h 1110733"/>
                <a:gd name="csX75" fmla="*/ 314425 w 2423116"/>
                <a:gd name="csY75" fmla="*/ 680109 h 1110733"/>
                <a:gd name="csX76" fmla="*/ 295627 w 2423116"/>
                <a:gd name="csY76" fmla="*/ 695488 h 1110733"/>
                <a:gd name="csX77" fmla="*/ 278539 w 2423116"/>
                <a:gd name="csY77" fmla="*/ 690362 h 1110733"/>
                <a:gd name="csX78" fmla="*/ 271704 w 2423116"/>
                <a:gd name="csY78" fmla="*/ 676692 h 1110733"/>
                <a:gd name="csX79" fmla="*/ 273413 w 2423116"/>
                <a:gd name="csY79" fmla="*/ 659602 h 1110733"/>
                <a:gd name="csX80" fmla="*/ 254615 w 2423116"/>
                <a:gd name="csY80" fmla="*/ 630553 h 1110733"/>
                <a:gd name="csX81" fmla="*/ 230692 w 2423116"/>
                <a:gd name="csY81" fmla="*/ 630553 h 1110733"/>
                <a:gd name="csX82" fmla="*/ 228983 w 2423116"/>
                <a:gd name="csY82" fmla="*/ 616882 h 1110733"/>
                <a:gd name="csX83" fmla="*/ 234109 w 2423116"/>
                <a:gd name="csY83" fmla="*/ 601503 h 1110733"/>
                <a:gd name="csX84" fmla="*/ 222148 w 2423116"/>
                <a:gd name="csY84" fmla="*/ 584414 h 1110733"/>
                <a:gd name="csX85" fmla="*/ 206768 w 2423116"/>
                <a:gd name="csY85" fmla="*/ 579288 h 1110733"/>
                <a:gd name="csX86" fmla="*/ 199933 w 2423116"/>
                <a:gd name="csY86" fmla="*/ 562200 h 1110733"/>
                <a:gd name="csX87" fmla="*/ 184554 w 2423116"/>
                <a:gd name="csY87" fmla="*/ 557073 h 1110733"/>
                <a:gd name="csX88" fmla="*/ 167466 w 2423116"/>
                <a:gd name="csY88" fmla="*/ 565618 h 1110733"/>
                <a:gd name="csX89" fmla="*/ 157212 w 2423116"/>
                <a:gd name="csY89" fmla="*/ 558782 h 1110733"/>
                <a:gd name="csX90" fmla="*/ 148669 w 2423116"/>
                <a:gd name="csY90" fmla="*/ 546821 h 1110733"/>
                <a:gd name="csX91" fmla="*/ 148669 w 2423116"/>
                <a:gd name="csY91" fmla="*/ 539985 h 1110733"/>
                <a:gd name="csX92" fmla="*/ 107657 w 2423116"/>
                <a:gd name="csY92" fmla="*/ 510934 h 1110733"/>
                <a:gd name="csX93" fmla="*/ 87151 w 2423116"/>
                <a:gd name="csY93" fmla="*/ 567326 h 1110733"/>
                <a:gd name="csX94" fmla="*/ 73480 w 2423116"/>
                <a:gd name="csY94" fmla="*/ 572452 h 1110733"/>
                <a:gd name="csX95" fmla="*/ 88859 w 2423116"/>
                <a:gd name="csY95" fmla="*/ 596376 h 1110733"/>
                <a:gd name="csX96" fmla="*/ 90568 w 2423116"/>
                <a:gd name="csY96" fmla="*/ 622008 h 1110733"/>
                <a:gd name="csX97" fmla="*/ 126453 w 2423116"/>
                <a:gd name="csY97" fmla="*/ 625426 h 1110733"/>
                <a:gd name="csX98" fmla="*/ 140124 w 2423116"/>
                <a:gd name="csY98" fmla="*/ 625426 h 1110733"/>
                <a:gd name="csX99" fmla="*/ 124745 w 2423116"/>
                <a:gd name="csY99" fmla="*/ 647641 h 1110733"/>
                <a:gd name="csX100" fmla="*/ 104238 w 2423116"/>
                <a:gd name="csY100" fmla="*/ 661311 h 1110733"/>
                <a:gd name="csX101" fmla="*/ 88859 w 2423116"/>
                <a:gd name="csY101" fmla="*/ 661311 h 1110733"/>
                <a:gd name="csX102" fmla="*/ 73480 w 2423116"/>
                <a:gd name="csY102" fmla="*/ 647641 h 1110733"/>
                <a:gd name="csX103" fmla="*/ 59810 w 2423116"/>
                <a:gd name="csY103" fmla="*/ 649351 h 1110733"/>
                <a:gd name="csX104" fmla="*/ 46139 w 2423116"/>
                <a:gd name="csY104" fmla="*/ 647641 h 1110733"/>
                <a:gd name="csX105" fmla="*/ 25633 w 2423116"/>
                <a:gd name="csY105" fmla="*/ 640806 h 1110733"/>
                <a:gd name="csX106" fmla="*/ 10253 w 2423116"/>
                <a:gd name="csY106" fmla="*/ 642515 h 1110733"/>
                <a:gd name="csX107" fmla="*/ 11962 w 2423116"/>
                <a:gd name="csY107" fmla="*/ 652768 h 1110733"/>
                <a:gd name="csX108" fmla="*/ 34177 w 2423116"/>
                <a:gd name="csY108" fmla="*/ 664730 h 1110733"/>
                <a:gd name="csX109" fmla="*/ 32469 w 2423116"/>
                <a:gd name="csY109" fmla="*/ 676692 h 1110733"/>
                <a:gd name="csX110" fmla="*/ 23924 w 2423116"/>
                <a:gd name="csY110" fmla="*/ 704033 h 1110733"/>
                <a:gd name="csX111" fmla="*/ 52974 w 2423116"/>
                <a:gd name="csY111" fmla="*/ 734791 h 1110733"/>
                <a:gd name="csX112" fmla="*/ 58101 w 2423116"/>
                <a:gd name="csY112" fmla="*/ 760423 h 1110733"/>
                <a:gd name="csX113" fmla="*/ 41012 w 2423116"/>
                <a:gd name="csY113" fmla="*/ 768968 h 1110733"/>
                <a:gd name="csX114" fmla="*/ 20507 w 2423116"/>
                <a:gd name="csY114" fmla="*/ 757006 h 1110733"/>
                <a:gd name="csX115" fmla="*/ 3419 w 2423116"/>
                <a:gd name="csY115" fmla="*/ 736500 h 1110733"/>
                <a:gd name="csX116" fmla="*/ 0 w 2423116"/>
                <a:gd name="csY116" fmla="*/ 746753 h 1110733"/>
                <a:gd name="csX117" fmla="*/ 27341 w 2423116"/>
                <a:gd name="csY117" fmla="*/ 779221 h 1110733"/>
                <a:gd name="csX118" fmla="*/ 34177 w 2423116"/>
                <a:gd name="csY118" fmla="*/ 796309 h 1110733"/>
                <a:gd name="csX119" fmla="*/ 52974 w 2423116"/>
                <a:gd name="csY119" fmla="*/ 791182 h 1110733"/>
                <a:gd name="csX120" fmla="*/ 66644 w 2423116"/>
                <a:gd name="csY120" fmla="*/ 780930 h 1110733"/>
                <a:gd name="csX121" fmla="*/ 82025 w 2423116"/>
                <a:gd name="csY121" fmla="*/ 784347 h 1110733"/>
                <a:gd name="csX122" fmla="*/ 88859 w 2423116"/>
                <a:gd name="csY122" fmla="*/ 798018 h 1110733"/>
                <a:gd name="csX123" fmla="*/ 102530 w 2423116"/>
                <a:gd name="csY123" fmla="*/ 808272 h 1110733"/>
                <a:gd name="csX124" fmla="*/ 124745 w 2423116"/>
                <a:gd name="csY124" fmla="*/ 808272 h 1110733"/>
                <a:gd name="csX125" fmla="*/ 145250 w 2423116"/>
                <a:gd name="csY125" fmla="*/ 842448 h 1110733"/>
                <a:gd name="csX126" fmla="*/ 140124 w 2423116"/>
                <a:gd name="csY126" fmla="*/ 856118 h 1110733"/>
                <a:gd name="csX127" fmla="*/ 123036 w 2423116"/>
                <a:gd name="csY127" fmla="*/ 854410 h 1110733"/>
                <a:gd name="csX128" fmla="*/ 114492 w 2423116"/>
                <a:gd name="csY128" fmla="*/ 835613 h 1110733"/>
                <a:gd name="csX129" fmla="*/ 92278 w 2423116"/>
                <a:gd name="csY129" fmla="*/ 827068 h 1110733"/>
                <a:gd name="csX130" fmla="*/ 87151 w 2423116"/>
                <a:gd name="csY130" fmla="*/ 811688 h 1110733"/>
                <a:gd name="csX131" fmla="*/ 73480 w 2423116"/>
                <a:gd name="csY131" fmla="*/ 799726 h 1110733"/>
                <a:gd name="csX132" fmla="*/ 56391 w 2423116"/>
                <a:gd name="csY132" fmla="*/ 825360 h 1110733"/>
                <a:gd name="csX133" fmla="*/ 56391 w 2423116"/>
                <a:gd name="csY133" fmla="*/ 844156 h 1110733"/>
                <a:gd name="csX134" fmla="*/ 58101 w 2423116"/>
                <a:gd name="csY134" fmla="*/ 862954 h 1110733"/>
                <a:gd name="csX135" fmla="*/ 71771 w 2423116"/>
                <a:gd name="csY135" fmla="*/ 871497 h 1110733"/>
                <a:gd name="csX136" fmla="*/ 80316 w 2423116"/>
                <a:gd name="csY136" fmla="*/ 880042 h 1110733"/>
                <a:gd name="csX137" fmla="*/ 73480 w 2423116"/>
                <a:gd name="csY137" fmla="*/ 900548 h 1110733"/>
                <a:gd name="csX138" fmla="*/ 66644 w 2423116"/>
                <a:gd name="csY138" fmla="*/ 903966 h 1110733"/>
                <a:gd name="csX139" fmla="*/ 56391 w 2423116"/>
                <a:gd name="csY139" fmla="*/ 903966 h 1110733"/>
                <a:gd name="csX140" fmla="*/ 49556 w 2423116"/>
                <a:gd name="csY140" fmla="*/ 921053 h 1110733"/>
                <a:gd name="csX141" fmla="*/ 42720 w 2423116"/>
                <a:gd name="csY141" fmla="*/ 939851 h 1110733"/>
                <a:gd name="csX142" fmla="*/ 46139 w 2423116"/>
                <a:gd name="csY142" fmla="*/ 960356 h 1110733"/>
                <a:gd name="csX143" fmla="*/ 54682 w 2423116"/>
                <a:gd name="csY143" fmla="*/ 960356 h 1110733"/>
                <a:gd name="csX144" fmla="*/ 58101 w 2423116"/>
                <a:gd name="csY144" fmla="*/ 948394 h 1110733"/>
                <a:gd name="csX145" fmla="*/ 68353 w 2423116"/>
                <a:gd name="csY145" fmla="*/ 948394 h 1110733"/>
                <a:gd name="csX146" fmla="*/ 80316 w 2423116"/>
                <a:gd name="csY146" fmla="*/ 962065 h 1110733"/>
                <a:gd name="csX147" fmla="*/ 92278 w 2423116"/>
                <a:gd name="csY147" fmla="*/ 991116 h 1110733"/>
                <a:gd name="csX148" fmla="*/ 97404 w 2423116"/>
                <a:gd name="csY148" fmla="*/ 1006495 h 1110733"/>
                <a:gd name="csX149" fmla="*/ 109366 w 2423116"/>
                <a:gd name="csY149" fmla="*/ 1013331 h 1110733"/>
                <a:gd name="csX150" fmla="*/ 111074 w 2423116"/>
                <a:gd name="csY150" fmla="*/ 1020166 h 1110733"/>
                <a:gd name="csX151" fmla="*/ 129871 w 2423116"/>
                <a:gd name="csY151" fmla="*/ 1008204 h 1110733"/>
                <a:gd name="csX152" fmla="*/ 153794 w 2423116"/>
                <a:gd name="csY152" fmla="*/ 1013331 h 1110733"/>
                <a:gd name="csX153" fmla="*/ 176010 w 2423116"/>
                <a:gd name="csY153" fmla="*/ 1004786 h 1110733"/>
                <a:gd name="csX154" fmla="*/ 193097 w 2423116"/>
                <a:gd name="csY154" fmla="*/ 996242 h 1110733"/>
                <a:gd name="csX155" fmla="*/ 222148 w 2423116"/>
                <a:gd name="csY155" fmla="*/ 999660 h 1110733"/>
                <a:gd name="csX156" fmla="*/ 235819 w 2423116"/>
                <a:gd name="csY156" fmla="*/ 982571 h 1110733"/>
                <a:gd name="csX157" fmla="*/ 252907 w 2423116"/>
                <a:gd name="csY157" fmla="*/ 979154 h 1110733"/>
                <a:gd name="csX158" fmla="*/ 275122 w 2423116"/>
                <a:gd name="csY158" fmla="*/ 992825 h 1110733"/>
                <a:gd name="csX159" fmla="*/ 311007 w 2423116"/>
                <a:gd name="csY159" fmla="*/ 984281 h 1110733"/>
                <a:gd name="csX160" fmla="*/ 314425 w 2423116"/>
                <a:gd name="csY160" fmla="*/ 970610 h 1110733"/>
                <a:gd name="csX161" fmla="*/ 334930 w 2423116"/>
                <a:gd name="csY161" fmla="*/ 970610 h 1110733"/>
                <a:gd name="csX162" fmla="*/ 343474 w 2423116"/>
                <a:gd name="csY162" fmla="*/ 965484 h 1110733"/>
                <a:gd name="csX163" fmla="*/ 353727 w 2423116"/>
                <a:gd name="csY163" fmla="*/ 974027 h 1110733"/>
                <a:gd name="csX164" fmla="*/ 369107 w 2423116"/>
                <a:gd name="csY164" fmla="*/ 958648 h 1110733"/>
                <a:gd name="csX165" fmla="*/ 384486 w 2423116"/>
                <a:gd name="csY165" fmla="*/ 953522 h 1110733"/>
                <a:gd name="csX166" fmla="*/ 398156 w 2423116"/>
                <a:gd name="csY166" fmla="*/ 953522 h 1110733"/>
                <a:gd name="csX167" fmla="*/ 396448 w 2423116"/>
                <a:gd name="csY167" fmla="*/ 972318 h 1110733"/>
                <a:gd name="csX168" fmla="*/ 394739 w 2423116"/>
                <a:gd name="csY168" fmla="*/ 992825 h 1110733"/>
                <a:gd name="csX169" fmla="*/ 403284 w 2423116"/>
                <a:gd name="csY169" fmla="*/ 1009912 h 1110733"/>
                <a:gd name="csX170" fmla="*/ 403284 w 2423116"/>
                <a:gd name="csY170" fmla="*/ 1030419 h 1110733"/>
                <a:gd name="csX171" fmla="*/ 408410 w 2423116"/>
                <a:gd name="csY171" fmla="*/ 1044089 h 1110733"/>
                <a:gd name="csX172" fmla="*/ 428916 w 2423116"/>
                <a:gd name="csY172" fmla="*/ 1052634 h 1110733"/>
                <a:gd name="csX173" fmla="*/ 447712 w 2423116"/>
                <a:gd name="csY173" fmla="*/ 1033836 h 1110733"/>
                <a:gd name="csX174" fmla="*/ 457966 w 2423116"/>
                <a:gd name="csY174" fmla="*/ 1042381 h 1110733"/>
                <a:gd name="csX175" fmla="*/ 435751 w 2423116"/>
                <a:gd name="csY175" fmla="*/ 1069722 h 1110733"/>
                <a:gd name="csX176" fmla="*/ 430625 w 2423116"/>
                <a:gd name="csY176" fmla="*/ 1081684 h 1110733"/>
                <a:gd name="csX177" fmla="*/ 446004 w 2423116"/>
                <a:gd name="csY177" fmla="*/ 1100481 h 1110733"/>
                <a:gd name="csX178" fmla="*/ 468219 w 2423116"/>
                <a:gd name="csY178" fmla="*/ 1100481 h 1110733"/>
                <a:gd name="csX179" fmla="*/ 456257 w 2423116"/>
                <a:gd name="csY179" fmla="*/ 1081684 h 1110733"/>
                <a:gd name="csX180" fmla="*/ 466510 w 2423116"/>
                <a:gd name="csY180" fmla="*/ 1068013 h 1110733"/>
                <a:gd name="csX181" fmla="*/ 487015 w 2423116"/>
                <a:gd name="csY181" fmla="*/ 1057760 h 1110733"/>
                <a:gd name="csX182" fmla="*/ 498977 w 2423116"/>
                <a:gd name="csY182" fmla="*/ 1047507 h 1110733"/>
                <a:gd name="csX183" fmla="*/ 509230 w 2423116"/>
                <a:gd name="csY183" fmla="*/ 1064594 h 1110733"/>
                <a:gd name="csX184" fmla="*/ 521192 w 2423116"/>
                <a:gd name="csY184" fmla="*/ 1062886 h 1110733"/>
                <a:gd name="csX185" fmla="*/ 545116 w 2423116"/>
                <a:gd name="csY185" fmla="*/ 1030419 h 1110733"/>
                <a:gd name="csX186" fmla="*/ 570748 w 2423116"/>
                <a:gd name="csY186" fmla="*/ 1025293 h 1110733"/>
                <a:gd name="csX187" fmla="*/ 584419 w 2423116"/>
                <a:gd name="csY187" fmla="*/ 1042381 h 1110733"/>
                <a:gd name="csX188" fmla="*/ 610051 w 2423116"/>
                <a:gd name="csY188" fmla="*/ 1042381 h 1110733"/>
                <a:gd name="csX189" fmla="*/ 615177 w 2423116"/>
                <a:gd name="csY189" fmla="*/ 1052634 h 1110733"/>
                <a:gd name="csX190" fmla="*/ 610051 w 2423116"/>
                <a:gd name="csY190" fmla="*/ 1069722 h 1110733"/>
                <a:gd name="csX191" fmla="*/ 613468 w 2423116"/>
                <a:gd name="csY191" fmla="*/ 1076558 h 1110733"/>
                <a:gd name="csX192" fmla="*/ 635684 w 2423116"/>
                <a:gd name="csY192" fmla="*/ 1068013 h 1110733"/>
                <a:gd name="csX193" fmla="*/ 645937 w 2423116"/>
                <a:gd name="csY193" fmla="*/ 1078266 h 1110733"/>
                <a:gd name="csX194" fmla="*/ 654481 w 2423116"/>
                <a:gd name="csY194" fmla="*/ 1091937 h 1110733"/>
                <a:gd name="csX195" fmla="*/ 664733 w 2423116"/>
                <a:gd name="csY195" fmla="*/ 1091937 h 1110733"/>
                <a:gd name="csX196" fmla="*/ 678404 w 2423116"/>
                <a:gd name="csY196" fmla="*/ 1091937 h 1110733"/>
                <a:gd name="csX197" fmla="*/ 693784 w 2423116"/>
                <a:gd name="csY197" fmla="*/ 1091937 h 1110733"/>
                <a:gd name="csX198" fmla="*/ 704036 w 2423116"/>
                <a:gd name="csY198" fmla="*/ 1105607 h 1110733"/>
                <a:gd name="csX199" fmla="*/ 709163 w 2423116"/>
                <a:gd name="csY199" fmla="*/ 1110733 h 1110733"/>
                <a:gd name="csX200" fmla="*/ 722834 w 2423116"/>
                <a:gd name="csY200" fmla="*/ 1100481 h 1110733"/>
                <a:gd name="csX201" fmla="*/ 739922 w 2423116"/>
                <a:gd name="csY201" fmla="*/ 1103899 h 1110733"/>
                <a:gd name="csX202" fmla="*/ 760428 w 2423116"/>
                <a:gd name="csY202" fmla="*/ 1076558 h 1110733"/>
                <a:gd name="csX203" fmla="*/ 774099 w 2423116"/>
                <a:gd name="csY203" fmla="*/ 1064594 h 1110733"/>
                <a:gd name="csX204" fmla="*/ 780933 w 2423116"/>
                <a:gd name="csY204" fmla="*/ 1066304 h 1110733"/>
                <a:gd name="csX205" fmla="*/ 774099 w 2423116"/>
                <a:gd name="csY205" fmla="*/ 1032127 h 1110733"/>
                <a:gd name="csX206" fmla="*/ 787769 w 2423116"/>
                <a:gd name="csY206" fmla="*/ 1006495 h 1110733"/>
                <a:gd name="csX207" fmla="*/ 799731 w 2423116"/>
                <a:gd name="csY207" fmla="*/ 991116 h 1110733"/>
                <a:gd name="csX208" fmla="*/ 813401 w 2423116"/>
                <a:gd name="csY208" fmla="*/ 989407 h 1110733"/>
                <a:gd name="csX209" fmla="*/ 837325 w 2423116"/>
                <a:gd name="csY209" fmla="*/ 989407 h 1110733"/>
                <a:gd name="csX210" fmla="*/ 857832 w 2423116"/>
                <a:gd name="csY210" fmla="*/ 962065 h 1110733"/>
                <a:gd name="csX211" fmla="*/ 862958 w 2423116"/>
                <a:gd name="csY211" fmla="*/ 948394 h 1110733"/>
                <a:gd name="csX212" fmla="*/ 859540 w 2423116"/>
                <a:gd name="csY212" fmla="*/ 933015 h 1110733"/>
                <a:gd name="csX213" fmla="*/ 874919 w 2423116"/>
                <a:gd name="csY213" fmla="*/ 921053 h 1110733"/>
                <a:gd name="csX214" fmla="*/ 888590 w 2423116"/>
                <a:gd name="csY214" fmla="*/ 919345 h 1110733"/>
                <a:gd name="csX215" fmla="*/ 892009 w 2423116"/>
                <a:gd name="csY215" fmla="*/ 893712 h 1110733"/>
                <a:gd name="csX216" fmla="*/ 921058 w 2423116"/>
                <a:gd name="csY216" fmla="*/ 885168 h 1110733"/>
                <a:gd name="csX217" fmla="*/ 939855 w 2423116"/>
                <a:gd name="csY217" fmla="*/ 897131 h 1110733"/>
                <a:gd name="csX218" fmla="*/ 950108 w 2423116"/>
                <a:gd name="csY218" fmla="*/ 897131 h 1110733"/>
                <a:gd name="csX219" fmla="*/ 967196 w 2423116"/>
                <a:gd name="csY219" fmla="*/ 892004 h 1110733"/>
                <a:gd name="csX220" fmla="*/ 970614 w 2423116"/>
                <a:gd name="csY220" fmla="*/ 871497 h 1110733"/>
                <a:gd name="csX221" fmla="*/ 985993 w 2423116"/>
                <a:gd name="csY221" fmla="*/ 871497 h 1110733"/>
                <a:gd name="csX222" fmla="*/ 996247 w 2423116"/>
                <a:gd name="csY222" fmla="*/ 886877 h 1110733"/>
                <a:gd name="csX223" fmla="*/ 1006499 w 2423116"/>
                <a:gd name="csY223" fmla="*/ 876625 h 1110733"/>
                <a:gd name="csX224" fmla="*/ 1059472 w 2423116"/>
                <a:gd name="csY224" fmla="*/ 868080 h 1110733"/>
                <a:gd name="csX225" fmla="*/ 1069726 w 2423116"/>
                <a:gd name="csY225" fmla="*/ 881751 h 1110733"/>
                <a:gd name="csX226" fmla="*/ 1083397 w 2423116"/>
                <a:gd name="csY226" fmla="*/ 909093 h 1110733"/>
                <a:gd name="csX227" fmla="*/ 1090232 w 2423116"/>
                <a:gd name="csY227" fmla="*/ 912510 h 1110733"/>
                <a:gd name="csX228" fmla="*/ 1103902 w 2423116"/>
                <a:gd name="csY228" fmla="*/ 898840 h 1110733"/>
                <a:gd name="csX229" fmla="*/ 1144914 w 2423116"/>
                <a:gd name="csY229" fmla="*/ 898840 h 1110733"/>
                <a:gd name="csX230" fmla="*/ 1155167 w 2423116"/>
                <a:gd name="csY230" fmla="*/ 905674 h 1110733"/>
                <a:gd name="csX231" fmla="*/ 1160294 w 2423116"/>
                <a:gd name="csY231" fmla="*/ 917636 h 1110733"/>
                <a:gd name="csX232" fmla="*/ 1165420 w 2423116"/>
                <a:gd name="csY232" fmla="*/ 922763 h 1110733"/>
                <a:gd name="csX233" fmla="*/ 1167129 w 2423116"/>
                <a:gd name="csY233" fmla="*/ 902257 h 1110733"/>
                <a:gd name="csX234" fmla="*/ 1177382 w 2423116"/>
                <a:gd name="csY234" fmla="*/ 886877 h 1110733"/>
                <a:gd name="csX235" fmla="*/ 1189344 w 2423116"/>
                <a:gd name="csY235" fmla="*/ 890295 h 1110733"/>
                <a:gd name="csX236" fmla="*/ 1196178 w 2423116"/>
                <a:gd name="csY236" fmla="*/ 869789 h 1110733"/>
                <a:gd name="csX237" fmla="*/ 1232064 w 2423116"/>
                <a:gd name="csY237" fmla="*/ 844156 h 1110733"/>
                <a:gd name="csX238" fmla="*/ 1250862 w 2423116"/>
                <a:gd name="csY238" fmla="*/ 856118 h 1110733"/>
                <a:gd name="csX239" fmla="*/ 1267950 w 2423116"/>
                <a:gd name="csY239" fmla="*/ 862954 h 1110733"/>
                <a:gd name="csX240" fmla="*/ 1320923 w 2423116"/>
                <a:gd name="csY240" fmla="*/ 861245 h 1110733"/>
                <a:gd name="csX241" fmla="*/ 1344847 w 2423116"/>
                <a:gd name="csY241" fmla="*/ 862954 h 1110733"/>
                <a:gd name="csX242" fmla="*/ 1361934 w 2423116"/>
                <a:gd name="csY242" fmla="*/ 844156 h 1110733"/>
                <a:gd name="csX243" fmla="*/ 1389275 w 2423116"/>
                <a:gd name="csY243" fmla="*/ 852701 h 1110733"/>
                <a:gd name="csX244" fmla="*/ 1396111 w 2423116"/>
                <a:gd name="csY244" fmla="*/ 861245 h 1110733"/>
                <a:gd name="csX245" fmla="*/ 1408073 w 2423116"/>
                <a:gd name="csY245" fmla="*/ 861245 h 1110733"/>
                <a:gd name="csX246" fmla="*/ 1411491 w 2423116"/>
                <a:gd name="csY246" fmla="*/ 840739 h 1110733"/>
                <a:gd name="csX247" fmla="*/ 1420035 w 2423116"/>
                <a:gd name="csY247" fmla="*/ 828777 h 1110733"/>
                <a:gd name="csX248" fmla="*/ 1411491 w 2423116"/>
                <a:gd name="csY248" fmla="*/ 804853 h 1110733"/>
                <a:gd name="csX249" fmla="*/ 1413199 w 2423116"/>
                <a:gd name="csY249" fmla="*/ 791182 h 1110733"/>
                <a:gd name="csX250" fmla="*/ 1425162 w 2423116"/>
                <a:gd name="csY250" fmla="*/ 777511 h 1110733"/>
                <a:gd name="csX251" fmla="*/ 1430288 w 2423116"/>
                <a:gd name="csY251" fmla="*/ 775802 h 1110733"/>
                <a:gd name="csX252" fmla="*/ 1433706 w 2423116"/>
                <a:gd name="csY252" fmla="*/ 748461 h 1110733"/>
                <a:gd name="csX253" fmla="*/ 1431997 w 2423116"/>
                <a:gd name="csY253" fmla="*/ 729665 h 1110733"/>
                <a:gd name="csX254" fmla="*/ 1414908 w 2423116"/>
                <a:gd name="csY254" fmla="*/ 719412 h 1110733"/>
                <a:gd name="csX255" fmla="*/ 1408073 w 2423116"/>
                <a:gd name="csY255" fmla="*/ 700614 h 1110733"/>
                <a:gd name="csX256" fmla="*/ 1387567 w 2423116"/>
                <a:gd name="csY256" fmla="*/ 695488 h 1110733"/>
                <a:gd name="csX257" fmla="*/ 1355100 w 2423116"/>
                <a:gd name="csY257" fmla="*/ 690362 h 1110733"/>
                <a:gd name="csX258" fmla="*/ 1341429 w 2423116"/>
                <a:gd name="csY258" fmla="*/ 668147 h 1110733"/>
                <a:gd name="csX259" fmla="*/ 1344847 w 2423116"/>
                <a:gd name="csY259" fmla="*/ 642515 h 1110733"/>
                <a:gd name="csX260" fmla="*/ 1343138 w 2423116"/>
                <a:gd name="csY260" fmla="*/ 613464 h 1110733"/>
                <a:gd name="csX261" fmla="*/ 1336303 w 2423116"/>
                <a:gd name="csY261" fmla="*/ 604920 h 1110733"/>
                <a:gd name="csX262" fmla="*/ 1319455 w 2423116"/>
                <a:gd name="csY262" fmla="*/ 603389 h 1110733"/>
                <a:gd name="csX263" fmla="*/ 1319455 w 2423116"/>
                <a:gd name="csY263" fmla="*/ 591704 h 1110733"/>
                <a:gd name="csX264" fmla="*/ 1322632 w 2423116"/>
                <a:gd name="csY264" fmla="*/ 591250 h 1110733"/>
                <a:gd name="csX265" fmla="*/ 1320923 w 2423116"/>
                <a:gd name="csY265" fmla="*/ 569035 h 1110733"/>
                <a:gd name="csX266" fmla="*/ 1312378 w 2423116"/>
                <a:gd name="csY266" fmla="*/ 551947 h 1110733"/>
                <a:gd name="csX267" fmla="*/ 1305544 w 2423116"/>
                <a:gd name="csY267" fmla="*/ 551947 h 1110733"/>
                <a:gd name="csX268" fmla="*/ 1290384 w 2423116"/>
                <a:gd name="csY268" fmla="*/ 545209 h 1110733"/>
                <a:gd name="csX269" fmla="*/ 1290093 w 2423116"/>
                <a:gd name="csY269" fmla="*/ 544863 h 1110733"/>
                <a:gd name="csX270" fmla="*/ 1286746 w 2423116"/>
                <a:gd name="csY270" fmla="*/ 533149 h 1110733"/>
                <a:gd name="csX271" fmla="*/ 1286746 w 2423116"/>
                <a:gd name="csY271" fmla="*/ 516061 h 1110733"/>
                <a:gd name="csX272" fmla="*/ 1296999 w 2423116"/>
                <a:gd name="csY272" fmla="*/ 495555 h 1110733"/>
                <a:gd name="csX273" fmla="*/ 1308961 w 2423116"/>
                <a:gd name="csY273" fmla="*/ 469923 h 1110733"/>
                <a:gd name="csX274" fmla="*/ 1320923 w 2423116"/>
                <a:gd name="csY274" fmla="*/ 430620 h 1110733"/>
                <a:gd name="csX275" fmla="*/ 1327758 w 2423116"/>
                <a:gd name="csY275" fmla="*/ 410115 h 1110733"/>
                <a:gd name="csX276" fmla="*/ 1332885 w 2423116"/>
                <a:gd name="csY276" fmla="*/ 389608 h 1110733"/>
                <a:gd name="csX277" fmla="*/ 1331496 w 2423116"/>
                <a:gd name="csY277" fmla="*/ 381280 h 1110733"/>
                <a:gd name="csX278" fmla="*/ 1345923 w 2423116"/>
                <a:gd name="csY278" fmla="*/ 375378 h 1110733"/>
                <a:gd name="csX279" fmla="*/ 1346554 w 2423116"/>
                <a:gd name="csY279" fmla="*/ 381064 h 1110733"/>
                <a:gd name="csX280" fmla="*/ 1343137 w 2423116"/>
                <a:gd name="csY280" fmla="*/ 401570 h 1110733"/>
                <a:gd name="csX281" fmla="*/ 1341428 w 2423116"/>
                <a:gd name="csY281" fmla="*/ 411823 h 1110733"/>
                <a:gd name="csX282" fmla="*/ 1358517 w 2423116"/>
                <a:gd name="csY282" fmla="*/ 415241 h 1110733"/>
                <a:gd name="csX283" fmla="*/ 1375605 w 2423116"/>
                <a:gd name="csY283" fmla="*/ 399861 h 1110733"/>
                <a:gd name="csX284" fmla="*/ 1387567 w 2423116"/>
                <a:gd name="csY284" fmla="*/ 408405 h 1110733"/>
                <a:gd name="csX285" fmla="*/ 1404655 w 2423116"/>
                <a:gd name="csY285" fmla="*/ 416951 h 1110733"/>
                <a:gd name="csX286" fmla="*/ 1428578 w 2423116"/>
                <a:gd name="csY286" fmla="*/ 415241 h 1110733"/>
                <a:gd name="csX287" fmla="*/ 1450793 w 2423116"/>
                <a:gd name="csY287" fmla="*/ 399861 h 1110733"/>
                <a:gd name="csX288" fmla="*/ 1467881 w 2423116"/>
                <a:gd name="csY288" fmla="*/ 401570 h 1110733"/>
                <a:gd name="csX289" fmla="*/ 1476426 w 2423116"/>
                <a:gd name="csY289" fmla="*/ 404987 h 1110733"/>
                <a:gd name="csX290" fmla="*/ 1500350 w 2423116"/>
                <a:gd name="csY290" fmla="*/ 394734 h 1110733"/>
                <a:gd name="csX291" fmla="*/ 1514020 w 2423116"/>
                <a:gd name="csY291" fmla="*/ 399861 h 1110733"/>
                <a:gd name="csX292" fmla="*/ 1546487 w 2423116"/>
                <a:gd name="csY292" fmla="*/ 425494 h 1110733"/>
                <a:gd name="csX293" fmla="*/ 1555032 w 2423116"/>
                <a:gd name="csY293" fmla="*/ 449418 h 1110733"/>
                <a:gd name="csX294" fmla="*/ 1563576 w 2423116"/>
                <a:gd name="csY294" fmla="*/ 461379 h 1110733"/>
                <a:gd name="csX295" fmla="*/ 1575538 w 2423116"/>
                <a:gd name="csY295" fmla="*/ 473341 h 1110733"/>
                <a:gd name="csX296" fmla="*/ 1570411 w 2423116"/>
                <a:gd name="csY296" fmla="*/ 487012 h 1110733"/>
                <a:gd name="csX297" fmla="*/ 1604588 w 2423116"/>
                <a:gd name="csY297" fmla="*/ 492138 h 1110733"/>
                <a:gd name="csX298" fmla="*/ 1625094 w 2423116"/>
                <a:gd name="csY298" fmla="*/ 504100 h 1110733"/>
                <a:gd name="csX299" fmla="*/ 1643891 w 2423116"/>
                <a:gd name="csY299" fmla="*/ 512644 h 1110733"/>
                <a:gd name="csX300" fmla="*/ 1657561 w 2423116"/>
                <a:gd name="csY300" fmla="*/ 522897 h 1110733"/>
                <a:gd name="csX301" fmla="*/ 1679776 w 2423116"/>
                <a:gd name="csY301" fmla="*/ 529732 h 1110733"/>
                <a:gd name="csX302" fmla="*/ 1691738 w 2423116"/>
                <a:gd name="csY302" fmla="*/ 538276 h 1110733"/>
                <a:gd name="csX303" fmla="*/ 1695155 w 2423116"/>
                <a:gd name="csY303" fmla="*/ 560492 h 1110733"/>
                <a:gd name="csX304" fmla="*/ 1684903 w 2423116"/>
                <a:gd name="csY304" fmla="*/ 570743 h 1110733"/>
                <a:gd name="csX305" fmla="*/ 1695155 w 2423116"/>
                <a:gd name="csY305" fmla="*/ 580997 h 1110733"/>
                <a:gd name="csX306" fmla="*/ 1695155 w 2423116"/>
                <a:gd name="csY306" fmla="*/ 596377 h 1110733"/>
                <a:gd name="csX307" fmla="*/ 1698574 w 2423116"/>
                <a:gd name="csY307" fmla="*/ 610048 h 1110733"/>
                <a:gd name="csX308" fmla="*/ 1708826 w 2423116"/>
                <a:gd name="csY308" fmla="*/ 632261 h 1110733"/>
                <a:gd name="csX309" fmla="*/ 1724205 w 2423116"/>
                <a:gd name="csY309" fmla="*/ 640806 h 1110733"/>
                <a:gd name="csX310" fmla="*/ 1734458 w 2423116"/>
                <a:gd name="csY310" fmla="*/ 635680 h 1110733"/>
                <a:gd name="csX311" fmla="*/ 1734458 w 2423116"/>
                <a:gd name="csY311" fmla="*/ 613465 h 1110733"/>
                <a:gd name="csX312" fmla="*/ 1739585 w 2423116"/>
                <a:gd name="csY312" fmla="*/ 601503 h 1110733"/>
                <a:gd name="csX313" fmla="*/ 1741294 w 2423116"/>
                <a:gd name="csY313" fmla="*/ 584414 h 1110733"/>
                <a:gd name="csX314" fmla="*/ 1751546 w 2423116"/>
                <a:gd name="csY314" fmla="*/ 569035 h 1110733"/>
                <a:gd name="csX315" fmla="*/ 1773762 w 2423116"/>
                <a:gd name="csY315" fmla="*/ 565618 h 1110733"/>
                <a:gd name="csX316" fmla="*/ 1795976 w 2423116"/>
                <a:gd name="csY316" fmla="*/ 546821 h 1110733"/>
                <a:gd name="csX317" fmla="*/ 1814774 w 2423116"/>
                <a:gd name="csY317" fmla="*/ 510935 h 1110733"/>
                <a:gd name="csX318" fmla="*/ 1826734 w 2423116"/>
                <a:gd name="csY318" fmla="*/ 483593 h 1110733"/>
                <a:gd name="csX319" fmla="*/ 1859203 w 2423116"/>
                <a:gd name="csY319" fmla="*/ 464797 h 1110733"/>
                <a:gd name="csX320" fmla="*/ 1874582 w 2423116"/>
                <a:gd name="csY320" fmla="*/ 481885 h 1110733"/>
                <a:gd name="csX321" fmla="*/ 1884835 w 2423116"/>
                <a:gd name="csY321" fmla="*/ 490429 h 1110733"/>
                <a:gd name="csX322" fmla="*/ 1891671 w 2423116"/>
                <a:gd name="csY322" fmla="*/ 488720 h 1110733"/>
                <a:gd name="csX323" fmla="*/ 1893380 w 2423116"/>
                <a:gd name="csY323" fmla="*/ 507518 h 1110733"/>
                <a:gd name="csX324" fmla="*/ 1907050 w 2423116"/>
                <a:gd name="csY324" fmla="*/ 514353 h 1110733"/>
                <a:gd name="csX325" fmla="*/ 1920721 w 2423116"/>
                <a:gd name="csY325" fmla="*/ 488720 h 1110733"/>
                <a:gd name="csX326" fmla="*/ 1936100 w 2423116"/>
                <a:gd name="csY326" fmla="*/ 485303 h 1110733"/>
                <a:gd name="csX327" fmla="*/ 1944644 w 2423116"/>
                <a:gd name="csY327" fmla="*/ 463088 h 1110733"/>
                <a:gd name="csX328" fmla="*/ 1958315 w 2423116"/>
                <a:gd name="csY328" fmla="*/ 461379 h 1110733"/>
                <a:gd name="csX329" fmla="*/ 1971985 w 2423116"/>
                <a:gd name="csY329" fmla="*/ 454543 h 1110733"/>
                <a:gd name="csX330" fmla="*/ 1987365 w 2423116"/>
                <a:gd name="csY330" fmla="*/ 469923 h 1110733"/>
                <a:gd name="csX331" fmla="*/ 2001036 w 2423116"/>
                <a:gd name="csY331" fmla="*/ 473341 h 1110733"/>
                <a:gd name="csX332" fmla="*/ 2023250 w 2423116"/>
                <a:gd name="csY332" fmla="*/ 469923 h 1110733"/>
                <a:gd name="csX333" fmla="*/ 2043757 w 2423116"/>
                <a:gd name="csY333" fmla="*/ 464797 h 1110733"/>
                <a:gd name="csX334" fmla="*/ 2064262 w 2423116"/>
                <a:gd name="csY334" fmla="*/ 476759 h 1110733"/>
                <a:gd name="csX335" fmla="*/ 2084768 w 2423116"/>
                <a:gd name="csY335" fmla="*/ 476759 h 1110733"/>
                <a:gd name="csX336" fmla="*/ 2098439 w 2423116"/>
                <a:gd name="csY336" fmla="*/ 456252 h 1110733"/>
                <a:gd name="csX337" fmla="*/ 2096730 w 2423116"/>
                <a:gd name="csY337" fmla="*/ 435747 h 1110733"/>
                <a:gd name="csX338" fmla="*/ 2115528 w 2423116"/>
                <a:gd name="csY338" fmla="*/ 420368 h 1110733"/>
                <a:gd name="csX339" fmla="*/ 2130907 w 2423116"/>
                <a:gd name="csY339" fmla="*/ 415241 h 1110733"/>
                <a:gd name="csX340" fmla="*/ 2147995 w 2423116"/>
                <a:gd name="csY340" fmla="*/ 411823 h 1110733"/>
                <a:gd name="csX341" fmla="*/ 2159957 w 2423116"/>
                <a:gd name="csY341" fmla="*/ 423785 h 1110733"/>
                <a:gd name="csX342" fmla="*/ 2173627 w 2423116"/>
                <a:gd name="csY342" fmla="*/ 444292 h 1110733"/>
                <a:gd name="csX343" fmla="*/ 2171918 w 2423116"/>
                <a:gd name="csY343" fmla="*/ 464797 h 1110733"/>
                <a:gd name="csX344" fmla="*/ 2182172 w 2423116"/>
                <a:gd name="csY344" fmla="*/ 481885 h 1110733"/>
                <a:gd name="csX345" fmla="*/ 2182172 w 2423116"/>
                <a:gd name="csY345" fmla="*/ 510935 h 1110733"/>
                <a:gd name="csX346" fmla="*/ 2165084 w 2423116"/>
                <a:gd name="csY346" fmla="*/ 517770 h 1110733"/>
                <a:gd name="csX347" fmla="*/ 2144577 w 2423116"/>
                <a:gd name="csY347" fmla="*/ 512644 h 1110733"/>
                <a:gd name="csX348" fmla="*/ 2147995 w 2423116"/>
                <a:gd name="csY348" fmla="*/ 528023 h 1110733"/>
                <a:gd name="csX349" fmla="*/ 2168501 w 2423116"/>
                <a:gd name="csY349" fmla="*/ 538276 h 1110733"/>
                <a:gd name="csX350" fmla="*/ 2177046 w 2423116"/>
                <a:gd name="csY350" fmla="*/ 553656 h 1110733"/>
                <a:gd name="csX351" fmla="*/ 2178754 w 2423116"/>
                <a:gd name="csY351" fmla="*/ 577579 h 1110733"/>
                <a:gd name="csX352" fmla="*/ 2180463 w 2423116"/>
                <a:gd name="csY352" fmla="*/ 599794 h 1110733"/>
                <a:gd name="csX353" fmla="*/ 2190716 w 2423116"/>
                <a:gd name="csY353" fmla="*/ 615174 h 1110733"/>
                <a:gd name="csX354" fmla="*/ 2221474 w 2423116"/>
                <a:gd name="csY354" fmla="*/ 618591 h 1110733"/>
                <a:gd name="csX355" fmla="*/ 2247107 w 2423116"/>
                <a:gd name="csY355" fmla="*/ 591250 h 1110733"/>
                <a:gd name="csX356" fmla="*/ 2257360 w 2423116"/>
                <a:gd name="csY356" fmla="*/ 553656 h 1110733"/>
                <a:gd name="csX357" fmla="*/ 2282992 w 2423116"/>
                <a:gd name="csY357" fmla="*/ 551947 h 1110733"/>
                <a:gd name="csX358" fmla="*/ 2303498 w 2423116"/>
                <a:gd name="csY358" fmla="*/ 548530 h 1110733"/>
                <a:gd name="csX359" fmla="*/ 2329131 w 2423116"/>
                <a:gd name="csY359" fmla="*/ 541694 h 1110733"/>
                <a:gd name="csX360" fmla="*/ 2354764 w 2423116"/>
                <a:gd name="csY360" fmla="*/ 533151 h 1110733"/>
                <a:gd name="csX361" fmla="*/ 2373560 w 2423116"/>
                <a:gd name="csY361" fmla="*/ 534859 h 1110733"/>
                <a:gd name="csX362" fmla="*/ 2378686 w 2423116"/>
                <a:gd name="csY362" fmla="*/ 512644 h 1110733"/>
                <a:gd name="csX363" fmla="*/ 2383813 w 2423116"/>
                <a:gd name="csY363" fmla="*/ 498974 h 1110733"/>
                <a:gd name="csX364" fmla="*/ 2394065 w 2423116"/>
                <a:gd name="csY364" fmla="*/ 483593 h 1110733"/>
                <a:gd name="csX365" fmla="*/ 2409446 w 2423116"/>
                <a:gd name="csY365" fmla="*/ 469923 h 1110733"/>
                <a:gd name="csX366" fmla="*/ 2416282 w 2423116"/>
                <a:gd name="csY366" fmla="*/ 454543 h 1110733"/>
                <a:gd name="csX367" fmla="*/ 2423116 w 2423116"/>
                <a:gd name="csY367" fmla="*/ 411823 h 1110733"/>
                <a:gd name="csX368" fmla="*/ 2417990 w 2423116"/>
                <a:gd name="csY368" fmla="*/ 372520 h 1110733"/>
                <a:gd name="csX369" fmla="*/ 2409446 w 2423116"/>
                <a:gd name="csY369" fmla="*/ 343471 h 1110733"/>
                <a:gd name="csX370" fmla="*/ 2399192 w 2423116"/>
                <a:gd name="csY370" fmla="*/ 331509 h 1110733"/>
                <a:gd name="csX371" fmla="*/ 2378686 w 2423116"/>
                <a:gd name="csY371" fmla="*/ 311002 h 1110733"/>
                <a:gd name="csX372" fmla="*/ 2347928 w 2423116"/>
                <a:gd name="csY372" fmla="*/ 304167 h 1110733"/>
                <a:gd name="csX373" fmla="*/ 2341093 w 2423116"/>
                <a:gd name="csY373" fmla="*/ 292205 h 1110733"/>
                <a:gd name="csX374" fmla="*/ 2317168 w 2423116"/>
                <a:gd name="csY374" fmla="*/ 288787 h 1110733"/>
                <a:gd name="csX375" fmla="*/ 2293246 w 2423116"/>
                <a:gd name="csY375" fmla="*/ 293915 h 1110733"/>
                <a:gd name="csX376" fmla="*/ 2289827 w 2423116"/>
                <a:gd name="csY376" fmla="*/ 278534 h 1110733"/>
                <a:gd name="csX377" fmla="*/ 2267613 w 2423116"/>
                <a:gd name="csY377" fmla="*/ 269991 h 1110733"/>
                <a:gd name="csX378" fmla="*/ 2253943 w 2423116"/>
                <a:gd name="csY378" fmla="*/ 247776 h 1110733"/>
                <a:gd name="csX379" fmla="*/ 2267613 w 2423116"/>
                <a:gd name="csY379" fmla="*/ 239233 h 1110733"/>
                <a:gd name="csX380" fmla="*/ 2269322 w 2423116"/>
                <a:gd name="csY380" fmla="*/ 220435 h 1110733"/>
                <a:gd name="csX381" fmla="*/ 2260777 w 2423116"/>
                <a:gd name="csY381" fmla="*/ 208473 h 1110733"/>
                <a:gd name="csX382" fmla="*/ 2272739 w 2423116"/>
                <a:gd name="csY382" fmla="*/ 191385 h 1110733"/>
                <a:gd name="csX383" fmla="*/ 2272739 w 2423116"/>
                <a:gd name="csY383" fmla="*/ 176005 h 1110733"/>
                <a:gd name="csX384" fmla="*/ 2253943 w 2423116"/>
                <a:gd name="csY384" fmla="*/ 176005 h 1110733"/>
                <a:gd name="csX385" fmla="*/ 2243688 w 2423116"/>
                <a:gd name="csY385" fmla="*/ 158917 h 1110733"/>
                <a:gd name="csX386" fmla="*/ 2245398 w 2423116"/>
                <a:gd name="csY386" fmla="*/ 146955 h 1110733"/>
                <a:gd name="csX387" fmla="*/ 2235145 w 2423116"/>
                <a:gd name="csY387" fmla="*/ 145246 h 1110733"/>
                <a:gd name="csX388" fmla="*/ 2219766 w 2423116"/>
                <a:gd name="csY388" fmla="*/ 145246 h 1110733"/>
                <a:gd name="csX389" fmla="*/ 2209513 w 2423116"/>
                <a:gd name="csY389" fmla="*/ 124740 h 1110733"/>
                <a:gd name="csX390" fmla="*/ 2189006 w 2423116"/>
                <a:gd name="csY390" fmla="*/ 107652 h 1110733"/>
                <a:gd name="csX391" fmla="*/ 2168501 w 2423116"/>
                <a:gd name="csY391" fmla="*/ 116197 h 1110733"/>
                <a:gd name="csX392" fmla="*/ 2149703 w 2423116"/>
                <a:gd name="csY392" fmla="*/ 104235 h 1110733"/>
                <a:gd name="csX393" fmla="*/ 2130907 w 2423116"/>
                <a:gd name="csY393" fmla="*/ 99108 h 1110733"/>
                <a:gd name="csX394" fmla="*/ 2105274 w 2423116"/>
                <a:gd name="csY394" fmla="*/ 102526 h 1110733"/>
                <a:gd name="csX395" fmla="*/ 2088187 w 2423116"/>
                <a:gd name="csY395" fmla="*/ 92273 h 1110733"/>
                <a:gd name="csX396" fmla="*/ 2088187 w 2423116"/>
                <a:gd name="csY396" fmla="*/ 80311 h 1110733"/>
                <a:gd name="csX397" fmla="*/ 2062553 w 2423116"/>
                <a:gd name="csY397" fmla="*/ 46134 h 1110733"/>
                <a:gd name="csX398" fmla="*/ 2069389 w 2423116"/>
                <a:gd name="csY398" fmla="*/ 35881 h 1110733"/>
                <a:gd name="csX399" fmla="*/ 2084768 w 2423116"/>
                <a:gd name="csY399" fmla="*/ 25628 h 1110733"/>
                <a:gd name="csX400" fmla="*/ 2096730 w 2423116"/>
                <a:gd name="csY400" fmla="*/ 1705 h 1110733"/>
                <a:gd name="csX401" fmla="*/ 2097867 w 2423116"/>
                <a:gd name="csY401" fmla="*/ 0 h 1110733"/>
                <a:gd name="csX402" fmla="*/ 1427893 w 2423116"/>
                <a:gd name="csY402" fmla="*/ 0 h 1110733"/>
                <a:gd name="csX403" fmla="*/ 1401290 w 2423116"/>
                <a:gd name="csY403" fmla="*/ 0 h 1110733"/>
                <a:gd name="csX404" fmla="*/ 1401228 w 2423116"/>
                <a:gd name="csY404" fmla="*/ 0 h 1110733"/>
                <a:gd name="csX405" fmla="*/ 1484133 w 2423116"/>
                <a:gd name="csY405"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01228 w 2423116"/>
                <a:gd name="csY403" fmla="*/ 0 h 1110733"/>
                <a:gd name="csX404" fmla="*/ 1484133 w 2423116"/>
                <a:gd name="csY404"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84133 w 2423116"/>
                <a:gd name="csY403"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84133 w 2423116"/>
                <a:gd name="csY402"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0" fmla="*/ 541694 w 2423116"/>
                <a:gd name="csY0" fmla="*/ 0 h 1110733"/>
                <a:gd name="csX1" fmla="*/ 517775 w 2423116"/>
                <a:gd name="csY1" fmla="*/ 23919 h 1110733"/>
                <a:gd name="csX2" fmla="*/ 502396 w 2423116"/>
                <a:gd name="csY2" fmla="*/ 54679 h 1110733"/>
                <a:gd name="csX3" fmla="*/ 502396 w 2423116"/>
                <a:gd name="csY3" fmla="*/ 71767 h 1110733"/>
                <a:gd name="csX4" fmla="*/ 495560 w 2423116"/>
                <a:gd name="csY4" fmla="*/ 90564 h 1110733"/>
                <a:gd name="csX5" fmla="*/ 481889 w 2423116"/>
                <a:gd name="csY5" fmla="*/ 90564 h 1110733"/>
                <a:gd name="csX6" fmla="*/ 451130 w 2423116"/>
                <a:gd name="csY6" fmla="*/ 102526 h 1110733"/>
                <a:gd name="csX7" fmla="*/ 427207 w 2423116"/>
                <a:gd name="csY7" fmla="*/ 104235 h 1110733"/>
                <a:gd name="csX8" fmla="*/ 422080 w 2423116"/>
                <a:gd name="csY8" fmla="*/ 93982 h 1110733"/>
                <a:gd name="csX9" fmla="*/ 408410 w 2423116"/>
                <a:gd name="csY9" fmla="*/ 93982 h 1110733"/>
                <a:gd name="csX10" fmla="*/ 406701 w 2423116"/>
                <a:gd name="csY10" fmla="*/ 82020 h 1110733"/>
                <a:gd name="csX11" fmla="*/ 391322 w 2423116"/>
                <a:gd name="csY11" fmla="*/ 83728 h 1110733"/>
                <a:gd name="csX12" fmla="*/ 389613 w 2423116"/>
                <a:gd name="csY12" fmla="*/ 99108 h 1110733"/>
                <a:gd name="csX13" fmla="*/ 365689 w 2423116"/>
                <a:gd name="csY13" fmla="*/ 128157 h 1110733"/>
                <a:gd name="csX14" fmla="*/ 384486 w 2423116"/>
                <a:gd name="csY14" fmla="*/ 150372 h 1110733"/>
                <a:gd name="csX15" fmla="*/ 396448 w 2423116"/>
                <a:gd name="csY15" fmla="*/ 138410 h 1110733"/>
                <a:gd name="csX16" fmla="*/ 413537 w 2423116"/>
                <a:gd name="csY16" fmla="*/ 141828 h 1110733"/>
                <a:gd name="csX17" fmla="*/ 423164 w 2423116"/>
                <a:gd name="csY17" fmla="*/ 141828 h 1110733"/>
                <a:gd name="csX18" fmla="*/ 423164 w 2423116"/>
                <a:gd name="csY18" fmla="*/ 159038 h 1110733"/>
                <a:gd name="csX19" fmla="*/ 416954 w 2423116"/>
                <a:gd name="csY19" fmla="*/ 158917 h 1110733"/>
                <a:gd name="csX20" fmla="*/ 410118 w 2423116"/>
                <a:gd name="csY20" fmla="*/ 169169 h 1110733"/>
                <a:gd name="csX21" fmla="*/ 413537 w 2423116"/>
                <a:gd name="csY21" fmla="*/ 187967 h 1110733"/>
                <a:gd name="csX22" fmla="*/ 399866 w 2423116"/>
                <a:gd name="csY22" fmla="*/ 208473 h 1110733"/>
                <a:gd name="csX23" fmla="*/ 314425 w 2423116"/>
                <a:gd name="csY23" fmla="*/ 210182 h 1110733"/>
                <a:gd name="csX24" fmla="*/ 283666 w 2423116"/>
                <a:gd name="csY24" fmla="*/ 215308 h 1110733"/>
                <a:gd name="csX25" fmla="*/ 276830 w 2423116"/>
                <a:gd name="csY25" fmla="*/ 237523 h 1110733"/>
                <a:gd name="csX26" fmla="*/ 281956 w 2423116"/>
                <a:gd name="csY26" fmla="*/ 259738 h 1110733"/>
                <a:gd name="csX27" fmla="*/ 305880 w 2423116"/>
                <a:gd name="csY27" fmla="*/ 295623 h 1110733"/>
                <a:gd name="csX28" fmla="*/ 334930 w 2423116"/>
                <a:gd name="csY28" fmla="*/ 304167 h 1110733"/>
                <a:gd name="csX29" fmla="*/ 348600 w 2423116"/>
                <a:gd name="csY29" fmla="*/ 328090 h 1110733"/>
                <a:gd name="csX30" fmla="*/ 341766 w 2423116"/>
                <a:gd name="csY30" fmla="*/ 340052 h 1110733"/>
                <a:gd name="csX31" fmla="*/ 324678 w 2423116"/>
                <a:gd name="csY31" fmla="*/ 329799 h 1110733"/>
                <a:gd name="csX32" fmla="*/ 333221 w 2423116"/>
                <a:gd name="csY32" fmla="*/ 348597 h 1110733"/>
                <a:gd name="csX33" fmla="*/ 328095 w 2423116"/>
                <a:gd name="csY33" fmla="*/ 375938 h 1110733"/>
                <a:gd name="csX34" fmla="*/ 341766 w 2423116"/>
                <a:gd name="csY34" fmla="*/ 418658 h 1110733"/>
                <a:gd name="csX35" fmla="*/ 353727 w 2423116"/>
                <a:gd name="csY35" fmla="*/ 444290 h 1110733"/>
                <a:gd name="csX36" fmla="*/ 353727 w 2423116"/>
                <a:gd name="csY36" fmla="*/ 461379 h 1110733"/>
                <a:gd name="csX37" fmla="*/ 343474 w 2423116"/>
                <a:gd name="csY37" fmla="*/ 480176 h 1110733"/>
                <a:gd name="csX38" fmla="*/ 328095 w 2423116"/>
                <a:gd name="csY38" fmla="*/ 471633 h 1110733"/>
                <a:gd name="csX39" fmla="*/ 317842 w 2423116"/>
                <a:gd name="csY39" fmla="*/ 490429 h 1110733"/>
                <a:gd name="csX40" fmla="*/ 331512 w 2423116"/>
                <a:gd name="csY40" fmla="*/ 529732 h 1110733"/>
                <a:gd name="csX41" fmla="*/ 360563 w 2423116"/>
                <a:gd name="csY41" fmla="*/ 553656 h 1110733"/>
                <a:gd name="csX42" fmla="*/ 379360 w 2423116"/>
                <a:gd name="csY42" fmla="*/ 563909 h 1110733"/>
                <a:gd name="csX43" fmla="*/ 387904 w 2423116"/>
                <a:gd name="csY43" fmla="*/ 557073 h 1110733"/>
                <a:gd name="csX44" fmla="*/ 411827 w 2423116"/>
                <a:gd name="csY44" fmla="*/ 548530 h 1110733"/>
                <a:gd name="csX45" fmla="*/ 420371 w 2423116"/>
                <a:gd name="csY45" fmla="*/ 560492 h 1110733"/>
                <a:gd name="csX46" fmla="*/ 427207 w 2423116"/>
                <a:gd name="csY46" fmla="*/ 579288 h 1110733"/>
                <a:gd name="csX47" fmla="*/ 461384 w 2423116"/>
                <a:gd name="csY47" fmla="*/ 589541 h 1110733"/>
                <a:gd name="csX48" fmla="*/ 480181 w 2423116"/>
                <a:gd name="csY48" fmla="*/ 610046 h 1110733"/>
                <a:gd name="csX49" fmla="*/ 451130 w 2423116"/>
                <a:gd name="csY49" fmla="*/ 615174 h 1110733"/>
                <a:gd name="csX50" fmla="*/ 442586 w 2423116"/>
                <a:gd name="csY50" fmla="*/ 627134 h 1110733"/>
                <a:gd name="csX51" fmla="*/ 439168 w 2423116"/>
                <a:gd name="csY51" fmla="*/ 640806 h 1110733"/>
                <a:gd name="csX52" fmla="*/ 430625 w 2423116"/>
                <a:gd name="csY52" fmla="*/ 642515 h 1110733"/>
                <a:gd name="csX53" fmla="*/ 413537 w 2423116"/>
                <a:gd name="csY53" fmla="*/ 627134 h 1110733"/>
                <a:gd name="csX54" fmla="*/ 389613 w 2423116"/>
                <a:gd name="csY54" fmla="*/ 632261 h 1110733"/>
                <a:gd name="csX55" fmla="*/ 379360 w 2423116"/>
                <a:gd name="csY55" fmla="*/ 633970 h 1110733"/>
                <a:gd name="csX56" fmla="*/ 384486 w 2423116"/>
                <a:gd name="csY56" fmla="*/ 649351 h 1110733"/>
                <a:gd name="csX57" fmla="*/ 403284 w 2423116"/>
                <a:gd name="csY57" fmla="*/ 649351 h 1110733"/>
                <a:gd name="csX58" fmla="*/ 425497 w 2423116"/>
                <a:gd name="csY58" fmla="*/ 669856 h 1110733"/>
                <a:gd name="csX59" fmla="*/ 420371 w 2423116"/>
                <a:gd name="csY59" fmla="*/ 680109 h 1110733"/>
                <a:gd name="csX60" fmla="*/ 422080 w 2423116"/>
                <a:gd name="csY60" fmla="*/ 695488 h 1110733"/>
                <a:gd name="csX61" fmla="*/ 415245 w 2423116"/>
                <a:gd name="csY61" fmla="*/ 705741 h 1110733"/>
                <a:gd name="csX62" fmla="*/ 416954 w 2423116"/>
                <a:gd name="csY62" fmla="*/ 714285 h 1110733"/>
                <a:gd name="csX63" fmla="*/ 427207 w 2423116"/>
                <a:gd name="csY63" fmla="*/ 745044 h 1110733"/>
                <a:gd name="csX64" fmla="*/ 428916 w 2423116"/>
                <a:gd name="csY64" fmla="*/ 768968 h 1110733"/>
                <a:gd name="csX65" fmla="*/ 430625 w 2423116"/>
                <a:gd name="csY65" fmla="*/ 794600 h 1110733"/>
                <a:gd name="csX66" fmla="*/ 422080 w 2423116"/>
                <a:gd name="csY66" fmla="*/ 794600 h 1110733"/>
                <a:gd name="csX67" fmla="*/ 413537 w 2423116"/>
                <a:gd name="csY67" fmla="*/ 777511 h 1110733"/>
                <a:gd name="csX68" fmla="*/ 404992 w 2423116"/>
                <a:gd name="csY68" fmla="*/ 755297 h 1110733"/>
                <a:gd name="csX69" fmla="*/ 406701 w 2423116"/>
                <a:gd name="csY69" fmla="*/ 729665 h 1110733"/>
                <a:gd name="csX70" fmla="*/ 393030 w 2423116"/>
                <a:gd name="csY70" fmla="*/ 710867 h 1110733"/>
                <a:gd name="csX71" fmla="*/ 369107 w 2423116"/>
                <a:gd name="csY71" fmla="*/ 705741 h 1110733"/>
                <a:gd name="csX72" fmla="*/ 365689 w 2423116"/>
                <a:gd name="csY72" fmla="*/ 680109 h 1110733"/>
                <a:gd name="csX73" fmla="*/ 314425 w 2423116"/>
                <a:gd name="csY73" fmla="*/ 680109 h 1110733"/>
                <a:gd name="csX74" fmla="*/ 295627 w 2423116"/>
                <a:gd name="csY74" fmla="*/ 695488 h 1110733"/>
                <a:gd name="csX75" fmla="*/ 278539 w 2423116"/>
                <a:gd name="csY75" fmla="*/ 690362 h 1110733"/>
                <a:gd name="csX76" fmla="*/ 271704 w 2423116"/>
                <a:gd name="csY76" fmla="*/ 676692 h 1110733"/>
                <a:gd name="csX77" fmla="*/ 273413 w 2423116"/>
                <a:gd name="csY77" fmla="*/ 659602 h 1110733"/>
                <a:gd name="csX78" fmla="*/ 254615 w 2423116"/>
                <a:gd name="csY78" fmla="*/ 630553 h 1110733"/>
                <a:gd name="csX79" fmla="*/ 230692 w 2423116"/>
                <a:gd name="csY79" fmla="*/ 630553 h 1110733"/>
                <a:gd name="csX80" fmla="*/ 228983 w 2423116"/>
                <a:gd name="csY80" fmla="*/ 616882 h 1110733"/>
                <a:gd name="csX81" fmla="*/ 234109 w 2423116"/>
                <a:gd name="csY81" fmla="*/ 601503 h 1110733"/>
                <a:gd name="csX82" fmla="*/ 222148 w 2423116"/>
                <a:gd name="csY82" fmla="*/ 584414 h 1110733"/>
                <a:gd name="csX83" fmla="*/ 206768 w 2423116"/>
                <a:gd name="csY83" fmla="*/ 579288 h 1110733"/>
                <a:gd name="csX84" fmla="*/ 199933 w 2423116"/>
                <a:gd name="csY84" fmla="*/ 562200 h 1110733"/>
                <a:gd name="csX85" fmla="*/ 184554 w 2423116"/>
                <a:gd name="csY85" fmla="*/ 557073 h 1110733"/>
                <a:gd name="csX86" fmla="*/ 167466 w 2423116"/>
                <a:gd name="csY86" fmla="*/ 565618 h 1110733"/>
                <a:gd name="csX87" fmla="*/ 157212 w 2423116"/>
                <a:gd name="csY87" fmla="*/ 558782 h 1110733"/>
                <a:gd name="csX88" fmla="*/ 148669 w 2423116"/>
                <a:gd name="csY88" fmla="*/ 546821 h 1110733"/>
                <a:gd name="csX89" fmla="*/ 148669 w 2423116"/>
                <a:gd name="csY89" fmla="*/ 539985 h 1110733"/>
                <a:gd name="csX90" fmla="*/ 107657 w 2423116"/>
                <a:gd name="csY90" fmla="*/ 510934 h 1110733"/>
                <a:gd name="csX91" fmla="*/ 87151 w 2423116"/>
                <a:gd name="csY91" fmla="*/ 567326 h 1110733"/>
                <a:gd name="csX92" fmla="*/ 73480 w 2423116"/>
                <a:gd name="csY92" fmla="*/ 572452 h 1110733"/>
                <a:gd name="csX93" fmla="*/ 88859 w 2423116"/>
                <a:gd name="csY93" fmla="*/ 596376 h 1110733"/>
                <a:gd name="csX94" fmla="*/ 90568 w 2423116"/>
                <a:gd name="csY94" fmla="*/ 622008 h 1110733"/>
                <a:gd name="csX95" fmla="*/ 126453 w 2423116"/>
                <a:gd name="csY95" fmla="*/ 625426 h 1110733"/>
                <a:gd name="csX96" fmla="*/ 140124 w 2423116"/>
                <a:gd name="csY96" fmla="*/ 625426 h 1110733"/>
                <a:gd name="csX97" fmla="*/ 124745 w 2423116"/>
                <a:gd name="csY97" fmla="*/ 647641 h 1110733"/>
                <a:gd name="csX98" fmla="*/ 104238 w 2423116"/>
                <a:gd name="csY98" fmla="*/ 661311 h 1110733"/>
                <a:gd name="csX99" fmla="*/ 88859 w 2423116"/>
                <a:gd name="csY99" fmla="*/ 661311 h 1110733"/>
                <a:gd name="csX100" fmla="*/ 73480 w 2423116"/>
                <a:gd name="csY100" fmla="*/ 647641 h 1110733"/>
                <a:gd name="csX101" fmla="*/ 59810 w 2423116"/>
                <a:gd name="csY101" fmla="*/ 649351 h 1110733"/>
                <a:gd name="csX102" fmla="*/ 46139 w 2423116"/>
                <a:gd name="csY102" fmla="*/ 647641 h 1110733"/>
                <a:gd name="csX103" fmla="*/ 25633 w 2423116"/>
                <a:gd name="csY103" fmla="*/ 640806 h 1110733"/>
                <a:gd name="csX104" fmla="*/ 10253 w 2423116"/>
                <a:gd name="csY104" fmla="*/ 642515 h 1110733"/>
                <a:gd name="csX105" fmla="*/ 11962 w 2423116"/>
                <a:gd name="csY105" fmla="*/ 652768 h 1110733"/>
                <a:gd name="csX106" fmla="*/ 34177 w 2423116"/>
                <a:gd name="csY106" fmla="*/ 664730 h 1110733"/>
                <a:gd name="csX107" fmla="*/ 32469 w 2423116"/>
                <a:gd name="csY107" fmla="*/ 676692 h 1110733"/>
                <a:gd name="csX108" fmla="*/ 23924 w 2423116"/>
                <a:gd name="csY108" fmla="*/ 704033 h 1110733"/>
                <a:gd name="csX109" fmla="*/ 52974 w 2423116"/>
                <a:gd name="csY109" fmla="*/ 734791 h 1110733"/>
                <a:gd name="csX110" fmla="*/ 58101 w 2423116"/>
                <a:gd name="csY110" fmla="*/ 760423 h 1110733"/>
                <a:gd name="csX111" fmla="*/ 41012 w 2423116"/>
                <a:gd name="csY111" fmla="*/ 768968 h 1110733"/>
                <a:gd name="csX112" fmla="*/ 20507 w 2423116"/>
                <a:gd name="csY112" fmla="*/ 757006 h 1110733"/>
                <a:gd name="csX113" fmla="*/ 3419 w 2423116"/>
                <a:gd name="csY113" fmla="*/ 736500 h 1110733"/>
                <a:gd name="csX114" fmla="*/ 0 w 2423116"/>
                <a:gd name="csY114" fmla="*/ 746753 h 1110733"/>
                <a:gd name="csX115" fmla="*/ 27341 w 2423116"/>
                <a:gd name="csY115" fmla="*/ 779221 h 1110733"/>
                <a:gd name="csX116" fmla="*/ 34177 w 2423116"/>
                <a:gd name="csY116" fmla="*/ 796309 h 1110733"/>
                <a:gd name="csX117" fmla="*/ 52974 w 2423116"/>
                <a:gd name="csY117" fmla="*/ 791182 h 1110733"/>
                <a:gd name="csX118" fmla="*/ 66644 w 2423116"/>
                <a:gd name="csY118" fmla="*/ 780930 h 1110733"/>
                <a:gd name="csX119" fmla="*/ 82025 w 2423116"/>
                <a:gd name="csY119" fmla="*/ 784347 h 1110733"/>
                <a:gd name="csX120" fmla="*/ 88859 w 2423116"/>
                <a:gd name="csY120" fmla="*/ 798018 h 1110733"/>
                <a:gd name="csX121" fmla="*/ 102530 w 2423116"/>
                <a:gd name="csY121" fmla="*/ 808272 h 1110733"/>
                <a:gd name="csX122" fmla="*/ 124745 w 2423116"/>
                <a:gd name="csY122" fmla="*/ 808272 h 1110733"/>
                <a:gd name="csX123" fmla="*/ 145250 w 2423116"/>
                <a:gd name="csY123" fmla="*/ 842448 h 1110733"/>
                <a:gd name="csX124" fmla="*/ 140124 w 2423116"/>
                <a:gd name="csY124" fmla="*/ 856118 h 1110733"/>
                <a:gd name="csX125" fmla="*/ 123036 w 2423116"/>
                <a:gd name="csY125" fmla="*/ 854410 h 1110733"/>
                <a:gd name="csX126" fmla="*/ 114492 w 2423116"/>
                <a:gd name="csY126" fmla="*/ 835613 h 1110733"/>
                <a:gd name="csX127" fmla="*/ 92278 w 2423116"/>
                <a:gd name="csY127" fmla="*/ 827068 h 1110733"/>
                <a:gd name="csX128" fmla="*/ 87151 w 2423116"/>
                <a:gd name="csY128" fmla="*/ 811688 h 1110733"/>
                <a:gd name="csX129" fmla="*/ 73480 w 2423116"/>
                <a:gd name="csY129" fmla="*/ 799726 h 1110733"/>
                <a:gd name="csX130" fmla="*/ 56391 w 2423116"/>
                <a:gd name="csY130" fmla="*/ 825360 h 1110733"/>
                <a:gd name="csX131" fmla="*/ 56391 w 2423116"/>
                <a:gd name="csY131" fmla="*/ 844156 h 1110733"/>
                <a:gd name="csX132" fmla="*/ 58101 w 2423116"/>
                <a:gd name="csY132" fmla="*/ 862954 h 1110733"/>
                <a:gd name="csX133" fmla="*/ 71771 w 2423116"/>
                <a:gd name="csY133" fmla="*/ 871497 h 1110733"/>
                <a:gd name="csX134" fmla="*/ 80316 w 2423116"/>
                <a:gd name="csY134" fmla="*/ 880042 h 1110733"/>
                <a:gd name="csX135" fmla="*/ 73480 w 2423116"/>
                <a:gd name="csY135" fmla="*/ 900548 h 1110733"/>
                <a:gd name="csX136" fmla="*/ 66644 w 2423116"/>
                <a:gd name="csY136" fmla="*/ 903966 h 1110733"/>
                <a:gd name="csX137" fmla="*/ 56391 w 2423116"/>
                <a:gd name="csY137" fmla="*/ 903966 h 1110733"/>
                <a:gd name="csX138" fmla="*/ 49556 w 2423116"/>
                <a:gd name="csY138" fmla="*/ 921053 h 1110733"/>
                <a:gd name="csX139" fmla="*/ 42720 w 2423116"/>
                <a:gd name="csY139" fmla="*/ 939851 h 1110733"/>
                <a:gd name="csX140" fmla="*/ 46139 w 2423116"/>
                <a:gd name="csY140" fmla="*/ 960356 h 1110733"/>
                <a:gd name="csX141" fmla="*/ 54682 w 2423116"/>
                <a:gd name="csY141" fmla="*/ 960356 h 1110733"/>
                <a:gd name="csX142" fmla="*/ 58101 w 2423116"/>
                <a:gd name="csY142" fmla="*/ 948394 h 1110733"/>
                <a:gd name="csX143" fmla="*/ 68353 w 2423116"/>
                <a:gd name="csY143" fmla="*/ 948394 h 1110733"/>
                <a:gd name="csX144" fmla="*/ 80316 w 2423116"/>
                <a:gd name="csY144" fmla="*/ 962065 h 1110733"/>
                <a:gd name="csX145" fmla="*/ 92278 w 2423116"/>
                <a:gd name="csY145" fmla="*/ 991116 h 1110733"/>
                <a:gd name="csX146" fmla="*/ 97404 w 2423116"/>
                <a:gd name="csY146" fmla="*/ 1006495 h 1110733"/>
                <a:gd name="csX147" fmla="*/ 109366 w 2423116"/>
                <a:gd name="csY147" fmla="*/ 1013331 h 1110733"/>
                <a:gd name="csX148" fmla="*/ 111074 w 2423116"/>
                <a:gd name="csY148" fmla="*/ 1020166 h 1110733"/>
                <a:gd name="csX149" fmla="*/ 129871 w 2423116"/>
                <a:gd name="csY149" fmla="*/ 1008204 h 1110733"/>
                <a:gd name="csX150" fmla="*/ 153794 w 2423116"/>
                <a:gd name="csY150" fmla="*/ 1013331 h 1110733"/>
                <a:gd name="csX151" fmla="*/ 176010 w 2423116"/>
                <a:gd name="csY151" fmla="*/ 1004786 h 1110733"/>
                <a:gd name="csX152" fmla="*/ 193097 w 2423116"/>
                <a:gd name="csY152" fmla="*/ 996242 h 1110733"/>
                <a:gd name="csX153" fmla="*/ 222148 w 2423116"/>
                <a:gd name="csY153" fmla="*/ 999660 h 1110733"/>
                <a:gd name="csX154" fmla="*/ 235819 w 2423116"/>
                <a:gd name="csY154" fmla="*/ 982571 h 1110733"/>
                <a:gd name="csX155" fmla="*/ 252907 w 2423116"/>
                <a:gd name="csY155" fmla="*/ 979154 h 1110733"/>
                <a:gd name="csX156" fmla="*/ 275122 w 2423116"/>
                <a:gd name="csY156" fmla="*/ 992825 h 1110733"/>
                <a:gd name="csX157" fmla="*/ 311007 w 2423116"/>
                <a:gd name="csY157" fmla="*/ 984281 h 1110733"/>
                <a:gd name="csX158" fmla="*/ 314425 w 2423116"/>
                <a:gd name="csY158" fmla="*/ 970610 h 1110733"/>
                <a:gd name="csX159" fmla="*/ 334930 w 2423116"/>
                <a:gd name="csY159" fmla="*/ 970610 h 1110733"/>
                <a:gd name="csX160" fmla="*/ 343474 w 2423116"/>
                <a:gd name="csY160" fmla="*/ 965484 h 1110733"/>
                <a:gd name="csX161" fmla="*/ 353727 w 2423116"/>
                <a:gd name="csY161" fmla="*/ 974027 h 1110733"/>
                <a:gd name="csX162" fmla="*/ 369107 w 2423116"/>
                <a:gd name="csY162" fmla="*/ 958648 h 1110733"/>
                <a:gd name="csX163" fmla="*/ 384486 w 2423116"/>
                <a:gd name="csY163" fmla="*/ 953522 h 1110733"/>
                <a:gd name="csX164" fmla="*/ 398156 w 2423116"/>
                <a:gd name="csY164" fmla="*/ 953522 h 1110733"/>
                <a:gd name="csX165" fmla="*/ 396448 w 2423116"/>
                <a:gd name="csY165" fmla="*/ 972318 h 1110733"/>
                <a:gd name="csX166" fmla="*/ 394739 w 2423116"/>
                <a:gd name="csY166" fmla="*/ 992825 h 1110733"/>
                <a:gd name="csX167" fmla="*/ 403284 w 2423116"/>
                <a:gd name="csY167" fmla="*/ 1009912 h 1110733"/>
                <a:gd name="csX168" fmla="*/ 403284 w 2423116"/>
                <a:gd name="csY168" fmla="*/ 1030419 h 1110733"/>
                <a:gd name="csX169" fmla="*/ 408410 w 2423116"/>
                <a:gd name="csY169" fmla="*/ 1044089 h 1110733"/>
                <a:gd name="csX170" fmla="*/ 428916 w 2423116"/>
                <a:gd name="csY170" fmla="*/ 1052634 h 1110733"/>
                <a:gd name="csX171" fmla="*/ 447712 w 2423116"/>
                <a:gd name="csY171" fmla="*/ 1033836 h 1110733"/>
                <a:gd name="csX172" fmla="*/ 457966 w 2423116"/>
                <a:gd name="csY172" fmla="*/ 1042381 h 1110733"/>
                <a:gd name="csX173" fmla="*/ 435751 w 2423116"/>
                <a:gd name="csY173" fmla="*/ 1069722 h 1110733"/>
                <a:gd name="csX174" fmla="*/ 430625 w 2423116"/>
                <a:gd name="csY174" fmla="*/ 1081684 h 1110733"/>
                <a:gd name="csX175" fmla="*/ 446004 w 2423116"/>
                <a:gd name="csY175" fmla="*/ 1100481 h 1110733"/>
                <a:gd name="csX176" fmla="*/ 468219 w 2423116"/>
                <a:gd name="csY176" fmla="*/ 1100481 h 1110733"/>
                <a:gd name="csX177" fmla="*/ 456257 w 2423116"/>
                <a:gd name="csY177" fmla="*/ 1081684 h 1110733"/>
                <a:gd name="csX178" fmla="*/ 466510 w 2423116"/>
                <a:gd name="csY178" fmla="*/ 1068013 h 1110733"/>
                <a:gd name="csX179" fmla="*/ 487015 w 2423116"/>
                <a:gd name="csY179" fmla="*/ 1057760 h 1110733"/>
                <a:gd name="csX180" fmla="*/ 498977 w 2423116"/>
                <a:gd name="csY180" fmla="*/ 1047507 h 1110733"/>
                <a:gd name="csX181" fmla="*/ 509230 w 2423116"/>
                <a:gd name="csY181" fmla="*/ 1064594 h 1110733"/>
                <a:gd name="csX182" fmla="*/ 521192 w 2423116"/>
                <a:gd name="csY182" fmla="*/ 1062886 h 1110733"/>
                <a:gd name="csX183" fmla="*/ 545116 w 2423116"/>
                <a:gd name="csY183" fmla="*/ 1030419 h 1110733"/>
                <a:gd name="csX184" fmla="*/ 570748 w 2423116"/>
                <a:gd name="csY184" fmla="*/ 1025293 h 1110733"/>
                <a:gd name="csX185" fmla="*/ 584419 w 2423116"/>
                <a:gd name="csY185" fmla="*/ 1042381 h 1110733"/>
                <a:gd name="csX186" fmla="*/ 610051 w 2423116"/>
                <a:gd name="csY186" fmla="*/ 1042381 h 1110733"/>
                <a:gd name="csX187" fmla="*/ 615177 w 2423116"/>
                <a:gd name="csY187" fmla="*/ 1052634 h 1110733"/>
                <a:gd name="csX188" fmla="*/ 610051 w 2423116"/>
                <a:gd name="csY188" fmla="*/ 1069722 h 1110733"/>
                <a:gd name="csX189" fmla="*/ 613468 w 2423116"/>
                <a:gd name="csY189" fmla="*/ 1076558 h 1110733"/>
                <a:gd name="csX190" fmla="*/ 635684 w 2423116"/>
                <a:gd name="csY190" fmla="*/ 1068013 h 1110733"/>
                <a:gd name="csX191" fmla="*/ 645937 w 2423116"/>
                <a:gd name="csY191" fmla="*/ 1078266 h 1110733"/>
                <a:gd name="csX192" fmla="*/ 654481 w 2423116"/>
                <a:gd name="csY192" fmla="*/ 1091937 h 1110733"/>
                <a:gd name="csX193" fmla="*/ 664733 w 2423116"/>
                <a:gd name="csY193" fmla="*/ 1091937 h 1110733"/>
                <a:gd name="csX194" fmla="*/ 678404 w 2423116"/>
                <a:gd name="csY194" fmla="*/ 1091937 h 1110733"/>
                <a:gd name="csX195" fmla="*/ 693784 w 2423116"/>
                <a:gd name="csY195" fmla="*/ 1091937 h 1110733"/>
                <a:gd name="csX196" fmla="*/ 704036 w 2423116"/>
                <a:gd name="csY196" fmla="*/ 1105607 h 1110733"/>
                <a:gd name="csX197" fmla="*/ 709163 w 2423116"/>
                <a:gd name="csY197" fmla="*/ 1110733 h 1110733"/>
                <a:gd name="csX198" fmla="*/ 722834 w 2423116"/>
                <a:gd name="csY198" fmla="*/ 1100481 h 1110733"/>
                <a:gd name="csX199" fmla="*/ 739922 w 2423116"/>
                <a:gd name="csY199" fmla="*/ 1103899 h 1110733"/>
                <a:gd name="csX200" fmla="*/ 760428 w 2423116"/>
                <a:gd name="csY200" fmla="*/ 1076558 h 1110733"/>
                <a:gd name="csX201" fmla="*/ 774099 w 2423116"/>
                <a:gd name="csY201" fmla="*/ 1064594 h 1110733"/>
                <a:gd name="csX202" fmla="*/ 780933 w 2423116"/>
                <a:gd name="csY202" fmla="*/ 1066304 h 1110733"/>
                <a:gd name="csX203" fmla="*/ 774099 w 2423116"/>
                <a:gd name="csY203" fmla="*/ 1032127 h 1110733"/>
                <a:gd name="csX204" fmla="*/ 787769 w 2423116"/>
                <a:gd name="csY204" fmla="*/ 1006495 h 1110733"/>
                <a:gd name="csX205" fmla="*/ 799731 w 2423116"/>
                <a:gd name="csY205" fmla="*/ 991116 h 1110733"/>
                <a:gd name="csX206" fmla="*/ 813401 w 2423116"/>
                <a:gd name="csY206" fmla="*/ 989407 h 1110733"/>
                <a:gd name="csX207" fmla="*/ 837325 w 2423116"/>
                <a:gd name="csY207" fmla="*/ 989407 h 1110733"/>
                <a:gd name="csX208" fmla="*/ 857832 w 2423116"/>
                <a:gd name="csY208" fmla="*/ 962065 h 1110733"/>
                <a:gd name="csX209" fmla="*/ 862958 w 2423116"/>
                <a:gd name="csY209" fmla="*/ 948394 h 1110733"/>
                <a:gd name="csX210" fmla="*/ 859540 w 2423116"/>
                <a:gd name="csY210" fmla="*/ 933015 h 1110733"/>
                <a:gd name="csX211" fmla="*/ 874919 w 2423116"/>
                <a:gd name="csY211" fmla="*/ 921053 h 1110733"/>
                <a:gd name="csX212" fmla="*/ 888590 w 2423116"/>
                <a:gd name="csY212" fmla="*/ 919345 h 1110733"/>
                <a:gd name="csX213" fmla="*/ 892009 w 2423116"/>
                <a:gd name="csY213" fmla="*/ 893712 h 1110733"/>
                <a:gd name="csX214" fmla="*/ 921058 w 2423116"/>
                <a:gd name="csY214" fmla="*/ 885168 h 1110733"/>
                <a:gd name="csX215" fmla="*/ 939855 w 2423116"/>
                <a:gd name="csY215" fmla="*/ 897131 h 1110733"/>
                <a:gd name="csX216" fmla="*/ 950108 w 2423116"/>
                <a:gd name="csY216" fmla="*/ 897131 h 1110733"/>
                <a:gd name="csX217" fmla="*/ 967196 w 2423116"/>
                <a:gd name="csY217" fmla="*/ 892004 h 1110733"/>
                <a:gd name="csX218" fmla="*/ 970614 w 2423116"/>
                <a:gd name="csY218" fmla="*/ 871497 h 1110733"/>
                <a:gd name="csX219" fmla="*/ 985993 w 2423116"/>
                <a:gd name="csY219" fmla="*/ 871497 h 1110733"/>
                <a:gd name="csX220" fmla="*/ 996247 w 2423116"/>
                <a:gd name="csY220" fmla="*/ 886877 h 1110733"/>
                <a:gd name="csX221" fmla="*/ 1006499 w 2423116"/>
                <a:gd name="csY221" fmla="*/ 876625 h 1110733"/>
                <a:gd name="csX222" fmla="*/ 1059472 w 2423116"/>
                <a:gd name="csY222" fmla="*/ 868080 h 1110733"/>
                <a:gd name="csX223" fmla="*/ 1069726 w 2423116"/>
                <a:gd name="csY223" fmla="*/ 881751 h 1110733"/>
                <a:gd name="csX224" fmla="*/ 1083397 w 2423116"/>
                <a:gd name="csY224" fmla="*/ 909093 h 1110733"/>
                <a:gd name="csX225" fmla="*/ 1090232 w 2423116"/>
                <a:gd name="csY225" fmla="*/ 912510 h 1110733"/>
                <a:gd name="csX226" fmla="*/ 1103902 w 2423116"/>
                <a:gd name="csY226" fmla="*/ 898840 h 1110733"/>
                <a:gd name="csX227" fmla="*/ 1144914 w 2423116"/>
                <a:gd name="csY227" fmla="*/ 898840 h 1110733"/>
                <a:gd name="csX228" fmla="*/ 1155167 w 2423116"/>
                <a:gd name="csY228" fmla="*/ 905674 h 1110733"/>
                <a:gd name="csX229" fmla="*/ 1160294 w 2423116"/>
                <a:gd name="csY229" fmla="*/ 917636 h 1110733"/>
                <a:gd name="csX230" fmla="*/ 1165420 w 2423116"/>
                <a:gd name="csY230" fmla="*/ 922763 h 1110733"/>
                <a:gd name="csX231" fmla="*/ 1167129 w 2423116"/>
                <a:gd name="csY231" fmla="*/ 902257 h 1110733"/>
                <a:gd name="csX232" fmla="*/ 1177382 w 2423116"/>
                <a:gd name="csY232" fmla="*/ 886877 h 1110733"/>
                <a:gd name="csX233" fmla="*/ 1189344 w 2423116"/>
                <a:gd name="csY233" fmla="*/ 890295 h 1110733"/>
                <a:gd name="csX234" fmla="*/ 1196178 w 2423116"/>
                <a:gd name="csY234" fmla="*/ 869789 h 1110733"/>
                <a:gd name="csX235" fmla="*/ 1232064 w 2423116"/>
                <a:gd name="csY235" fmla="*/ 844156 h 1110733"/>
                <a:gd name="csX236" fmla="*/ 1250862 w 2423116"/>
                <a:gd name="csY236" fmla="*/ 856118 h 1110733"/>
                <a:gd name="csX237" fmla="*/ 1267950 w 2423116"/>
                <a:gd name="csY237" fmla="*/ 862954 h 1110733"/>
                <a:gd name="csX238" fmla="*/ 1320923 w 2423116"/>
                <a:gd name="csY238" fmla="*/ 861245 h 1110733"/>
                <a:gd name="csX239" fmla="*/ 1344847 w 2423116"/>
                <a:gd name="csY239" fmla="*/ 862954 h 1110733"/>
                <a:gd name="csX240" fmla="*/ 1361934 w 2423116"/>
                <a:gd name="csY240" fmla="*/ 844156 h 1110733"/>
                <a:gd name="csX241" fmla="*/ 1389275 w 2423116"/>
                <a:gd name="csY241" fmla="*/ 852701 h 1110733"/>
                <a:gd name="csX242" fmla="*/ 1396111 w 2423116"/>
                <a:gd name="csY242" fmla="*/ 861245 h 1110733"/>
                <a:gd name="csX243" fmla="*/ 1408073 w 2423116"/>
                <a:gd name="csY243" fmla="*/ 861245 h 1110733"/>
                <a:gd name="csX244" fmla="*/ 1411491 w 2423116"/>
                <a:gd name="csY244" fmla="*/ 840739 h 1110733"/>
                <a:gd name="csX245" fmla="*/ 1420035 w 2423116"/>
                <a:gd name="csY245" fmla="*/ 828777 h 1110733"/>
                <a:gd name="csX246" fmla="*/ 1411491 w 2423116"/>
                <a:gd name="csY246" fmla="*/ 804853 h 1110733"/>
                <a:gd name="csX247" fmla="*/ 1413199 w 2423116"/>
                <a:gd name="csY247" fmla="*/ 791182 h 1110733"/>
                <a:gd name="csX248" fmla="*/ 1425162 w 2423116"/>
                <a:gd name="csY248" fmla="*/ 777511 h 1110733"/>
                <a:gd name="csX249" fmla="*/ 1430288 w 2423116"/>
                <a:gd name="csY249" fmla="*/ 775802 h 1110733"/>
                <a:gd name="csX250" fmla="*/ 1433706 w 2423116"/>
                <a:gd name="csY250" fmla="*/ 748461 h 1110733"/>
                <a:gd name="csX251" fmla="*/ 1431997 w 2423116"/>
                <a:gd name="csY251" fmla="*/ 729665 h 1110733"/>
                <a:gd name="csX252" fmla="*/ 1414908 w 2423116"/>
                <a:gd name="csY252" fmla="*/ 719412 h 1110733"/>
                <a:gd name="csX253" fmla="*/ 1408073 w 2423116"/>
                <a:gd name="csY253" fmla="*/ 700614 h 1110733"/>
                <a:gd name="csX254" fmla="*/ 1387567 w 2423116"/>
                <a:gd name="csY254" fmla="*/ 695488 h 1110733"/>
                <a:gd name="csX255" fmla="*/ 1355100 w 2423116"/>
                <a:gd name="csY255" fmla="*/ 690362 h 1110733"/>
                <a:gd name="csX256" fmla="*/ 1341429 w 2423116"/>
                <a:gd name="csY256" fmla="*/ 668147 h 1110733"/>
                <a:gd name="csX257" fmla="*/ 1344847 w 2423116"/>
                <a:gd name="csY257" fmla="*/ 642515 h 1110733"/>
                <a:gd name="csX258" fmla="*/ 1343138 w 2423116"/>
                <a:gd name="csY258" fmla="*/ 613464 h 1110733"/>
                <a:gd name="csX259" fmla="*/ 1336303 w 2423116"/>
                <a:gd name="csY259" fmla="*/ 604920 h 1110733"/>
                <a:gd name="csX260" fmla="*/ 1319455 w 2423116"/>
                <a:gd name="csY260" fmla="*/ 603389 h 1110733"/>
                <a:gd name="csX261" fmla="*/ 1319455 w 2423116"/>
                <a:gd name="csY261" fmla="*/ 591704 h 1110733"/>
                <a:gd name="csX262" fmla="*/ 1322632 w 2423116"/>
                <a:gd name="csY262" fmla="*/ 591250 h 1110733"/>
                <a:gd name="csX263" fmla="*/ 1320923 w 2423116"/>
                <a:gd name="csY263" fmla="*/ 569035 h 1110733"/>
                <a:gd name="csX264" fmla="*/ 1312378 w 2423116"/>
                <a:gd name="csY264" fmla="*/ 551947 h 1110733"/>
                <a:gd name="csX265" fmla="*/ 1305544 w 2423116"/>
                <a:gd name="csY265" fmla="*/ 551947 h 1110733"/>
                <a:gd name="csX266" fmla="*/ 1290384 w 2423116"/>
                <a:gd name="csY266" fmla="*/ 545209 h 1110733"/>
                <a:gd name="csX267" fmla="*/ 1290093 w 2423116"/>
                <a:gd name="csY267" fmla="*/ 544863 h 1110733"/>
                <a:gd name="csX268" fmla="*/ 1286746 w 2423116"/>
                <a:gd name="csY268" fmla="*/ 533149 h 1110733"/>
                <a:gd name="csX269" fmla="*/ 1286746 w 2423116"/>
                <a:gd name="csY269" fmla="*/ 516061 h 1110733"/>
                <a:gd name="csX270" fmla="*/ 1296999 w 2423116"/>
                <a:gd name="csY270" fmla="*/ 495555 h 1110733"/>
                <a:gd name="csX271" fmla="*/ 1308961 w 2423116"/>
                <a:gd name="csY271" fmla="*/ 469923 h 1110733"/>
                <a:gd name="csX272" fmla="*/ 1320923 w 2423116"/>
                <a:gd name="csY272" fmla="*/ 430620 h 1110733"/>
                <a:gd name="csX273" fmla="*/ 1327758 w 2423116"/>
                <a:gd name="csY273" fmla="*/ 410115 h 1110733"/>
                <a:gd name="csX274" fmla="*/ 1332885 w 2423116"/>
                <a:gd name="csY274" fmla="*/ 389608 h 1110733"/>
                <a:gd name="csX275" fmla="*/ 1331496 w 2423116"/>
                <a:gd name="csY275" fmla="*/ 381280 h 1110733"/>
                <a:gd name="csX276" fmla="*/ 1345923 w 2423116"/>
                <a:gd name="csY276" fmla="*/ 375378 h 1110733"/>
                <a:gd name="csX277" fmla="*/ 1346554 w 2423116"/>
                <a:gd name="csY277" fmla="*/ 381064 h 1110733"/>
                <a:gd name="csX278" fmla="*/ 1343137 w 2423116"/>
                <a:gd name="csY278" fmla="*/ 401570 h 1110733"/>
                <a:gd name="csX279" fmla="*/ 1341428 w 2423116"/>
                <a:gd name="csY279" fmla="*/ 411823 h 1110733"/>
                <a:gd name="csX280" fmla="*/ 1358517 w 2423116"/>
                <a:gd name="csY280" fmla="*/ 415241 h 1110733"/>
                <a:gd name="csX281" fmla="*/ 1375605 w 2423116"/>
                <a:gd name="csY281" fmla="*/ 399861 h 1110733"/>
                <a:gd name="csX282" fmla="*/ 1387567 w 2423116"/>
                <a:gd name="csY282" fmla="*/ 408405 h 1110733"/>
                <a:gd name="csX283" fmla="*/ 1404655 w 2423116"/>
                <a:gd name="csY283" fmla="*/ 416951 h 1110733"/>
                <a:gd name="csX284" fmla="*/ 1428578 w 2423116"/>
                <a:gd name="csY284" fmla="*/ 415241 h 1110733"/>
                <a:gd name="csX285" fmla="*/ 1450793 w 2423116"/>
                <a:gd name="csY285" fmla="*/ 399861 h 1110733"/>
                <a:gd name="csX286" fmla="*/ 1467881 w 2423116"/>
                <a:gd name="csY286" fmla="*/ 401570 h 1110733"/>
                <a:gd name="csX287" fmla="*/ 1476426 w 2423116"/>
                <a:gd name="csY287" fmla="*/ 404987 h 1110733"/>
                <a:gd name="csX288" fmla="*/ 1500350 w 2423116"/>
                <a:gd name="csY288" fmla="*/ 394734 h 1110733"/>
                <a:gd name="csX289" fmla="*/ 1514020 w 2423116"/>
                <a:gd name="csY289" fmla="*/ 399861 h 1110733"/>
                <a:gd name="csX290" fmla="*/ 1546487 w 2423116"/>
                <a:gd name="csY290" fmla="*/ 425494 h 1110733"/>
                <a:gd name="csX291" fmla="*/ 1555032 w 2423116"/>
                <a:gd name="csY291" fmla="*/ 449418 h 1110733"/>
                <a:gd name="csX292" fmla="*/ 1563576 w 2423116"/>
                <a:gd name="csY292" fmla="*/ 461379 h 1110733"/>
                <a:gd name="csX293" fmla="*/ 1575538 w 2423116"/>
                <a:gd name="csY293" fmla="*/ 473341 h 1110733"/>
                <a:gd name="csX294" fmla="*/ 1570411 w 2423116"/>
                <a:gd name="csY294" fmla="*/ 487012 h 1110733"/>
                <a:gd name="csX295" fmla="*/ 1604588 w 2423116"/>
                <a:gd name="csY295" fmla="*/ 492138 h 1110733"/>
                <a:gd name="csX296" fmla="*/ 1625094 w 2423116"/>
                <a:gd name="csY296" fmla="*/ 504100 h 1110733"/>
                <a:gd name="csX297" fmla="*/ 1643891 w 2423116"/>
                <a:gd name="csY297" fmla="*/ 512644 h 1110733"/>
                <a:gd name="csX298" fmla="*/ 1657561 w 2423116"/>
                <a:gd name="csY298" fmla="*/ 522897 h 1110733"/>
                <a:gd name="csX299" fmla="*/ 1679776 w 2423116"/>
                <a:gd name="csY299" fmla="*/ 529732 h 1110733"/>
                <a:gd name="csX300" fmla="*/ 1691738 w 2423116"/>
                <a:gd name="csY300" fmla="*/ 538276 h 1110733"/>
                <a:gd name="csX301" fmla="*/ 1695155 w 2423116"/>
                <a:gd name="csY301" fmla="*/ 560492 h 1110733"/>
                <a:gd name="csX302" fmla="*/ 1684903 w 2423116"/>
                <a:gd name="csY302" fmla="*/ 570743 h 1110733"/>
                <a:gd name="csX303" fmla="*/ 1695155 w 2423116"/>
                <a:gd name="csY303" fmla="*/ 580997 h 1110733"/>
                <a:gd name="csX304" fmla="*/ 1695155 w 2423116"/>
                <a:gd name="csY304" fmla="*/ 596377 h 1110733"/>
                <a:gd name="csX305" fmla="*/ 1698574 w 2423116"/>
                <a:gd name="csY305" fmla="*/ 610048 h 1110733"/>
                <a:gd name="csX306" fmla="*/ 1708826 w 2423116"/>
                <a:gd name="csY306" fmla="*/ 632261 h 1110733"/>
                <a:gd name="csX307" fmla="*/ 1724205 w 2423116"/>
                <a:gd name="csY307" fmla="*/ 640806 h 1110733"/>
                <a:gd name="csX308" fmla="*/ 1734458 w 2423116"/>
                <a:gd name="csY308" fmla="*/ 635680 h 1110733"/>
                <a:gd name="csX309" fmla="*/ 1734458 w 2423116"/>
                <a:gd name="csY309" fmla="*/ 613465 h 1110733"/>
                <a:gd name="csX310" fmla="*/ 1739585 w 2423116"/>
                <a:gd name="csY310" fmla="*/ 601503 h 1110733"/>
                <a:gd name="csX311" fmla="*/ 1741294 w 2423116"/>
                <a:gd name="csY311" fmla="*/ 584414 h 1110733"/>
                <a:gd name="csX312" fmla="*/ 1751546 w 2423116"/>
                <a:gd name="csY312" fmla="*/ 569035 h 1110733"/>
                <a:gd name="csX313" fmla="*/ 1773762 w 2423116"/>
                <a:gd name="csY313" fmla="*/ 565618 h 1110733"/>
                <a:gd name="csX314" fmla="*/ 1795976 w 2423116"/>
                <a:gd name="csY314" fmla="*/ 546821 h 1110733"/>
                <a:gd name="csX315" fmla="*/ 1814774 w 2423116"/>
                <a:gd name="csY315" fmla="*/ 510935 h 1110733"/>
                <a:gd name="csX316" fmla="*/ 1826734 w 2423116"/>
                <a:gd name="csY316" fmla="*/ 483593 h 1110733"/>
                <a:gd name="csX317" fmla="*/ 1859203 w 2423116"/>
                <a:gd name="csY317" fmla="*/ 464797 h 1110733"/>
                <a:gd name="csX318" fmla="*/ 1874582 w 2423116"/>
                <a:gd name="csY318" fmla="*/ 481885 h 1110733"/>
                <a:gd name="csX319" fmla="*/ 1884835 w 2423116"/>
                <a:gd name="csY319" fmla="*/ 490429 h 1110733"/>
                <a:gd name="csX320" fmla="*/ 1891671 w 2423116"/>
                <a:gd name="csY320" fmla="*/ 488720 h 1110733"/>
                <a:gd name="csX321" fmla="*/ 1893380 w 2423116"/>
                <a:gd name="csY321" fmla="*/ 507518 h 1110733"/>
                <a:gd name="csX322" fmla="*/ 1907050 w 2423116"/>
                <a:gd name="csY322" fmla="*/ 514353 h 1110733"/>
                <a:gd name="csX323" fmla="*/ 1920721 w 2423116"/>
                <a:gd name="csY323" fmla="*/ 488720 h 1110733"/>
                <a:gd name="csX324" fmla="*/ 1936100 w 2423116"/>
                <a:gd name="csY324" fmla="*/ 485303 h 1110733"/>
                <a:gd name="csX325" fmla="*/ 1944644 w 2423116"/>
                <a:gd name="csY325" fmla="*/ 463088 h 1110733"/>
                <a:gd name="csX326" fmla="*/ 1958315 w 2423116"/>
                <a:gd name="csY326" fmla="*/ 461379 h 1110733"/>
                <a:gd name="csX327" fmla="*/ 1971985 w 2423116"/>
                <a:gd name="csY327" fmla="*/ 454543 h 1110733"/>
                <a:gd name="csX328" fmla="*/ 1987365 w 2423116"/>
                <a:gd name="csY328" fmla="*/ 469923 h 1110733"/>
                <a:gd name="csX329" fmla="*/ 2001036 w 2423116"/>
                <a:gd name="csY329" fmla="*/ 473341 h 1110733"/>
                <a:gd name="csX330" fmla="*/ 2023250 w 2423116"/>
                <a:gd name="csY330" fmla="*/ 469923 h 1110733"/>
                <a:gd name="csX331" fmla="*/ 2043757 w 2423116"/>
                <a:gd name="csY331" fmla="*/ 464797 h 1110733"/>
                <a:gd name="csX332" fmla="*/ 2064262 w 2423116"/>
                <a:gd name="csY332" fmla="*/ 476759 h 1110733"/>
                <a:gd name="csX333" fmla="*/ 2084768 w 2423116"/>
                <a:gd name="csY333" fmla="*/ 476759 h 1110733"/>
                <a:gd name="csX334" fmla="*/ 2098439 w 2423116"/>
                <a:gd name="csY334" fmla="*/ 456252 h 1110733"/>
                <a:gd name="csX335" fmla="*/ 2096730 w 2423116"/>
                <a:gd name="csY335" fmla="*/ 435747 h 1110733"/>
                <a:gd name="csX336" fmla="*/ 2115528 w 2423116"/>
                <a:gd name="csY336" fmla="*/ 420368 h 1110733"/>
                <a:gd name="csX337" fmla="*/ 2130907 w 2423116"/>
                <a:gd name="csY337" fmla="*/ 415241 h 1110733"/>
                <a:gd name="csX338" fmla="*/ 2147995 w 2423116"/>
                <a:gd name="csY338" fmla="*/ 411823 h 1110733"/>
                <a:gd name="csX339" fmla="*/ 2159957 w 2423116"/>
                <a:gd name="csY339" fmla="*/ 423785 h 1110733"/>
                <a:gd name="csX340" fmla="*/ 2173627 w 2423116"/>
                <a:gd name="csY340" fmla="*/ 444292 h 1110733"/>
                <a:gd name="csX341" fmla="*/ 2171918 w 2423116"/>
                <a:gd name="csY341" fmla="*/ 464797 h 1110733"/>
                <a:gd name="csX342" fmla="*/ 2182172 w 2423116"/>
                <a:gd name="csY342" fmla="*/ 481885 h 1110733"/>
                <a:gd name="csX343" fmla="*/ 2182172 w 2423116"/>
                <a:gd name="csY343" fmla="*/ 510935 h 1110733"/>
                <a:gd name="csX344" fmla="*/ 2165084 w 2423116"/>
                <a:gd name="csY344" fmla="*/ 517770 h 1110733"/>
                <a:gd name="csX345" fmla="*/ 2144577 w 2423116"/>
                <a:gd name="csY345" fmla="*/ 512644 h 1110733"/>
                <a:gd name="csX346" fmla="*/ 2147995 w 2423116"/>
                <a:gd name="csY346" fmla="*/ 528023 h 1110733"/>
                <a:gd name="csX347" fmla="*/ 2168501 w 2423116"/>
                <a:gd name="csY347" fmla="*/ 538276 h 1110733"/>
                <a:gd name="csX348" fmla="*/ 2177046 w 2423116"/>
                <a:gd name="csY348" fmla="*/ 553656 h 1110733"/>
                <a:gd name="csX349" fmla="*/ 2178754 w 2423116"/>
                <a:gd name="csY349" fmla="*/ 577579 h 1110733"/>
                <a:gd name="csX350" fmla="*/ 2180463 w 2423116"/>
                <a:gd name="csY350" fmla="*/ 599794 h 1110733"/>
                <a:gd name="csX351" fmla="*/ 2190716 w 2423116"/>
                <a:gd name="csY351" fmla="*/ 615174 h 1110733"/>
                <a:gd name="csX352" fmla="*/ 2221474 w 2423116"/>
                <a:gd name="csY352" fmla="*/ 618591 h 1110733"/>
                <a:gd name="csX353" fmla="*/ 2247107 w 2423116"/>
                <a:gd name="csY353" fmla="*/ 591250 h 1110733"/>
                <a:gd name="csX354" fmla="*/ 2257360 w 2423116"/>
                <a:gd name="csY354" fmla="*/ 553656 h 1110733"/>
                <a:gd name="csX355" fmla="*/ 2282992 w 2423116"/>
                <a:gd name="csY355" fmla="*/ 551947 h 1110733"/>
                <a:gd name="csX356" fmla="*/ 2303498 w 2423116"/>
                <a:gd name="csY356" fmla="*/ 548530 h 1110733"/>
                <a:gd name="csX357" fmla="*/ 2329131 w 2423116"/>
                <a:gd name="csY357" fmla="*/ 541694 h 1110733"/>
                <a:gd name="csX358" fmla="*/ 2354764 w 2423116"/>
                <a:gd name="csY358" fmla="*/ 533151 h 1110733"/>
                <a:gd name="csX359" fmla="*/ 2373560 w 2423116"/>
                <a:gd name="csY359" fmla="*/ 534859 h 1110733"/>
                <a:gd name="csX360" fmla="*/ 2378686 w 2423116"/>
                <a:gd name="csY360" fmla="*/ 512644 h 1110733"/>
                <a:gd name="csX361" fmla="*/ 2383813 w 2423116"/>
                <a:gd name="csY361" fmla="*/ 498974 h 1110733"/>
                <a:gd name="csX362" fmla="*/ 2394065 w 2423116"/>
                <a:gd name="csY362" fmla="*/ 483593 h 1110733"/>
                <a:gd name="csX363" fmla="*/ 2409446 w 2423116"/>
                <a:gd name="csY363" fmla="*/ 469923 h 1110733"/>
                <a:gd name="csX364" fmla="*/ 2416282 w 2423116"/>
                <a:gd name="csY364" fmla="*/ 454543 h 1110733"/>
                <a:gd name="csX365" fmla="*/ 2423116 w 2423116"/>
                <a:gd name="csY365" fmla="*/ 411823 h 1110733"/>
                <a:gd name="csX366" fmla="*/ 2417990 w 2423116"/>
                <a:gd name="csY366" fmla="*/ 372520 h 1110733"/>
                <a:gd name="csX367" fmla="*/ 2409446 w 2423116"/>
                <a:gd name="csY367" fmla="*/ 343471 h 1110733"/>
                <a:gd name="csX368" fmla="*/ 2399192 w 2423116"/>
                <a:gd name="csY368" fmla="*/ 331509 h 1110733"/>
                <a:gd name="csX369" fmla="*/ 2378686 w 2423116"/>
                <a:gd name="csY369" fmla="*/ 311002 h 1110733"/>
                <a:gd name="csX370" fmla="*/ 2347928 w 2423116"/>
                <a:gd name="csY370" fmla="*/ 304167 h 1110733"/>
                <a:gd name="csX371" fmla="*/ 2341093 w 2423116"/>
                <a:gd name="csY371" fmla="*/ 292205 h 1110733"/>
                <a:gd name="csX372" fmla="*/ 2317168 w 2423116"/>
                <a:gd name="csY372" fmla="*/ 288787 h 1110733"/>
                <a:gd name="csX373" fmla="*/ 2293246 w 2423116"/>
                <a:gd name="csY373" fmla="*/ 293915 h 1110733"/>
                <a:gd name="csX374" fmla="*/ 2289827 w 2423116"/>
                <a:gd name="csY374" fmla="*/ 278534 h 1110733"/>
                <a:gd name="csX375" fmla="*/ 2267613 w 2423116"/>
                <a:gd name="csY375" fmla="*/ 269991 h 1110733"/>
                <a:gd name="csX376" fmla="*/ 2253943 w 2423116"/>
                <a:gd name="csY376" fmla="*/ 247776 h 1110733"/>
                <a:gd name="csX377" fmla="*/ 2267613 w 2423116"/>
                <a:gd name="csY377" fmla="*/ 239233 h 1110733"/>
                <a:gd name="csX378" fmla="*/ 2269322 w 2423116"/>
                <a:gd name="csY378" fmla="*/ 220435 h 1110733"/>
                <a:gd name="csX379" fmla="*/ 2260777 w 2423116"/>
                <a:gd name="csY379" fmla="*/ 208473 h 1110733"/>
                <a:gd name="csX380" fmla="*/ 2272739 w 2423116"/>
                <a:gd name="csY380" fmla="*/ 191385 h 1110733"/>
                <a:gd name="csX381" fmla="*/ 2272739 w 2423116"/>
                <a:gd name="csY381" fmla="*/ 176005 h 1110733"/>
                <a:gd name="csX382" fmla="*/ 2253943 w 2423116"/>
                <a:gd name="csY382" fmla="*/ 176005 h 1110733"/>
                <a:gd name="csX383" fmla="*/ 2243688 w 2423116"/>
                <a:gd name="csY383" fmla="*/ 158917 h 1110733"/>
                <a:gd name="csX384" fmla="*/ 2245398 w 2423116"/>
                <a:gd name="csY384" fmla="*/ 146955 h 1110733"/>
                <a:gd name="csX385" fmla="*/ 2235145 w 2423116"/>
                <a:gd name="csY385" fmla="*/ 145246 h 1110733"/>
                <a:gd name="csX386" fmla="*/ 2219766 w 2423116"/>
                <a:gd name="csY386" fmla="*/ 145246 h 1110733"/>
                <a:gd name="csX387" fmla="*/ 2209513 w 2423116"/>
                <a:gd name="csY387" fmla="*/ 124740 h 1110733"/>
                <a:gd name="csX388" fmla="*/ 2189006 w 2423116"/>
                <a:gd name="csY388" fmla="*/ 107652 h 1110733"/>
                <a:gd name="csX389" fmla="*/ 2168501 w 2423116"/>
                <a:gd name="csY389" fmla="*/ 116197 h 1110733"/>
                <a:gd name="csX390" fmla="*/ 2149703 w 2423116"/>
                <a:gd name="csY390" fmla="*/ 104235 h 1110733"/>
                <a:gd name="csX391" fmla="*/ 2130907 w 2423116"/>
                <a:gd name="csY391" fmla="*/ 99108 h 1110733"/>
                <a:gd name="csX392" fmla="*/ 2105274 w 2423116"/>
                <a:gd name="csY392" fmla="*/ 102526 h 1110733"/>
                <a:gd name="csX393" fmla="*/ 2088187 w 2423116"/>
                <a:gd name="csY393" fmla="*/ 92273 h 1110733"/>
                <a:gd name="csX394" fmla="*/ 2088187 w 2423116"/>
                <a:gd name="csY394" fmla="*/ 80311 h 1110733"/>
                <a:gd name="csX395" fmla="*/ 2062553 w 2423116"/>
                <a:gd name="csY395" fmla="*/ 46134 h 1110733"/>
                <a:gd name="csX396" fmla="*/ 2069389 w 2423116"/>
                <a:gd name="csY396" fmla="*/ 35881 h 1110733"/>
                <a:gd name="csX397" fmla="*/ 2084768 w 2423116"/>
                <a:gd name="csY397" fmla="*/ 25628 h 1110733"/>
                <a:gd name="csX398" fmla="*/ 2096730 w 2423116"/>
                <a:gd name="csY398" fmla="*/ 1705 h 1110733"/>
                <a:gd name="csX399" fmla="*/ 2097867 w 2423116"/>
                <a:gd name="csY399" fmla="*/ 0 h 11107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Lst>
              <a:rect l="l" t="t" r="r" b="b"/>
              <a:pathLst>
                <a:path w="2423116" h="1110733">
                  <a:moveTo>
                    <a:pt x="541694" y="0"/>
                  </a:moveTo>
                  <a:lnTo>
                    <a:pt x="517775" y="23919"/>
                  </a:lnTo>
                  <a:lnTo>
                    <a:pt x="502396" y="54679"/>
                  </a:lnTo>
                  <a:lnTo>
                    <a:pt x="502396" y="71767"/>
                  </a:lnTo>
                  <a:lnTo>
                    <a:pt x="495560" y="90564"/>
                  </a:lnTo>
                  <a:lnTo>
                    <a:pt x="481889" y="90564"/>
                  </a:lnTo>
                  <a:lnTo>
                    <a:pt x="451130" y="102526"/>
                  </a:lnTo>
                  <a:lnTo>
                    <a:pt x="427207" y="104235"/>
                  </a:lnTo>
                  <a:lnTo>
                    <a:pt x="422080" y="93982"/>
                  </a:lnTo>
                  <a:lnTo>
                    <a:pt x="408410" y="93982"/>
                  </a:lnTo>
                  <a:lnTo>
                    <a:pt x="406701" y="82020"/>
                  </a:lnTo>
                  <a:lnTo>
                    <a:pt x="391322" y="83728"/>
                  </a:lnTo>
                  <a:lnTo>
                    <a:pt x="389613" y="99108"/>
                  </a:lnTo>
                  <a:lnTo>
                    <a:pt x="365689" y="128157"/>
                  </a:lnTo>
                  <a:lnTo>
                    <a:pt x="384486" y="150372"/>
                  </a:lnTo>
                  <a:lnTo>
                    <a:pt x="396448" y="138410"/>
                  </a:lnTo>
                  <a:lnTo>
                    <a:pt x="413537" y="141828"/>
                  </a:lnTo>
                  <a:lnTo>
                    <a:pt x="423164" y="141828"/>
                  </a:lnTo>
                  <a:lnTo>
                    <a:pt x="423164" y="159038"/>
                  </a:lnTo>
                  <a:lnTo>
                    <a:pt x="416954" y="158917"/>
                  </a:lnTo>
                  <a:lnTo>
                    <a:pt x="410118" y="169169"/>
                  </a:lnTo>
                  <a:lnTo>
                    <a:pt x="413537" y="187967"/>
                  </a:lnTo>
                  <a:lnTo>
                    <a:pt x="399866" y="208473"/>
                  </a:lnTo>
                  <a:lnTo>
                    <a:pt x="314425" y="210182"/>
                  </a:lnTo>
                  <a:lnTo>
                    <a:pt x="283666" y="215308"/>
                  </a:lnTo>
                  <a:lnTo>
                    <a:pt x="276830" y="237523"/>
                  </a:lnTo>
                  <a:lnTo>
                    <a:pt x="281956" y="259738"/>
                  </a:lnTo>
                  <a:lnTo>
                    <a:pt x="305880" y="295623"/>
                  </a:lnTo>
                  <a:lnTo>
                    <a:pt x="334930" y="304167"/>
                  </a:lnTo>
                  <a:lnTo>
                    <a:pt x="348600" y="328090"/>
                  </a:lnTo>
                  <a:lnTo>
                    <a:pt x="341766" y="340052"/>
                  </a:lnTo>
                  <a:lnTo>
                    <a:pt x="324678" y="329799"/>
                  </a:lnTo>
                  <a:lnTo>
                    <a:pt x="333221" y="348597"/>
                  </a:lnTo>
                  <a:lnTo>
                    <a:pt x="328095" y="375938"/>
                  </a:lnTo>
                  <a:lnTo>
                    <a:pt x="341766" y="418658"/>
                  </a:lnTo>
                  <a:lnTo>
                    <a:pt x="353727" y="444290"/>
                  </a:lnTo>
                  <a:lnTo>
                    <a:pt x="353727" y="461379"/>
                  </a:lnTo>
                  <a:lnTo>
                    <a:pt x="343474" y="480176"/>
                  </a:lnTo>
                  <a:lnTo>
                    <a:pt x="328095" y="471633"/>
                  </a:lnTo>
                  <a:lnTo>
                    <a:pt x="317842" y="490429"/>
                  </a:lnTo>
                  <a:lnTo>
                    <a:pt x="331512" y="529732"/>
                  </a:lnTo>
                  <a:lnTo>
                    <a:pt x="360563" y="553656"/>
                  </a:lnTo>
                  <a:lnTo>
                    <a:pt x="379360" y="563909"/>
                  </a:lnTo>
                  <a:lnTo>
                    <a:pt x="387904" y="557073"/>
                  </a:lnTo>
                  <a:lnTo>
                    <a:pt x="411827" y="548530"/>
                  </a:lnTo>
                  <a:lnTo>
                    <a:pt x="420371" y="560492"/>
                  </a:lnTo>
                  <a:lnTo>
                    <a:pt x="427207" y="579288"/>
                  </a:lnTo>
                  <a:lnTo>
                    <a:pt x="461384" y="589541"/>
                  </a:lnTo>
                  <a:lnTo>
                    <a:pt x="480181" y="610046"/>
                  </a:lnTo>
                  <a:lnTo>
                    <a:pt x="451130" y="615174"/>
                  </a:lnTo>
                  <a:lnTo>
                    <a:pt x="442586" y="627134"/>
                  </a:lnTo>
                  <a:lnTo>
                    <a:pt x="439168" y="640806"/>
                  </a:lnTo>
                  <a:lnTo>
                    <a:pt x="430625" y="642515"/>
                  </a:lnTo>
                  <a:lnTo>
                    <a:pt x="413537" y="627134"/>
                  </a:lnTo>
                  <a:lnTo>
                    <a:pt x="389613" y="632261"/>
                  </a:lnTo>
                  <a:lnTo>
                    <a:pt x="379360" y="633970"/>
                  </a:lnTo>
                  <a:lnTo>
                    <a:pt x="384486" y="649351"/>
                  </a:lnTo>
                  <a:lnTo>
                    <a:pt x="403284" y="649351"/>
                  </a:lnTo>
                  <a:lnTo>
                    <a:pt x="425497" y="669856"/>
                  </a:lnTo>
                  <a:lnTo>
                    <a:pt x="420371" y="680109"/>
                  </a:lnTo>
                  <a:lnTo>
                    <a:pt x="422080" y="695488"/>
                  </a:lnTo>
                  <a:lnTo>
                    <a:pt x="415245" y="705741"/>
                  </a:lnTo>
                  <a:lnTo>
                    <a:pt x="416954" y="714285"/>
                  </a:lnTo>
                  <a:lnTo>
                    <a:pt x="427207" y="745044"/>
                  </a:lnTo>
                  <a:lnTo>
                    <a:pt x="428916" y="768968"/>
                  </a:lnTo>
                  <a:lnTo>
                    <a:pt x="430625" y="794600"/>
                  </a:lnTo>
                  <a:lnTo>
                    <a:pt x="422080" y="794600"/>
                  </a:lnTo>
                  <a:lnTo>
                    <a:pt x="413537" y="777511"/>
                  </a:lnTo>
                  <a:lnTo>
                    <a:pt x="404992" y="755297"/>
                  </a:lnTo>
                  <a:lnTo>
                    <a:pt x="406701" y="729665"/>
                  </a:lnTo>
                  <a:lnTo>
                    <a:pt x="393030" y="710867"/>
                  </a:lnTo>
                  <a:lnTo>
                    <a:pt x="369107" y="705741"/>
                  </a:lnTo>
                  <a:lnTo>
                    <a:pt x="365689" y="680109"/>
                  </a:lnTo>
                  <a:lnTo>
                    <a:pt x="314425" y="680109"/>
                  </a:lnTo>
                  <a:lnTo>
                    <a:pt x="295627" y="695488"/>
                  </a:lnTo>
                  <a:lnTo>
                    <a:pt x="278539" y="690362"/>
                  </a:lnTo>
                  <a:lnTo>
                    <a:pt x="271704" y="676692"/>
                  </a:lnTo>
                  <a:lnTo>
                    <a:pt x="273413" y="659602"/>
                  </a:lnTo>
                  <a:lnTo>
                    <a:pt x="254615" y="630553"/>
                  </a:lnTo>
                  <a:lnTo>
                    <a:pt x="230692" y="630553"/>
                  </a:lnTo>
                  <a:lnTo>
                    <a:pt x="228983" y="616882"/>
                  </a:lnTo>
                  <a:lnTo>
                    <a:pt x="234109" y="601503"/>
                  </a:lnTo>
                  <a:lnTo>
                    <a:pt x="222148" y="584414"/>
                  </a:lnTo>
                  <a:lnTo>
                    <a:pt x="206768" y="579288"/>
                  </a:lnTo>
                  <a:lnTo>
                    <a:pt x="199933" y="562200"/>
                  </a:lnTo>
                  <a:lnTo>
                    <a:pt x="184554" y="557073"/>
                  </a:lnTo>
                  <a:lnTo>
                    <a:pt x="167466" y="565618"/>
                  </a:lnTo>
                  <a:lnTo>
                    <a:pt x="157212" y="558782"/>
                  </a:lnTo>
                  <a:lnTo>
                    <a:pt x="148669" y="546821"/>
                  </a:lnTo>
                  <a:lnTo>
                    <a:pt x="148669" y="539985"/>
                  </a:lnTo>
                  <a:lnTo>
                    <a:pt x="107657" y="510934"/>
                  </a:lnTo>
                  <a:lnTo>
                    <a:pt x="87151" y="567326"/>
                  </a:lnTo>
                  <a:lnTo>
                    <a:pt x="73480" y="572452"/>
                  </a:lnTo>
                  <a:lnTo>
                    <a:pt x="88859" y="596376"/>
                  </a:lnTo>
                  <a:lnTo>
                    <a:pt x="90568" y="622008"/>
                  </a:lnTo>
                  <a:lnTo>
                    <a:pt x="126453" y="625426"/>
                  </a:lnTo>
                  <a:lnTo>
                    <a:pt x="140124" y="625426"/>
                  </a:lnTo>
                  <a:lnTo>
                    <a:pt x="124745" y="647641"/>
                  </a:lnTo>
                  <a:lnTo>
                    <a:pt x="104238" y="661311"/>
                  </a:lnTo>
                  <a:lnTo>
                    <a:pt x="88859" y="661311"/>
                  </a:lnTo>
                  <a:lnTo>
                    <a:pt x="73480" y="647641"/>
                  </a:lnTo>
                  <a:lnTo>
                    <a:pt x="59810" y="649351"/>
                  </a:lnTo>
                  <a:lnTo>
                    <a:pt x="46139" y="647641"/>
                  </a:lnTo>
                  <a:lnTo>
                    <a:pt x="25633" y="640806"/>
                  </a:lnTo>
                  <a:lnTo>
                    <a:pt x="10253" y="642515"/>
                  </a:lnTo>
                  <a:lnTo>
                    <a:pt x="11962" y="652768"/>
                  </a:lnTo>
                  <a:lnTo>
                    <a:pt x="34177" y="664730"/>
                  </a:lnTo>
                  <a:lnTo>
                    <a:pt x="32469" y="676692"/>
                  </a:lnTo>
                  <a:lnTo>
                    <a:pt x="23924" y="704033"/>
                  </a:lnTo>
                  <a:lnTo>
                    <a:pt x="52974" y="734791"/>
                  </a:lnTo>
                  <a:lnTo>
                    <a:pt x="58101" y="760423"/>
                  </a:lnTo>
                  <a:lnTo>
                    <a:pt x="41012" y="768968"/>
                  </a:lnTo>
                  <a:lnTo>
                    <a:pt x="20507" y="757006"/>
                  </a:lnTo>
                  <a:lnTo>
                    <a:pt x="3419" y="736500"/>
                  </a:lnTo>
                  <a:lnTo>
                    <a:pt x="0" y="746753"/>
                  </a:lnTo>
                  <a:lnTo>
                    <a:pt x="27341" y="779221"/>
                  </a:lnTo>
                  <a:lnTo>
                    <a:pt x="34177" y="796309"/>
                  </a:lnTo>
                  <a:lnTo>
                    <a:pt x="52974" y="791182"/>
                  </a:lnTo>
                  <a:lnTo>
                    <a:pt x="66644" y="780930"/>
                  </a:lnTo>
                  <a:lnTo>
                    <a:pt x="82025" y="784347"/>
                  </a:lnTo>
                  <a:lnTo>
                    <a:pt x="88859" y="798018"/>
                  </a:lnTo>
                  <a:lnTo>
                    <a:pt x="102530" y="808272"/>
                  </a:lnTo>
                  <a:lnTo>
                    <a:pt x="124745" y="808272"/>
                  </a:lnTo>
                  <a:lnTo>
                    <a:pt x="145250" y="842448"/>
                  </a:lnTo>
                  <a:lnTo>
                    <a:pt x="140124" y="856118"/>
                  </a:lnTo>
                  <a:lnTo>
                    <a:pt x="123036" y="854410"/>
                  </a:lnTo>
                  <a:lnTo>
                    <a:pt x="114492" y="835613"/>
                  </a:lnTo>
                  <a:lnTo>
                    <a:pt x="92278" y="827068"/>
                  </a:lnTo>
                  <a:lnTo>
                    <a:pt x="87151" y="811688"/>
                  </a:lnTo>
                  <a:lnTo>
                    <a:pt x="73480" y="799726"/>
                  </a:lnTo>
                  <a:lnTo>
                    <a:pt x="56391" y="825360"/>
                  </a:lnTo>
                  <a:lnTo>
                    <a:pt x="56391" y="844156"/>
                  </a:lnTo>
                  <a:lnTo>
                    <a:pt x="58101" y="862954"/>
                  </a:lnTo>
                  <a:lnTo>
                    <a:pt x="71771" y="871497"/>
                  </a:lnTo>
                  <a:lnTo>
                    <a:pt x="80316" y="880042"/>
                  </a:lnTo>
                  <a:lnTo>
                    <a:pt x="73480" y="900548"/>
                  </a:lnTo>
                  <a:lnTo>
                    <a:pt x="66644" y="903966"/>
                  </a:lnTo>
                  <a:lnTo>
                    <a:pt x="56391" y="903966"/>
                  </a:lnTo>
                  <a:lnTo>
                    <a:pt x="49556" y="921053"/>
                  </a:lnTo>
                  <a:lnTo>
                    <a:pt x="42720" y="939851"/>
                  </a:lnTo>
                  <a:lnTo>
                    <a:pt x="46139" y="960356"/>
                  </a:lnTo>
                  <a:lnTo>
                    <a:pt x="54682" y="960356"/>
                  </a:lnTo>
                  <a:lnTo>
                    <a:pt x="58101" y="948394"/>
                  </a:lnTo>
                  <a:lnTo>
                    <a:pt x="68353" y="948394"/>
                  </a:lnTo>
                  <a:lnTo>
                    <a:pt x="80316" y="962065"/>
                  </a:lnTo>
                  <a:lnTo>
                    <a:pt x="92278" y="991116"/>
                  </a:lnTo>
                  <a:lnTo>
                    <a:pt x="97404" y="1006495"/>
                  </a:lnTo>
                  <a:lnTo>
                    <a:pt x="109366" y="1013331"/>
                  </a:lnTo>
                  <a:lnTo>
                    <a:pt x="111074" y="1020166"/>
                  </a:lnTo>
                  <a:lnTo>
                    <a:pt x="129871" y="1008204"/>
                  </a:lnTo>
                  <a:lnTo>
                    <a:pt x="153794" y="1013331"/>
                  </a:lnTo>
                  <a:lnTo>
                    <a:pt x="176010" y="1004786"/>
                  </a:lnTo>
                  <a:lnTo>
                    <a:pt x="193097" y="996242"/>
                  </a:lnTo>
                  <a:lnTo>
                    <a:pt x="222148" y="999660"/>
                  </a:lnTo>
                  <a:lnTo>
                    <a:pt x="235819" y="982571"/>
                  </a:lnTo>
                  <a:lnTo>
                    <a:pt x="252907" y="979154"/>
                  </a:lnTo>
                  <a:lnTo>
                    <a:pt x="275122" y="992825"/>
                  </a:lnTo>
                  <a:lnTo>
                    <a:pt x="311007" y="984281"/>
                  </a:lnTo>
                  <a:lnTo>
                    <a:pt x="314425" y="970610"/>
                  </a:lnTo>
                  <a:lnTo>
                    <a:pt x="334930" y="970610"/>
                  </a:lnTo>
                  <a:lnTo>
                    <a:pt x="343474" y="965484"/>
                  </a:lnTo>
                  <a:lnTo>
                    <a:pt x="353727" y="974027"/>
                  </a:lnTo>
                  <a:lnTo>
                    <a:pt x="369107" y="958648"/>
                  </a:lnTo>
                  <a:lnTo>
                    <a:pt x="384486" y="953522"/>
                  </a:lnTo>
                  <a:lnTo>
                    <a:pt x="398156" y="953522"/>
                  </a:lnTo>
                  <a:lnTo>
                    <a:pt x="396448" y="972318"/>
                  </a:lnTo>
                  <a:lnTo>
                    <a:pt x="394739" y="992825"/>
                  </a:lnTo>
                  <a:lnTo>
                    <a:pt x="403284" y="1009912"/>
                  </a:lnTo>
                  <a:lnTo>
                    <a:pt x="403284" y="1030419"/>
                  </a:lnTo>
                  <a:lnTo>
                    <a:pt x="408410" y="1044089"/>
                  </a:lnTo>
                  <a:lnTo>
                    <a:pt x="428916" y="1052634"/>
                  </a:lnTo>
                  <a:lnTo>
                    <a:pt x="447712" y="1033836"/>
                  </a:lnTo>
                  <a:lnTo>
                    <a:pt x="457966" y="1042381"/>
                  </a:lnTo>
                  <a:lnTo>
                    <a:pt x="435751" y="1069722"/>
                  </a:lnTo>
                  <a:lnTo>
                    <a:pt x="430625" y="1081684"/>
                  </a:lnTo>
                  <a:lnTo>
                    <a:pt x="446004" y="1100481"/>
                  </a:lnTo>
                  <a:lnTo>
                    <a:pt x="468219" y="1100481"/>
                  </a:lnTo>
                  <a:lnTo>
                    <a:pt x="456257" y="1081684"/>
                  </a:lnTo>
                  <a:lnTo>
                    <a:pt x="466510" y="1068013"/>
                  </a:lnTo>
                  <a:lnTo>
                    <a:pt x="487015" y="1057760"/>
                  </a:lnTo>
                  <a:lnTo>
                    <a:pt x="498977" y="1047507"/>
                  </a:lnTo>
                  <a:lnTo>
                    <a:pt x="509230" y="1064594"/>
                  </a:lnTo>
                  <a:lnTo>
                    <a:pt x="521192" y="1062886"/>
                  </a:lnTo>
                  <a:lnTo>
                    <a:pt x="545116" y="1030419"/>
                  </a:lnTo>
                  <a:lnTo>
                    <a:pt x="570748" y="1025293"/>
                  </a:lnTo>
                  <a:lnTo>
                    <a:pt x="584419" y="1042381"/>
                  </a:lnTo>
                  <a:lnTo>
                    <a:pt x="610051" y="1042381"/>
                  </a:lnTo>
                  <a:lnTo>
                    <a:pt x="615177" y="1052634"/>
                  </a:lnTo>
                  <a:lnTo>
                    <a:pt x="610051" y="1069722"/>
                  </a:lnTo>
                  <a:lnTo>
                    <a:pt x="613468" y="1076558"/>
                  </a:lnTo>
                  <a:lnTo>
                    <a:pt x="635684" y="1068013"/>
                  </a:lnTo>
                  <a:lnTo>
                    <a:pt x="645937" y="1078266"/>
                  </a:lnTo>
                  <a:lnTo>
                    <a:pt x="654481" y="1091937"/>
                  </a:lnTo>
                  <a:lnTo>
                    <a:pt x="664733" y="1091937"/>
                  </a:lnTo>
                  <a:lnTo>
                    <a:pt x="678404" y="1091937"/>
                  </a:lnTo>
                  <a:lnTo>
                    <a:pt x="693784" y="1091937"/>
                  </a:lnTo>
                  <a:lnTo>
                    <a:pt x="704036" y="1105607"/>
                  </a:lnTo>
                  <a:lnTo>
                    <a:pt x="709163" y="1110733"/>
                  </a:lnTo>
                  <a:lnTo>
                    <a:pt x="722834" y="1100481"/>
                  </a:lnTo>
                  <a:lnTo>
                    <a:pt x="739922" y="1103899"/>
                  </a:lnTo>
                  <a:lnTo>
                    <a:pt x="760428" y="1076558"/>
                  </a:lnTo>
                  <a:lnTo>
                    <a:pt x="774099" y="1064594"/>
                  </a:lnTo>
                  <a:lnTo>
                    <a:pt x="780933" y="1066304"/>
                  </a:lnTo>
                  <a:lnTo>
                    <a:pt x="774099" y="1032127"/>
                  </a:lnTo>
                  <a:lnTo>
                    <a:pt x="787769" y="1006495"/>
                  </a:lnTo>
                  <a:lnTo>
                    <a:pt x="799731" y="991116"/>
                  </a:lnTo>
                  <a:lnTo>
                    <a:pt x="813401" y="989407"/>
                  </a:lnTo>
                  <a:lnTo>
                    <a:pt x="837325" y="989407"/>
                  </a:lnTo>
                  <a:lnTo>
                    <a:pt x="857832" y="962065"/>
                  </a:lnTo>
                  <a:lnTo>
                    <a:pt x="862958" y="948394"/>
                  </a:lnTo>
                  <a:lnTo>
                    <a:pt x="859540" y="933015"/>
                  </a:lnTo>
                  <a:lnTo>
                    <a:pt x="874919" y="921053"/>
                  </a:lnTo>
                  <a:lnTo>
                    <a:pt x="888590" y="919345"/>
                  </a:lnTo>
                  <a:lnTo>
                    <a:pt x="892009" y="893712"/>
                  </a:lnTo>
                  <a:lnTo>
                    <a:pt x="921058" y="885168"/>
                  </a:lnTo>
                  <a:lnTo>
                    <a:pt x="939855" y="897131"/>
                  </a:lnTo>
                  <a:lnTo>
                    <a:pt x="950108" y="897131"/>
                  </a:lnTo>
                  <a:lnTo>
                    <a:pt x="967196" y="892004"/>
                  </a:lnTo>
                  <a:lnTo>
                    <a:pt x="970614" y="871497"/>
                  </a:lnTo>
                  <a:lnTo>
                    <a:pt x="985993" y="871497"/>
                  </a:lnTo>
                  <a:lnTo>
                    <a:pt x="996247" y="886877"/>
                  </a:lnTo>
                  <a:lnTo>
                    <a:pt x="1006499" y="876625"/>
                  </a:lnTo>
                  <a:lnTo>
                    <a:pt x="1059472" y="868080"/>
                  </a:lnTo>
                  <a:lnTo>
                    <a:pt x="1069726" y="881751"/>
                  </a:lnTo>
                  <a:lnTo>
                    <a:pt x="1083397" y="909093"/>
                  </a:lnTo>
                  <a:lnTo>
                    <a:pt x="1090232" y="912510"/>
                  </a:lnTo>
                  <a:lnTo>
                    <a:pt x="1103902" y="898840"/>
                  </a:lnTo>
                  <a:lnTo>
                    <a:pt x="1144914" y="898840"/>
                  </a:lnTo>
                  <a:lnTo>
                    <a:pt x="1155167" y="905674"/>
                  </a:lnTo>
                  <a:lnTo>
                    <a:pt x="1160294" y="917636"/>
                  </a:lnTo>
                  <a:lnTo>
                    <a:pt x="1165420" y="922763"/>
                  </a:lnTo>
                  <a:lnTo>
                    <a:pt x="1167129" y="902257"/>
                  </a:lnTo>
                  <a:lnTo>
                    <a:pt x="1177382" y="886877"/>
                  </a:lnTo>
                  <a:lnTo>
                    <a:pt x="1189344" y="890295"/>
                  </a:lnTo>
                  <a:lnTo>
                    <a:pt x="1196178" y="869789"/>
                  </a:lnTo>
                  <a:lnTo>
                    <a:pt x="1232064" y="844156"/>
                  </a:lnTo>
                  <a:lnTo>
                    <a:pt x="1250862" y="856118"/>
                  </a:lnTo>
                  <a:lnTo>
                    <a:pt x="1267950" y="862954"/>
                  </a:lnTo>
                  <a:lnTo>
                    <a:pt x="1320923" y="861245"/>
                  </a:lnTo>
                  <a:lnTo>
                    <a:pt x="1344847" y="862954"/>
                  </a:lnTo>
                  <a:lnTo>
                    <a:pt x="1361934" y="844156"/>
                  </a:lnTo>
                  <a:lnTo>
                    <a:pt x="1389275" y="852701"/>
                  </a:lnTo>
                  <a:lnTo>
                    <a:pt x="1396111" y="861245"/>
                  </a:lnTo>
                  <a:lnTo>
                    <a:pt x="1408073" y="861245"/>
                  </a:lnTo>
                  <a:lnTo>
                    <a:pt x="1411491" y="840739"/>
                  </a:lnTo>
                  <a:lnTo>
                    <a:pt x="1420035" y="828777"/>
                  </a:lnTo>
                  <a:lnTo>
                    <a:pt x="1411491" y="804853"/>
                  </a:lnTo>
                  <a:lnTo>
                    <a:pt x="1413199" y="791182"/>
                  </a:lnTo>
                  <a:lnTo>
                    <a:pt x="1425162" y="777511"/>
                  </a:lnTo>
                  <a:lnTo>
                    <a:pt x="1430288" y="775802"/>
                  </a:lnTo>
                  <a:lnTo>
                    <a:pt x="1433706" y="748461"/>
                  </a:lnTo>
                  <a:lnTo>
                    <a:pt x="1431997" y="729665"/>
                  </a:lnTo>
                  <a:lnTo>
                    <a:pt x="1414908" y="719412"/>
                  </a:lnTo>
                  <a:lnTo>
                    <a:pt x="1408073" y="700614"/>
                  </a:lnTo>
                  <a:lnTo>
                    <a:pt x="1387567" y="695488"/>
                  </a:lnTo>
                  <a:lnTo>
                    <a:pt x="1355100" y="690362"/>
                  </a:lnTo>
                  <a:lnTo>
                    <a:pt x="1341429" y="668147"/>
                  </a:lnTo>
                  <a:lnTo>
                    <a:pt x="1344847" y="642515"/>
                  </a:lnTo>
                  <a:lnTo>
                    <a:pt x="1343138" y="613464"/>
                  </a:lnTo>
                  <a:lnTo>
                    <a:pt x="1336303" y="604920"/>
                  </a:lnTo>
                  <a:lnTo>
                    <a:pt x="1319455" y="603389"/>
                  </a:lnTo>
                  <a:lnTo>
                    <a:pt x="1319455" y="591704"/>
                  </a:lnTo>
                  <a:lnTo>
                    <a:pt x="1322632" y="591250"/>
                  </a:lnTo>
                  <a:lnTo>
                    <a:pt x="1320923" y="569035"/>
                  </a:lnTo>
                  <a:lnTo>
                    <a:pt x="1312378" y="551947"/>
                  </a:lnTo>
                  <a:lnTo>
                    <a:pt x="1305544" y="551947"/>
                  </a:lnTo>
                  <a:lnTo>
                    <a:pt x="1290384" y="545209"/>
                  </a:lnTo>
                  <a:lnTo>
                    <a:pt x="1290093" y="544863"/>
                  </a:lnTo>
                  <a:lnTo>
                    <a:pt x="1286746" y="533149"/>
                  </a:lnTo>
                  <a:lnTo>
                    <a:pt x="1286746" y="516061"/>
                  </a:lnTo>
                  <a:lnTo>
                    <a:pt x="1296999" y="495555"/>
                  </a:lnTo>
                  <a:lnTo>
                    <a:pt x="1308961" y="469923"/>
                  </a:lnTo>
                  <a:lnTo>
                    <a:pt x="1320923" y="430620"/>
                  </a:lnTo>
                  <a:lnTo>
                    <a:pt x="1327758" y="410115"/>
                  </a:lnTo>
                  <a:lnTo>
                    <a:pt x="1332885" y="389608"/>
                  </a:lnTo>
                  <a:lnTo>
                    <a:pt x="1331496" y="381280"/>
                  </a:lnTo>
                  <a:lnTo>
                    <a:pt x="1345923" y="375378"/>
                  </a:lnTo>
                  <a:cubicBezTo>
                    <a:pt x="1346133" y="377273"/>
                    <a:pt x="1346344" y="379169"/>
                    <a:pt x="1346554" y="381064"/>
                  </a:cubicBezTo>
                  <a:lnTo>
                    <a:pt x="1343137" y="401570"/>
                  </a:lnTo>
                  <a:lnTo>
                    <a:pt x="1341428" y="411823"/>
                  </a:lnTo>
                  <a:lnTo>
                    <a:pt x="1358517" y="415241"/>
                  </a:lnTo>
                  <a:lnTo>
                    <a:pt x="1375605" y="399861"/>
                  </a:lnTo>
                  <a:lnTo>
                    <a:pt x="1387567" y="408405"/>
                  </a:lnTo>
                  <a:lnTo>
                    <a:pt x="1404655" y="416951"/>
                  </a:lnTo>
                  <a:lnTo>
                    <a:pt x="1428578" y="415241"/>
                  </a:lnTo>
                  <a:lnTo>
                    <a:pt x="1450793" y="399861"/>
                  </a:lnTo>
                  <a:lnTo>
                    <a:pt x="1467881" y="401570"/>
                  </a:lnTo>
                  <a:lnTo>
                    <a:pt x="1476426" y="404987"/>
                  </a:lnTo>
                  <a:lnTo>
                    <a:pt x="1500350" y="394734"/>
                  </a:lnTo>
                  <a:lnTo>
                    <a:pt x="1514020" y="399861"/>
                  </a:lnTo>
                  <a:lnTo>
                    <a:pt x="1546487" y="425494"/>
                  </a:lnTo>
                  <a:lnTo>
                    <a:pt x="1555032" y="449418"/>
                  </a:lnTo>
                  <a:lnTo>
                    <a:pt x="1563576" y="461379"/>
                  </a:lnTo>
                  <a:lnTo>
                    <a:pt x="1575538" y="473341"/>
                  </a:lnTo>
                  <a:lnTo>
                    <a:pt x="1570411" y="487012"/>
                  </a:lnTo>
                  <a:lnTo>
                    <a:pt x="1604588" y="492138"/>
                  </a:lnTo>
                  <a:lnTo>
                    <a:pt x="1625094" y="504100"/>
                  </a:lnTo>
                  <a:lnTo>
                    <a:pt x="1643891" y="512644"/>
                  </a:lnTo>
                  <a:lnTo>
                    <a:pt x="1657561" y="522897"/>
                  </a:lnTo>
                  <a:lnTo>
                    <a:pt x="1679776" y="529732"/>
                  </a:lnTo>
                  <a:lnTo>
                    <a:pt x="1691738" y="538276"/>
                  </a:lnTo>
                  <a:lnTo>
                    <a:pt x="1695155" y="560492"/>
                  </a:lnTo>
                  <a:lnTo>
                    <a:pt x="1684903" y="570743"/>
                  </a:lnTo>
                  <a:lnTo>
                    <a:pt x="1695155" y="580997"/>
                  </a:lnTo>
                  <a:lnTo>
                    <a:pt x="1695155" y="596377"/>
                  </a:lnTo>
                  <a:lnTo>
                    <a:pt x="1698574" y="610048"/>
                  </a:lnTo>
                  <a:lnTo>
                    <a:pt x="1708826" y="632261"/>
                  </a:lnTo>
                  <a:lnTo>
                    <a:pt x="1724205" y="640806"/>
                  </a:lnTo>
                  <a:lnTo>
                    <a:pt x="1734458" y="635680"/>
                  </a:lnTo>
                  <a:lnTo>
                    <a:pt x="1734458" y="613465"/>
                  </a:lnTo>
                  <a:lnTo>
                    <a:pt x="1739585" y="601503"/>
                  </a:lnTo>
                  <a:lnTo>
                    <a:pt x="1741294" y="584414"/>
                  </a:lnTo>
                  <a:lnTo>
                    <a:pt x="1751546" y="569035"/>
                  </a:lnTo>
                  <a:lnTo>
                    <a:pt x="1773762" y="565618"/>
                  </a:lnTo>
                  <a:lnTo>
                    <a:pt x="1795976" y="546821"/>
                  </a:lnTo>
                  <a:lnTo>
                    <a:pt x="1814774" y="510935"/>
                  </a:lnTo>
                  <a:lnTo>
                    <a:pt x="1826734" y="483593"/>
                  </a:lnTo>
                  <a:lnTo>
                    <a:pt x="1859203" y="464797"/>
                  </a:lnTo>
                  <a:lnTo>
                    <a:pt x="1874582" y="481885"/>
                  </a:lnTo>
                  <a:lnTo>
                    <a:pt x="1884835" y="490429"/>
                  </a:lnTo>
                  <a:lnTo>
                    <a:pt x="1891671" y="488720"/>
                  </a:lnTo>
                  <a:lnTo>
                    <a:pt x="1893380" y="507518"/>
                  </a:lnTo>
                  <a:lnTo>
                    <a:pt x="1907050" y="514353"/>
                  </a:lnTo>
                  <a:lnTo>
                    <a:pt x="1920721" y="488720"/>
                  </a:lnTo>
                  <a:lnTo>
                    <a:pt x="1936100" y="485303"/>
                  </a:lnTo>
                  <a:lnTo>
                    <a:pt x="1944644" y="463088"/>
                  </a:lnTo>
                  <a:lnTo>
                    <a:pt x="1958315" y="461379"/>
                  </a:lnTo>
                  <a:lnTo>
                    <a:pt x="1971985" y="454543"/>
                  </a:lnTo>
                  <a:lnTo>
                    <a:pt x="1987365" y="469923"/>
                  </a:lnTo>
                  <a:lnTo>
                    <a:pt x="2001036" y="473341"/>
                  </a:lnTo>
                  <a:lnTo>
                    <a:pt x="2023250" y="469923"/>
                  </a:lnTo>
                  <a:lnTo>
                    <a:pt x="2043757" y="464797"/>
                  </a:lnTo>
                  <a:lnTo>
                    <a:pt x="2064262" y="476759"/>
                  </a:lnTo>
                  <a:lnTo>
                    <a:pt x="2084768" y="476759"/>
                  </a:lnTo>
                  <a:lnTo>
                    <a:pt x="2098439" y="456252"/>
                  </a:lnTo>
                  <a:lnTo>
                    <a:pt x="2096730" y="435747"/>
                  </a:lnTo>
                  <a:lnTo>
                    <a:pt x="2115528" y="420368"/>
                  </a:lnTo>
                  <a:lnTo>
                    <a:pt x="2130907" y="415241"/>
                  </a:lnTo>
                  <a:lnTo>
                    <a:pt x="2147995" y="411823"/>
                  </a:lnTo>
                  <a:lnTo>
                    <a:pt x="2159957" y="423785"/>
                  </a:lnTo>
                  <a:lnTo>
                    <a:pt x="2173627" y="444292"/>
                  </a:lnTo>
                  <a:lnTo>
                    <a:pt x="2171918" y="464797"/>
                  </a:lnTo>
                  <a:lnTo>
                    <a:pt x="2182172" y="481885"/>
                  </a:lnTo>
                  <a:lnTo>
                    <a:pt x="2182172" y="510935"/>
                  </a:lnTo>
                  <a:lnTo>
                    <a:pt x="2165084" y="517770"/>
                  </a:lnTo>
                  <a:lnTo>
                    <a:pt x="2144577" y="512644"/>
                  </a:lnTo>
                  <a:lnTo>
                    <a:pt x="2147995" y="528023"/>
                  </a:lnTo>
                  <a:lnTo>
                    <a:pt x="2168501" y="538276"/>
                  </a:lnTo>
                  <a:lnTo>
                    <a:pt x="2177046" y="553656"/>
                  </a:lnTo>
                  <a:lnTo>
                    <a:pt x="2178754" y="577579"/>
                  </a:lnTo>
                  <a:lnTo>
                    <a:pt x="2180463" y="599794"/>
                  </a:lnTo>
                  <a:cubicBezTo>
                    <a:pt x="2186159" y="602643"/>
                    <a:pt x="2185020" y="612325"/>
                    <a:pt x="2190716" y="615174"/>
                  </a:cubicBezTo>
                  <a:lnTo>
                    <a:pt x="2221474" y="618591"/>
                  </a:lnTo>
                  <a:lnTo>
                    <a:pt x="2247107" y="591250"/>
                  </a:lnTo>
                  <a:lnTo>
                    <a:pt x="2257360" y="553656"/>
                  </a:lnTo>
                  <a:lnTo>
                    <a:pt x="2282992" y="551947"/>
                  </a:lnTo>
                  <a:lnTo>
                    <a:pt x="2303498" y="548530"/>
                  </a:lnTo>
                  <a:lnTo>
                    <a:pt x="2329131" y="541694"/>
                  </a:lnTo>
                  <a:lnTo>
                    <a:pt x="2354764" y="533151"/>
                  </a:lnTo>
                  <a:lnTo>
                    <a:pt x="2373560" y="534859"/>
                  </a:lnTo>
                  <a:lnTo>
                    <a:pt x="2378686" y="512644"/>
                  </a:lnTo>
                  <a:lnTo>
                    <a:pt x="2383813" y="498974"/>
                  </a:lnTo>
                  <a:lnTo>
                    <a:pt x="2394065" y="483593"/>
                  </a:lnTo>
                  <a:lnTo>
                    <a:pt x="2409446" y="469923"/>
                  </a:lnTo>
                  <a:lnTo>
                    <a:pt x="2416282" y="454543"/>
                  </a:lnTo>
                  <a:lnTo>
                    <a:pt x="2423116" y="411823"/>
                  </a:lnTo>
                  <a:lnTo>
                    <a:pt x="2417990" y="372520"/>
                  </a:lnTo>
                  <a:lnTo>
                    <a:pt x="2409446" y="343471"/>
                  </a:lnTo>
                  <a:lnTo>
                    <a:pt x="2399192" y="331509"/>
                  </a:lnTo>
                  <a:lnTo>
                    <a:pt x="2378686" y="311002"/>
                  </a:lnTo>
                  <a:lnTo>
                    <a:pt x="2347928" y="304167"/>
                  </a:lnTo>
                  <a:lnTo>
                    <a:pt x="2341093" y="292205"/>
                  </a:lnTo>
                  <a:lnTo>
                    <a:pt x="2317168" y="288787"/>
                  </a:lnTo>
                  <a:lnTo>
                    <a:pt x="2293246" y="293915"/>
                  </a:lnTo>
                  <a:lnTo>
                    <a:pt x="2289827" y="278534"/>
                  </a:lnTo>
                  <a:lnTo>
                    <a:pt x="2267613" y="269991"/>
                  </a:lnTo>
                  <a:lnTo>
                    <a:pt x="2253943" y="247776"/>
                  </a:lnTo>
                  <a:lnTo>
                    <a:pt x="2267613" y="239233"/>
                  </a:lnTo>
                  <a:lnTo>
                    <a:pt x="2269322" y="220435"/>
                  </a:lnTo>
                  <a:lnTo>
                    <a:pt x="2260777" y="208473"/>
                  </a:lnTo>
                  <a:lnTo>
                    <a:pt x="2272739" y="191385"/>
                  </a:lnTo>
                  <a:lnTo>
                    <a:pt x="2272739" y="176005"/>
                  </a:lnTo>
                  <a:lnTo>
                    <a:pt x="2253943" y="176005"/>
                  </a:lnTo>
                  <a:lnTo>
                    <a:pt x="2243688" y="158917"/>
                  </a:lnTo>
                  <a:lnTo>
                    <a:pt x="2245398" y="146955"/>
                  </a:lnTo>
                  <a:lnTo>
                    <a:pt x="2235145" y="145246"/>
                  </a:lnTo>
                  <a:lnTo>
                    <a:pt x="2219766" y="145246"/>
                  </a:lnTo>
                  <a:lnTo>
                    <a:pt x="2209513" y="124740"/>
                  </a:lnTo>
                  <a:lnTo>
                    <a:pt x="2189006" y="107652"/>
                  </a:lnTo>
                  <a:lnTo>
                    <a:pt x="2168501" y="116197"/>
                  </a:lnTo>
                  <a:lnTo>
                    <a:pt x="2149703" y="104235"/>
                  </a:lnTo>
                  <a:lnTo>
                    <a:pt x="2130907" y="99108"/>
                  </a:lnTo>
                  <a:lnTo>
                    <a:pt x="2105274" y="102526"/>
                  </a:lnTo>
                  <a:lnTo>
                    <a:pt x="2088187" y="92273"/>
                  </a:lnTo>
                  <a:lnTo>
                    <a:pt x="2088187" y="80311"/>
                  </a:lnTo>
                  <a:lnTo>
                    <a:pt x="2062553" y="46134"/>
                  </a:lnTo>
                  <a:lnTo>
                    <a:pt x="2069389" y="35881"/>
                  </a:lnTo>
                  <a:lnTo>
                    <a:pt x="2084768" y="25628"/>
                  </a:lnTo>
                  <a:lnTo>
                    <a:pt x="2096730" y="1705"/>
                  </a:lnTo>
                  <a:lnTo>
                    <a:pt x="2097867" y="0"/>
                  </a:lnTo>
                </a:path>
              </a:pathLst>
            </a:cu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sp>
        <p:nvSpPr>
          <p:cNvPr id="215" name="직사각형 214">
            <a:extLst>
              <a:ext uri="{FF2B5EF4-FFF2-40B4-BE49-F238E27FC236}">
                <a16:creationId xmlns:a16="http://schemas.microsoft.com/office/drawing/2014/main" id="{792798D4-F987-055E-C5EB-636EED0466AE}"/>
              </a:ext>
            </a:extLst>
          </p:cNvPr>
          <p:cNvSpPr/>
          <p:nvPr/>
        </p:nvSpPr>
        <p:spPr>
          <a:xfrm>
            <a:off x="6969601" y="2713690"/>
            <a:ext cx="3254706" cy="1203110"/>
          </a:xfrm>
          <a:prstGeom prst="rect">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자유형: 도형 30">
            <a:extLst>
              <a:ext uri="{FF2B5EF4-FFF2-40B4-BE49-F238E27FC236}">
                <a16:creationId xmlns:a16="http://schemas.microsoft.com/office/drawing/2014/main" id="{505FD015-6B3F-4F2A-8CEA-CBC1E47F928F}"/>
              </a:ext>
            </a:extLst>
          </p:cNvPr>
          <p:cNvSpPr/>
          <p:nvPr/>
        </p:nvSpPr>
        <p:spPr>
          <a:xfrm rot="20641633">
            <a:off x="2536037" y="3251630"/>
            <a:ext cx="3726937" cy="2193304"/>
          </a:xfrm>
          <a:custGeom>
            <a:avLst/>
            <a:gdLst>
              <a:gd name="csX0" fmla="*/ 19050 w 3524250"/>
              <a:gd name="csY0" fmla="*/ 1133475 h 1847850"/>
              <a:gd name="csX1" fmla="*/ 2990850 w 3524250"/>
              <a:gd name="csY1" fmla="*/ 0 h 1847850"/>
              <a:gd name="csX2" fmla="*/ 3524250 w 3524250"/>
              <a:gd name="csY2" fmla="*/ 1847850 h 1847850"/>
              <a:gd name="csX3" fmla="*/ 0 w 3524250"/>
              <a:gd name="csY3" fmla="*/ 1847850 h 1847850"/>
              <a:gd name="csX4" fmla="*/ 19050 w 3524250"/>
              <a:gd name="csY4" fmla="*/ 1133475 h 1847850"/>
              <a:gd name="csX0" fmla="*/ 19050 w 3623520"/>
              <a:gd name="csY0" fmla="*/ 1133475 h 2193304"/>
              <a:gd name="csX1" fmla="*/ 2990850 w 3623520"/>
              <a:gd name="csY1" fmla="*/ 0 h 2193304"/>
              <a:gd name="csX2" fmla="*/ 3623520 w 3623520"/>
              <a:gd name="csY2" fmla="*/ 2193304 h 2193304"/>
              <a:gd name="csX3" fmla="*/ 0 w 3623520"/>
              <a:gd name="csY3" fmla="*/ 1847850 h 2193304"/>
              <a:gd name="csX4" fmla="*/ 19050 w 3623520"/>
              <a:gd name="csY4" fmla="*/ 1133475 h 2193304"/>
              <a:gd name="csX0" fmla="*/ 122467 w 3726937"/>
              <a:gd name="csY0" fmla="*/ 1133475 h 2193304"/>
              <a:gd name="csX1" fmla="*/ 3094267 w 3726937"/>
              <a:gd name="csY1" fmla="*/ 0 h 2193304"/>
              <a:gd name="csX2" fmla="*/ 3726937 w 3726937"/>
              <a:gd name="csY2" fmla="*/ 2193304 h 2193304"/>
              <a:gd name="csX3" fmla="*/ 0 w 3726937"/>
              <a:gd name="csY3" fmla="*/ 1966861 h 2193304"/>
              <a:gd name="csX4" fmla="*/ 122467 w 3726937"/>
              <a:gd name="csY4" fmla="*/ 1133475 h 2193304"/>
            </a:gdLst>
            <a:ahLst/>
            <a:cxnLst>
              <a:cxn ang="0">
                <a:pos x="csX0" y="csY0"/>
              </a:cxn>
              <a:cxn ang="0">
                <a:pos x="csX1" y="csY1"/>
              </a:cxn>
              <a:cxn ang="0">
                <a:pos x="csX2" y="csY2"/>
              </a:cxn>
              <a:cxn ang="0">
                <a:pos x="csX3" y="csY3"/>
              </a:cxn>
              <a:cxn ang="0">
                <a:pos x="csX4" y="csY4"/>
              </a:cxn>
            </a:cxnLst>
            <a:rect l="l" t="t" r="r" b="b"/>
            <a:pathLst>
              <a:path w="3726937" h="2193304">
                <a:moveTo>
                  <a:pt x="122467" y="1133475"/>
                </a:moveTo>
                <a:lnTo>
                  <a:pt x="3094267" y="0"/>
                </a:lnTo>
                <a:lnTo>
                  <a:pt x="3726937" y="2193304"/>
                </a:lnTo>
                <a:lnTo>
                  <a:pt x="0" y="1966861"/>
                </a:lnTo>
                <a:lnTo>
                  <a:pt x="122467" y="1133475"/>
                </a:lnTo>
                <a:close/>
              </a:path>
            </a:pathLst>
          </a:custGeom>
          <a:gradFill>
            <a:gsLst>
              <a:gs pos="0">
                <a:schemeClr val="bg1">
                  <a:lumMod val="85000"/>
                  <a:alpha val="80000"/>
                </a:schemeClr>
              </a:gs>
              <a:gs pos="100000">
                <a:schemeClr val="bg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1" name="TextBox 210">
            <a:extLst>
              <a:ext uri="{FF2B5EF4-FFF2-40B4-BE49-F238E27FC236}">
                <a16:creationId xmlns:a16="http://schemas.microsoft.com/office/drawing/2014/main" id="{FFFAA5D9-9B39-503F-B9C4-B77BA4F98D78}"/>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중부권역의 경우 서울 강남권 및 수도권 핵심 주거권역의 </a:t>
            </a:r>
            <a:r>
              <a:rPr lang="ko-KR" altLang="en-US" sz="1600" dirty="0" err="1">
                <a:solidFill>
                  <a:schemeClr val="tx1"/>
                </a:solidFill>
              </a:rPr>
              <a:t>최인접</a:t>
            </a:r>
            <a:r>
              <a:rPr lang="ko-KR" altLang="en-US" sz="1600" dirty="0">
                <a:solidFill>
                  <a:schemeClr val="tx1"/>
                </a:solidFill>
              </a:rPr>
              <a:t> 거점입지로 주로 </a:t>
            </a:r>
            <a:r>
              <a:rPr lang="ko-KR" altLang="en-US" sz="1600" dirty="0" err="1">
                <a:solidFill>
                  <a:schemeClr val="tx1"/>
                </a:solidFill>
              </a:rPr>
              <a:t>라스트마일</a:t>
            </a:r>
            <a:r>
              <a:rPr lang="ko-KR" altLang="en-US" sz="1600" dirty="0">
                <a:solidFill>
                  <a:schemeClr val="tx1"/>
                </a:solidFill>
              </a:rPr>
              <a:t> 기능 수행</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가용부지 고갈로 신규 공급이 극히 제한적인 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대형물류센터의 경우 압도적 희소성을 보유함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2" name="TextBox 221">
            <a:extLst>
              <a:ext uri="{FF2B5EF4-FFF2-40B4-BE49-F238E27FC236}">
                <a16:creationId xmlns:a16="http://schemas.microsoft.com/office/drawing/2014/main" id="{1A243F71-BD66-EDD9-07C2-29893C43D83A}"/>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16" name="그룹 215">
            <a:extLst>
              <a:ext uri="{FF2B5EF4-FFF2-40B4-BE49-F238E27FC236}">
                <a16:creationId xmlns:a16="http://schemas.microsoft.com/office/drawing/2014/main" id="{E10A4465-3BAD-6ECA-E06E-822B6008F636}"/>
              </a:ext>
            </a:extLst>
          </p:cNvPr>
          <p:cNvGrpSpPr/>
          <p:nvPr/>
        </p:nvGrpSpPr>
        <p:grpSpPr>
          <a:xfrm>
            <a:off x="458887" y="1987916"/>
            <a:ext cx="9783663" cy="247712"/>
            <a:chOff x="417444" y="1605420"/>
            <a:chExt cx="8983731" cy="247712"/>
          </a:xfrm>
        </p:grpSpPr>
        <p:sp>
          <p:nvSpPr>
            <p:cNvPr id="217" name="직사각형 216">
              <a:extLst>
                <a:ext uri="{FF2B5EF4-FFF2-40B4-BE49-F238E27FC236}">
                  <a16:creationId xmlns:a16="http://schemas.microsoft.com/office/drawing/2014/main" id="{A6D2E4CE-4DFF-4E67-2533-B7736E4BC75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8" name="직선 연결선 217">
              <a:extLst>
                <a:ext uri="{FF2B5EF4-FFF2-40B4-BE49-F238E27FC236}">
                  <a16:creationId xmlns:a16="http://schemas.microsoft.com/office/drawing/2014/main" id="{D3396478-377C-47AF-3E38-9F610BADDCF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9" name="자유형 6">
              <a:extLst>
                <a:ext uri="{FF2B5EF4-FFF2-40B4-BE49-F238E27FC236}">
                  <a16:creationId xmlns:a16="http://schemas.microsoft.com/office/drawing/2014/main" id="{479D3EA5-6303-D4C4-6336-2F2A66A7D7D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0" name="자유형 7">
              <a:extLst>
                <a:ext uri="{FF2B5EF4-FFF2-40B4-BE49-F238E27FC236}">
                  <a16:creationId xmlns:a16="http://schemas.microsoft.com/office/drawing/2014/main" id="{3FDBD96B-9762-7437-6E7C-F0F0F80B5F7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1" name="TextBox 220">
              <a:extLst>
                <a:ext uri="{FF2B5EF4-FFF2-40B4-BE49-F238E27FC236}">
                  <a16:creationId xmlns:a16="http://schemas.microsoft.com/office/drawing/2014/main" id="{18A536FD-CB0B-CAA4-5BC7-293233534707}"/>
                </a:ext>
              </a:extLst>
            </p:cNvPr>
            <p:cNvSpPr txBox="1"/>
            <p:nvPr/>
          </p:nvSpPr>
          <p:spPr>
            <a:xfrm>
              <a:off x="417444" y="1652332"/>
              <a:ext cx="872407"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대상지 권역 분석</a:t>
              </a:r>
            </a:p>
          </p:txBody>
        </p:sp>
      </p:grpSp>
      <p:sp>
        <p:nvSpPr>
          <p:cNvPr id="102" name="TextBox 101">
            <a:extLst>
              <a:ext uri="{FF2B5EF4-FFF2-40B4-BE49-F238E27FC236}">
                <a16:creationId xmlns:a16="http://schemas.microsoft.com/office/drawing/2014/main" id="{2C8B2FC3-702F-B140-5D99-E0BF34C114B8}"/>
              </a:ext>
            </a:extLst>
          </p:cNvPr>
          <p:cNvSpPr txBox="1"/>
          <p:nvPr/>
        </p:nvSpPr>
        <p:spPr>
          <a:xfrm>
            <a:off x="3065381" y="343385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err="1">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endParaRPr lang="ko-KR" altLang="en-US" sz="1200" dirty="0">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4" name="TextBox 103">
            <a:extLst>
              <a:ext uri="{FF2B5EF4-FFF2-40B4-BE49-F238E27FC236}">
                <a16:creationId xmlns:a16="http://schemas.microsoft.com/office/drawing/2014/main" id="{6CABFE0E-8BCE-1BFC-C6DE-7092C8412FC7}"/>
              </a:ext>
            </a:extLst>
          </p:cNvPr>
          <p:cNvSpPr txBox="1"/>
          <p:nvPr/>
        </p:nvSpPr>
        <p:spPr>
          <a:xfrm>
            <a:off x="3744881" y="516660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solidFill>
                  <a:schemeClr val="accent5">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p:txBody>
      </p:sp>
      <p:sp>
        <p:nvSpPr>
          <p:cNvPr id="114" name="TextBox 113">
            <a:extLst>
              <a:ext uri="{FF2B5EF4-FFF2-40B4-BE49-F238E27FC236}">
                <a16:creationId xmlns:a16="http://schemas.microsoft.com/office/drawing/2014/main" id="{778BCF22-8C2D-A22D-1BEC-50CDA3B396E3}"/>
              </a:ext>
            </a:extLst>
          </p:cNvPr>
          <p:cNvSpPr txBox="1"/>
          <p:nvPr/>
        </p:nvSpPr>
        <p:spPr>
          <a:xfrm>
            <a:off x="2318693" y="6178671"/>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t>중남부권</a:t>
            </a:r>
          </a:p>
        </p:txBody>
      </p:sp>
      <p:sp>
        <p:nvSpPr>
          <p:cNvPr id="118" name="TextBox 117">
            <a:extLst>
              <a:ext uri="{FF2B5EF4-FFF2-40B4-BE49-F238E27FC236}">
                <a16:creationId xmlns:a16="http://schemas.microsoft.com/office/drawing/2014/main" id="{5708BBDC-2839-296D-07B1-E9FB364243D4}"/>
              </a:ext>
            </a:extLst>
          </p:cNvPr>
          <p:cNvSpPr txBox="1"/>
          <p:nvPr/>
        </p:nvSpPr>
        <p:spPr>
          <a:xfrm>
            <a:off x="1821602" y="3252592"/>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err="1">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서북권</a:t>
            </a:r>
            <a:endParaRPr lang="ko-KR" altLang="en-US" dirty="0">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 name="TextBox 6">
            <a:extLst>
              <a:ext uri="{FF2B5EF4-FFF2-40B4-BE49-F238E27FC236}">
                <a16:creationId xmlns:a16="http://schemas.microsoft.com/office/drawing/2014/main" id="{0F299771-9D56-19D5-6EEF-34FE2F036CF9}"/>
              </a:ext>
            </a:extLst>
          </p:cNvPr>
          <p:cNvSpPr txBox="1"/>
          <p:nvPr/>
        </p:nvSpPr>
        <p:spPr>
          <a:xfrm>
            <a:off x="3769678" y="5413398"/>
            <a:ext cx="1619757" cy="861774"/>
          </a:xfrm>
          <a:prstGeom prst="rect">
            <a:avLst/>
          </a:prstGeom>
          <a:solidFill>
            <a:schemeClr val="accent1">
              <a:lumMod val="20000"/>
              <a:lumOff val="80000"/>
              <a:alpha val="7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고속도로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영동</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중부선</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기반의 전통적 최대 허브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기구축된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방대한 물류 인프라를 바탕으로 화주 선호도 높음</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A89A4F50-8C1F-571E-8B6A-2801156F8A52}"/>
              </a:ext>
            </a:extLst>
          </p:cNvPr>
          <p:cNvGrpSpPr/>
          <p:nvPr/>
        </p:nvGrpSpPr>
        <p:grpSpPr>
          <a:xfrm>
            <a:off x="467506" y="5146344"/>
            <a:ext cx="1545945" cy="1308388"/>
            <a:chOff x="1048066" y="5146344"/>
            <a:chExt cx="1545945" cy="1308388"/>
          </a:xfrm>
        </p:grpSpPr>
        <p:sp>
          <p:nvSpPr>
            <p:cNvPr id="116" name="TextBox 115">
              <a:extLst>
                <a:ext uri="{FF2B5EF4-FFF2-40B4-BE49-F238E27FC236}">
                  <a16:creationId xmlns:a16="http://schemas.microsoft.com/office/drawing/2014/main" id="{F296D92B-3A9F-6AA3-5F3C-828DCE046C02}"/>
                </a:ext>
              </a:extLst>
            </p:cNvPr>
            <p:cNvSpPr txBox="1"/>
            <p:nvPr/>
          </p:nvSpPr>
          <p:spPr>
            <a:xfrm>
              <a:off x="1054616" y="5146344"/>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pPr algn="l"/>
              <a:r>
                <a:rPr lang="ko-KR" altLang="en-US" dirty="0">
                  <a:solidFill>
                    <a:schemeClr val="accent6">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p:txBody>
        </p:sp>
        <p:sp>
          <p:nvSpPr>
            <p:cNvPr id="8" name="TextBox 7">
              <a:extLst>
                <a:ext uri="{FF2B5EF4-FFF2-40B4-BE49-F238E27FC236}">
                  <a16:creationId xmlns:a16="http://schemas.microsoft.com/office/drawing/2014/main" id="{72BFE801-746B-EEC6-569D-F099DC6A75A8}"/>
                </a:ext>
              </a:extLst>
            </p:cNvPr>
            <p:cNvSpPr txBox="1"/>
            <p:nvPr/>
          </p:nvSpPr>
          <p:spPr>
            <a:xfrm>
              <a:off x="1048066" y="5439069"/>
              <a:ext cx="1545945" cy="1015663"/>
            </a:xfrm>
            <a:prstGeom prst="rect">
              <a:avLst/>
            </a:prstGeom>
            <a:solidFill>
              <a:schemeClr val="accent6">
                <a:lumMod val="20000"/>
                <a:lumOff val="80000"/>
                <a:alpha val="5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공항</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항만 인프라 연계를 통한 글로벌 수출입 물류 특화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서부 배후 수요 기반의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풀필먼트</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전초기지</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3" name="그룹 22">
            <a:extLst>
              <a:ext uri="{FF2B5EF4-FFF2-40B4-BE49-F238E27FC236}">
                <a16:creationId xmlns:a16="http://schemas.microsoft.com/office/drawing/2014/main" id="{AFB916DC-95D1-3EAF-5F4A-547F57495BE9}"/>
              </a:ext>
            </a:extLst>
          </p:cNvPr>
          <p:cNvGrpSpPr/>
          <p:nvPr/>
        </p:nvGrpSpPr>
        <p:grpSpPr>
          <a:xfrm>
            <a:off x="5303056" y="2642644"/>
            <a:ext cx="1666545" cy="2275155"/>
            <a:chOff x="5941951" y="3446195"/>
            <a:chExt cx="1666545" cy="2275155"/>
          </a:xfrm>
        </p:grpSpPr>
        <p:grpSp>
          <p:nvGrpSpPr>
            <p:cNvPr id="11" name="그룹 10">
              <a:extLst>
                <a:ext uri="{FF2B5EF4-FFF2-40B4-BE49-F238E27FC236}">
                  <a16:creationId xmlns:a16="http://schemas.microsoft.com/office/drawing/2014/main" id="{25F2D497-B5E5-D80D-AA20-5D287575B354}"/>
                </a:ext>
              </a:extLst>
            </p:cNvPr>
            <p:cNvGrpSpPr/>
            <p:nvPr/>
          </p:nvGrpSpPr>
          <p:grpSpPr>
            <a:xfrm>
              <a:off x="5988739" y="3446195"/>
              <a:ext cx="1605718" cy="2275155"/>
              <a:chOff x="3797802" y="4807119"/>
              <a:chExt cx="453150" cy="642072"/>
            </a:xfrm>
            <a:solidFill>
              <a:schemeClr val="accent2">
                <a:lumMod val="60000"/>
                <a:lumOff val="40000"/>
              </a:schemeClr>
            </a:solidFill>
          </p:grpSpPr>
          <p:sp>
            <p:nvSpPr>
              <p:cNvPr id="13" name="안양시">
                <a:extLst>
                  <a:ext uri="{FF2B5EF4-FFF2-40B4-BE49-F238E27FC236}">
                    <a16:creationId xmlns:a16="http://schemas.microsoft.com/office/drawing/2014/main" id="{EA16ABBF-C4EC-5ACA-8D23-E6829B6DA3A4}"/>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14" name="과천시">
                <a:extLst>
                  <a:ext uri="{FF2B5EF4-FFF2-40B4-BE49-F238E27FC236}">
                    <a16:creationId xmlns:a16="http://schemas.microsoft.com/office/drawing/2014/main" id="{D9BA837A-020C-49B7-1B27-1614C6A94A49}"/>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5" name="의왕시">
                <a:extLst>
                  <a:ext uri="{FF2B5EF4-FFF2-40B4-BE49-F238E27FC236}">
                    <a16:creationId xmlns:a16="http://schemas.microsoft.com/office/drawing/2014/main" id="{3529703D-9C67-8856-EC1A-BEA3393D503B}"/>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6" name="군포시">
                <a:extLst>
                  <a:ext uri="{FF2B5EF4-FFF2-40B4-BE49-F238E27FC236}">
                    <a16:creationId xmlns:a16="http://schemas.microsoft.com/office/drawing/2014/main" id="{B1A47DE2-BD70-3C35-5951-CEE91EA2915A}"/>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7" name="수원시">
                <a:extLst>
                  <a:ext uri="{FF2B5EF4-FFF2-40B4-BE49-F238E27FC236}">
                    <a16:creationId xmlns:a16="http://schemas.microsoft.com/office/drawing/2014/main" id="{0FE65A64-133F-B4EC-0199-DC54A5A0575B}"/>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12" name="자유형: 도형 11">
              <a:extLst>
                <a:ext uri="{FF2B5EF4-FFF2-40B4-BE49-F238E27FC236}">
                  <a16:creationId xmlns:a16="http://schemas.microsoft.com/office/drawing/2014/main" id="{EF3F0F64-7735-7CE5-50F4-B03F43DBC893}"/>
                </a:ext>
              </a:extLst>
            </p:cNvPr>
            <p:cNvSpPr/>
            <p:nvPr/>
          </p:nvSpPr>
          <p:spPr>
            <a:xfrm>
              <a:off x="6002778" y="3446195"/>
              <a:ext cx="1605718" cy="2275155"/>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8" name="TextBox 17">
              <a:extLst>
                <a:ext uri="{FF2B5EF4-FFF2-40B4-BE49-F238E27FC236}">
                  <a16:creationId xmlns:a16="http://schemas.microsoft.com/office/drawing/2014/main" id="{DF7363FE-3964-72B2-39F4-71C73E29851A}"/>
                </a:ext>
              </a:extLst>
            </p:cNvPr>
            <p:cNvSpPr txBox="1"/>
            <p:nvPr/>
          </p:nvSpPr>
          <p:spPr>
            <a:xfrm>
              <a:off x="6031473" y="3841664"/>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안양</a:t>
              </a:r>
              <a:endParaRPr lang="ko-KR" altLang="en-US" dirty="0"/>
            </a:p>
          </p:txBody>
        </p:sp>
        <p:sp>
          <p:nvSpPr>
            <p:cNvPr id="19" name="TextBox 18">
              <a:extLst>
                <a:ext uri="{FF2B5EF4-FFF2-40B4-BE49-F238E27FC236}">
                  <a16:creationId xmlns:a16="http://schemas.microsoft.com/office/drawing/2014/main" id="{C67AA300-B574-8D6F-5E85-C20572EFDC49}"/>
                </a:ext>
              </a:extLst>
            </p:cNvPr>
            <p:cNvSpPr txBox="1"/>
            <p:nvPr/>
          </p:nvSpPr>
          <p:spPr>
            <a:xfrm>
              <a:off x="6630774" y="3585347"/>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과천</a:t>
              </a:r>
              <a:endParaRPr lang="ko-KR" altLang="en-US" dirty="0"/>
            </a:p>
          </p:txBody>
        </p:sp>
        <p:sp>
          <p:nvSpPr>
            <p:cNvPr id="20" name="TextBox 19">
              <a:extLst>
                <a:ext uri="{FF2B5EF4-FFF2-40B4-BE49-F238E27FC236}">
                  <a16:creationId xmlns:a16="http://schemas.microsoft.com/office/drawing/2014/main" id="{6805F426-A54E-7975-B288-6C08798B46AA}"/>
                </a:ext>
              </a:extLst>
            </p:cNvPr>
            <p:cNvSpPr txBox="1"/>
            <p:nvPr/>
          </p:nvSpPr>
          <p:spPr>
            <a:xfrm>
              <a:off x="6515992" y="4248945"/>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의왕</a:t>
              </a:r>
              <a:endParaRPr lang="ko-KR" altLang="en-US" dirty="0"/>
            </a:p>
          </p:txBody>
        </p:sp>
        <p:sp>
          <p:nvSpPr>
            <p:cNvPr id="21" name="TextBox 20">
              <a:extLst>
                <a:ext uri="{FF2B5EF4-FFF2-40B4-BE49-F238E27FC236}">
                  <a16:creationId xmlns:a16="http://schemas.microsoft.com/office/drawing/2014/main" id="{3D359D0D-38BC-801E-E6A2-5A11951B3C10}"/>
                </a:ext>
              </a:extLst>
            </p:cNvPr>
            <p:cNvSpPr txBox="1"/>
            <p:nvPr/>
          </p:nvSpPr>
          <p:spPr>
            <a:xfrm>
              <a:off x="5941951" y="4439859"/>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군포</a:t>
              </a:r>
              <a:endParaRPr lang="ko-KR" altLang="en-US" dirty="0"/>
            </a:p>
          </p:txBody>
        </p:sp>
        <p:sp>
          <p:nvSpPr>
            <p:cNvPr id="22" name="TextBox 21">
              <a:extLst>
                <a:ext uri="{FF2B5EF4-FFF2-40B4-BE49-F238E27FC236}">
                  <a16:creationId xmlns:a16="http://schemas.microsoft.com/office/drawing/2014/main" id="{AB002D14-D79F-8279-ABB3-7B6043EEF7AB}"/>
                </a:ext>
              </a:extLst>
            </p:cNvPr>
            <p:cNvSpPr txBox="1"/>
            <p:nvPr/>
          </p:nvSpPr>
          <p:spPr>
            <a:xfrm>
              <a:off x="6499610" y="5006386"/>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수원</a:t>
              </a:r>
              <a:endParaRPr lang="ko-KR" altLang="en-US" dirty="0"/>
            </a:p>
          </p:txBody>
        </p:sp>
      </p:grpSp>
      <p:graphicFrame>
        <p:nvGraphicFramePr>
          <p:cNvPr id="28" name="표 27">
            <a:extLst>
              <a:ext uri="{FF2B5EF4-FFF2-40B4-BE49-F238E27FC236}">
                <a16:creationId xmlns:a16="http://schemas.microsoft.com/office/drawing/2014/main" id="{544717C2-3143-DD66-9CBF-0A6F43EF47F0}"/>
              </a:ext>
            </a:extLst>
          </p:cNvPr>
          <p:cNvGraphicFramePr>
            <a:graphicFrameLocks noGrp="1"/>
          </p:cNvGraphicFramePr>
          <p:nvPr/>
        </p:nvGraphicFramePr>
        <p:xfrm>
          <a:off x="5588386" y="5141857"/>
          <a:ext cx="4635921" cy="1484400"/>
        </p:xfrm>
        <a:graphic>
          <a:graphicData uri="http://schemas.openxmlformats.org/drawingml/2006/table">
            <a:tbl>
              <a:tblPr firstRow="1" bandRow="1"/>
              <a:tblGrid>
                <a:gridCol w="780493">
                  <a:extLst>
                    <a:ext uri="{9D8B030D-6E8A-4147-A177-3AD203B41FA5}">
                      <a16:colId xmlns:a16="http://schemas.microsoft.com/office/drawing/2014/main" val="3563455135"/>
                    </a:ext>
                  </a:extLst>
                </a:gridCol>
                <a:gridCol w="761988">
                  <a:extLst>
                    <a:ext uri="{9D8B030D-6E8A-4147-A177-3AD203B41FA5}">
                      <a16:colId xmlns:a16="http://schemas.microsoft.com/office/drawing/2014/main" val="2185306083"/>
                    </a:ext>
                  </a:extLst>
                </a:gridCol>
                <a:gridCol w="888935">
                  <a:extLst>
                    <a:ext uri="{9D8B030D-6E8A-4147-A177-3AD203B41FA5}">
                      <a16:colId xmlns:a16="http://schemas.microsoft.com/office/drawing/2014/main" val="1700843875"/>
                    </a:ext>
                  </a:extLst>
                </a:gridCol>
                <a:gridCol w="888935">
                  <a:extLst>
                    <a:ext uri="{9D8B030D-6E8A-4147-A177-3AD203B41FA5}">
                      <a16:colId xmlns:a16="http://schemas.microsoft.com/office/drawing/2014/main" val="3490526032"/>
                    </a:ext>
                  </a:extLst>
                </a:gridCol>
                <a:gridCol w="733387">
                  <a:extLst>
                    <a:ext uri="{9D8B030D-6E8A-4147-A177-3AD203B41FA5}">
                      <a16:colId xmlns:a16="http://schemas.microsoft.com/office/drawing/2014/main" val="1277926508"/>
                    </a:ext>
                  </a:extLst>
                </a:gridCol>
                <a:gridCol w="582183">
                  <a:extLst>
                    <a:ext uri="{9D8B030D-6E8A-4147-A177-3AD203B41FA5}">
                      <a16:colId xmlns:a16="http://schemas.microsoft.com/office/drawing/2014/main" val="1524601758"/>
                    </a:ext>
                  </a:extLst>
                </a:gridCol>
              </a:tblGrid>
              <a:tr h="0">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거주인구</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교통접근성</a:t>
                      </a:r>
                      <a:r>
                        <a:rPr lang="en-US" altLang="ko-KR" sz="10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수준</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latinLnBrk="1">
                        <a:buNone/>
                      </a:pPr>
                      <a:endParaRPr lang="ko-KR" altLang="en-US"/>
                    </a:p>
                  </a:txBody>
                  <a:tcPr/>
                </a:tc>
                <a:extLst>
                  <a:ext uri="{0D108BD9-81ED-4DB2-BD59-A6C34878D82A}">
                    <a16:rowId xmlns:a16="http://schemas.microsoft.com/office/drawing/2014/main" val="2860031539"/>
                  </a:ext>
                </a:extLst>
              </a:tr>
              <a:tr h="0">
                <a:tc vMerge="1">
                  <a:txBody>
                    <a:bodyPr/>
                    <a:lstStyle/>
                    <a:p>
                      <a:pPr marL="0" indent="0" algn="l" defTabSz="914400" rtl="0" eaLnBrk="1" fontAlgn="ctr" latinLnBrk="1" hangingPunct="1">
                        <a:buFont typeface="Arial" panose="020B0604020202020204" pitchFamily="34" charset="0"/>
                        <a:buNone/>
                      </a:pPr>
                      <a:endParaRPr lang="ko-KR" altLang="en-US" sz="900" b="0" i="0" u="none" strike="noStrike" kern="1200" dirty="0">
                        <a:solidFill>
                          <a:srgbClr val="262626"/>
                        </a:solidFill>
                        <a:effectLst/>
                        <a:latin typeface="Pretendard" panose="02000503000000020004" pitchFamily="2" charset="-127"/>
                        <a:ea typeface="Pretendard" panose="02000503000000020004" pitchFamily="2" charset="-127"/>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서울시청</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저온</a:t>
                      </a: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extLst>
                  <a:ext uri="{0D108BD9-81ED-4DB2-BD59-A6C34878D82A}">
                    <a16:rowId xmlns:a16="http://schemas.microsoft.com/office/drawing/2014/main" val="3521581906"/>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562,341</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4.0~6.0</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4888733"/>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82,832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5551344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164,221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6191094"/>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249,462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2407457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1,185,770</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9310978"/>
                  </a:ext>
                </a:extLst>
              </a:tr>
            </a:tbl>
          </a:graphicData>
        </a:graphic>
      </p:graphicFrame>
      <p:sp>
        <p:nvSpPr>
          <p:cNvPr id="30" name="TextBox 29">
            <a:extLst>
              <a:ext uri="{FF2B5EF4-FFF2-40B4-BE49-F238E27FC236}">
                <a16:creationId xmlns:a16="http://schemas.microsoft.com/office/drawing/2014/main" id="{CAE0CE05-5757-EBEC-6275-C16683E31885}"/>
              </a:ext>
            </a:extLst>
          </p:cNvPr>
          <p:cNvSpPr txBox="1"/>
          <p:nvPr/>
        </p:nvSpPr>
        <p:spPr>
          <a:xfrm>
            <a:off x="7037546" y="2845591"/>
            <a:ext cx="3205004" cy="1044132"/>
          </a:xfrm>
          <a:prstGeom prst="rect">
            <a:avLst/>
          </a:prstGeom>
          <a:noFill/>
        </p:spPr>
        <p:txBody>
          <a:bodyPr wrap="square" rtlCol="0">
            <a:spAutoFit/>
          </a:bodyPr>
          <a:lstStyle/>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강남권 및 수도권 핵심 주거권역의 </a:t>
            </a:r>
            <a:r>
              <a:rPr lang="ko-KR" altLang="en-US" sz="11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최인접</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거점</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서울 강남권 등 주거권역 </a:t>
            </a: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Last-mile</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기능 수행</a:t>
            </a:r>
            <a:b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sym typeface="Wingdings" panose="05000000000000000000" pitchFamily="2" charset="2"/>
              </a:rPr>
            </a:br>
            <a:endParaRPr lang="en-US" altLang="ko-KR" sz="8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 부지 고갈로 신규공급이 극히 제한적 </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권역 내 대형 물류센터의 경우 압도적 희소성 보유</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32" name="그룹 31">
            <a:extLst>
              <a:ext uri="{FF2B5EF4-FFF2-40B4-BE49-F238E27FC236}">
                <a16:creationId xmlns:a16="http://schemas.microsoft.com/office/drawing/2014/main" id="{205646B5-6787-3936-2D37-4BCE69F35BE1}"/>
              </a:ext>
            </a:extLst>
          </p:cNvPr>
          <p:cNvGrpSpPr/>
          <p:nvPr/>
        </p:nvGrpSpPr>
        <p:grpSpPr>
          <a:xfrm>
            <a:off x="2362280" y="4882950"/>
            <a:ext cx="591253" cy="830490"/>
            <a:chOff x="3797802" y="4807119"/>
            <a:chExt cx="457112" cy="642072"/>
          </a:xfrm>
          <a:effectLst>
            <a:outerShdw blurRad="50800" dist="38100" dir="2700000" algn="tl" rotWithShape="0">
              <a:prstClr val="black">
                <a:alpha val="40000"/>
              </a:prstClr>
            </a:outerShdw>
          </a:effectLst>
        </p:grpSpPr>
        <p:grpSp>
          <p:nvGrpSpPr>
            <p:cNvPr id="33" name="그룹 32">
              <a:extLst>
                <a:ext uri="{FF2B5EF4-FFF2-40B4-BE49-F238E27FC236}">
                  <a16:creationId xmlns:a16="http://schemas.microsoft.com/office/drawing/2014/main" id="{B3A3AEBB-EFDC-A641-6F81-D5399C71C03F}"/>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35" name="안양시">
                <a:extLst>
                  <a:ext uri="{FF2B5EF4-FFF2-40B4-BE49-F238E27FC236}">
                    <a16:creationId xmlns:a16="http://schemas.microsoft.com/office/drawing/2014/main" id="{3DBC4985-F3CE-693E-84DF-159ACCFD487C}"/>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6" name="과천시">
                <a:extLst>
                  <a:ext uri="{FF2B5EF4-FFF2-40B4-BE49-F238E27FC236}">
                    <a16:creationId xmlns:a16="http://schemas.microsoft.com/office/drawing/2014/main" id="{25353B3E-01C8-21D9-F4A6-7035EA19FD35}"/>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7" name="의왕시">
                <a:extLst>
                  <a:ext uri="{FF2B5EF4-FFF2-40B4-BE49-F238E27FC236}">
                    <a16:creationId xmlns:a16="http://schemas.microsoft.com/office/drawing/2014/main" id="{69A7D83C-2A57-2879-54C4-22ADC8F65F28}"/>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 name="군포시">
                <a:extLst>
                  <a:ext uri="{FF2B5EF4-FFF2-40B4-BE49-F238E27FC236}">
                    <a16:creationId xmlns:a16="http://schemas.microsoft.com/office/drawing/2014/main" id="{243A1984-71E1-BE1A-0E7B-6C225BE8BAD7}"/>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 name="수원시">
                <a:extLst>
                  <a:ext uri="{FF2B5EF4-FFF2-40B4-BE49-F238E27FC236}">
                    <a16:creationId xmlns:a16="http://schemas.microsoft.com/office/drawing/2014/main" id="{FFBC68B6-098F-B29C-D339-9650A6F0AD38}"/>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34" name="자유형: 도형 33">
              <a:extLst>
                <a:ext uri="{FF2B5EF4-FFF2-40B4-BE49-F238E27FC236}">
                  <a16:creationId xmlns:a16="http://schemas.microsoft.com/office/drawing/2014/main" id="{6EBF223C-F610-BA74-9FF5-0E3E98823394}"/>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107" name="TextBox 106">
            <a:extLst>
              <a:ext uri="{FF2B5EF4-FFF2-40B4-BE49-F238E27FC236}">
                <a16:creationId xmlns:a16="http://schemas.microsoft.com/office/drawing/2014/main" id="{0383FAA3-A4FE-DB2E-5066-21441CD1459D}"/>
              </a:ext>
            </a:extLst>
          </p:cNvPr>
          <p:cNvSpPr txBox="1"/>
          <p:nvPr/>
        </p:nvSpPr>
        <p:spPr>
          <a:xfrm>
            <a:off x="2263815" y="5158987"/>
            <a:ext cx="476961"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sp>
        <p:nvSpPr>
          <p:cNvPr id="29" name="TextBox 28">
            <a:extLst>
              <a:ext uri="{FF2B5EF4-FFF2-40B4-BE49-F238E27FC236}">
                <a16:creationId xmlns:a16="http://schemas.microsoft.com/office/drawing/2014/main" id="{17E6A44C-811C-811D-653E-6C42D1E05651}"/>
              </a:ext>
            </a:extLst>
          </p:cNvPr>
          <p:cNvSpPr txBox="1"/>
          <p:nvPr/>
        </p:nvSpPr>
        <p:spPr>
          <a:xfrm>
            <a:off x="7064704" y="2600986"/>
            <a:ext cx="476961" cy="279180"/>
          </a:xfrm>
          <a:prstGeom prst="rect">
            <a:avLst/>
          </a:prstGeom>
          <a:solidFill>
            <a:schemeClr val="bg1"/>
          </a:solid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grpSp>
        <p:nvGrpSpPr>
          <p:cNvPr id="441" name="그룹 440">
            <a:extLst>
              <a:ext uri="{FF2B5EF4-FFF2-40B4-BE49-F238E27FC236}">
                <a16:creationId xmlns:a16="http://schemas.microsoft.com/office/drawing/2014/main" id="{C4CD61B6-E833-9C9E-7341-37BCB871BD14}"/>
              </a:ext>
            </a:extLst>
          </p:cNvPr>
          <p:cNvGrpSpPr/>
          <p:nvPr/>
        </p:nvGrpSpPr>
        <p:grpSpPr>
          <a:xfrm>
            <a:off x="5498382" y="2263644"/>
            <a:ext cx="1827744" cy="246221"/>
            <a:chOff x="455544" y="-592941"/>
            <a:chExt cx="1827744" cy="246221"/>
          </a:xfrm>
        </p:grpSpPr>
        <p:sp>
          <p:nvSpPr>
            <p:cNvPr id="442" name="TextBox 441">
              <a:extLst>
                <a:ext uri="{FF2B5EF4-FFF2-40B4-BE49-F238E27FC236}">
                  <a16:creationId xmlns:a16="http://schemas.microsoft.com/office/drawing/2014/main" id="{E22F4978-68C7-2E9B-F672-2E1EE89738EC}"/>
                </a:ext>
              </a:extLst>
            </p:cNvPr>
            <p:cNvSpPr txBox="1"/>
            <p:nvPr/>
          </p:nvSpPr>
          <p:spPr>
            <a:xfrm>
              <a:off x="455544" y="-592941"/>
              <a:ext cx="1827744"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입지분석 및 수요현황</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3" name="직사각형 442">
              <a:extLst>
                <a:ext uri="{FF2B5EF4-FFF2-40B4-BE49-F238E27FC236}">
                  <a16:creationId xmlns:a16="http://schemas.microsoft.com/office/drawing/2014/main" id="{F8255575-5C75-6B03-3463-11FDE4FC92C7}"/>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4191084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 내 대형 물류센터는 본건을 포함해 9개소로 공급이 극히 제한적임</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본건(28,869평, 2023년 준공)은 권역 내 최대 규모·최신축 자산으로 임대료 60,300원/평 수준</a:t>
            </a:r>
            <a:endParaRPr lang="en-US" altLang="ko-KR" sz="1600" dirty="0">
              <a:solidFill>
                <a:schemeClr val="tx1"/>
              </a:solidFill>
            </a:endParaRPr>
          </a:p>
        </p:txBody>
      </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물류센터 현황</a:t>
              </a:r>
            </a:p>
          </p:txBody>
        </p:sp>
      </p:grpSp>
      <p:pic>
        <p:nvPicPr>
          <p:cNvPr id="365" name="Picture 364" descr="mkt12_map.png"/>
          <p:cNvPicPr>
            <a:picLocks noChangeAspect="1"/>
          </p:cNvPicPr>
          <p:nvPr/>
        </p:nvPicPr>
        <p:blipFill>
          <a:blip r:embed="rId2"/>
          <a:stretch>
            <a:fillRect/>
          </a:stretch>
        </p:blipFill>
        <p:spPr>
          <a:xfrm>
            <a:off x="457200" y="2359152"/>
            <a:ext cx="3125153" cy="4160520"/>
          </a:xfrm>
          <a:prstGeom prst="rect">
            <a:avLst/>
          </a:prstGeom>
        </p:spPr>
      </p:pic>
      <p:graphicFrame>
        <p:nvGraphicFramePr>
          <p:cNvPr id="366" name="신규표"/>
          <p:cNvGraphicFramePr>
            <a:graphicFrameLocks noGrp="1"/>
          </p:cNvGraphicFramePr>
          <p:nvPr>
            <p:extLst>
              <p:ext uri="{D42A27DB-BD31-4B8C-83A1-F6EECF244321}">
                <p14:modId xmlns:p14="http://schemas.microsoft.com/office/powerpoint/2010/main" val="3578498046"/>
              </p:ext>
            </p:extLst>
          </p:nvPr>
        </p:nvGraphicFramePr>
        <p:xfrm>
          <a:off x="3703320" y="2359152"/>
          <a:ext cx="6537960" cy="4160423"/>
        </p:xfrm>
        <a:graphic>
          <a:graphicData uri="http://schemas.openxmlformats.org/drawingml/2006/table">
            <a:tbl>
              <a:tblPr>
                <a:tableStyleId>{5940675A-B579-460E-94D1-54222C63F5DA}</a:tableStyleId>
              </a:tblPr>
              <a:tblGrid>
                <a:gridCol w="8686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960120">
                  <a:extLst>
                    <a:ext uri="{9D8B030D-6E8A-4147-A177-3AD203B41FA5}">
                      <a16:colId xmlns:a16="http://schemas.microsoft.com/office/drawing/2014/main" val="20007"/>
                    </a:ext>
                  </a:extLst>
                </a:gridCol>
              </a:tblGrid>
              <a:tr h="527599">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자산명</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Type</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저온(원/평)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주임차인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1852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SITE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지오영, 용마로지스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1"/>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삼성출판사물류창고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 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25,964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 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롯데제과의왕물류창고1)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4,257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부곡화물터미널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101,013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당정동물류창고1)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오비맥주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GS홈쇼핑군포신물류센터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12,329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 수원시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수원물류창고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5,268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p.12. Note) 과거 임대마케팅 가격 참고 (롯데제과·당정동)</a:t>
            </a:r>
          </a:p>
        </p:txBody>
      </p:sp>
      <p:sp>
        <p:nvSpPr>
          <p:cNvPr id="4" name="TextBox 3">
            <a:extLst>
              <a:ext uri="{FF2B5EF4-FFF2-40B4-BE49-F238E27FC236}">
                <a16:creationId xmlns:a16="http://schemas.microsoft.com/office/drawing/2014/main" id="{3C45CAC1-ED32-03A0-69FF-1FDF48F6425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A3F57-6B99-3E56-56BE-05DC3D639758}"/>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3C04ECE0-56C4-34A6-7E47-C66950CE6848}"/>
              </a:ext>
            </a:extLst>
          </p:cNvPr>
          <p:cNvGrpSpPr/>
          <p:nvPr/>
        </p:nvGrpSpPr>
        <p:grpSpPr>
          <a:xfrm>
            <a:off x="5495223" y="2255936"/>
            <a:ext cx="2584362" cy="246221"/>
            <a:chOff x="455544" y="-592941"/>
            <a:chExt cx="2584362" cy="246221"/>
          </a:xfrm>
        </p:grpSpPr>
        <p:sp>
          <p:nvSpPr>
            <p:cNvPr id="395" name="TextBox 394">
              <a:extLst>
                <a:ext uri="{FF2B5EF4-FFF2-40B4-BE49-F238E27FC236}">
                  <a16:creationId xmlns:a16="http://schemas.microsoft.com/office/drawing/2014/main" id="{2B35E4F2-3F03-F10F-B03E-69C57B0B0316}"/>
                </a:ext>
              </a:extLst>
            </p:cNvPr>
            <p:cNvSpPr txBox="1"/>
            <p:nvPr/>
          </p:nvSpPr>
          <p:spPr>
            <a:xfrm>
              <a:off x="455544" y="-592941"/>
              <a:ext cx="2584362"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권역 및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`26~`28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공급물량</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BA6DA54E-08AC-C535-8627-635F82177B7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E385F1B-5FF2-393A-8F97-AF5863651BC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B446CAB9-204F-5106-03EF-D051BD79A1C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5FB934F6-2E51-A4DE-424C-DDB8DB7C31E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9119981C-1D06-C38F-C00F-A6DAB32AF19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16E51352-CCCB-2938-218E-87FE93CC4E7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7EBDDA32-61E3-24A6-DA72-1C20B45CEB85}"/>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BFDC9344-EF88-A7C5-2E10-304A5AE04CB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t>수도권 </a:t>
            </a:r>
            <a:r>
              <a:rPr lang="en-US" altLang="ko-KR" sz="1600" dirty="0"/>
              <a:t>Last-mile </a:t>
            </a:r>
            <a:r>
              <a:rPr lang="ko-KR" altLang="en-US" sz="1600" dirty="0"/>
              <a:t>권역 내 공급 동향은 </a:t>
            </a:r>
            <a:r>
              <a:rPr lang="en-US" altLang="ko-KR" sz="1600" dirty="0"/>
              <a:t>`25</a:t>
            </a:r>
            <a:r>
              <a:rPr lang="ko-KR" altLang="en-US" sz="1600" dirty="0"/>
              <a:t>년 이후 급격히 감소하고 있으며</a:t>
            </a:r>
            <a:r>
              <a:rPr lang="en-US" altLang="ko-KR" sz="1600" dirty="0"/>
              <a:t>, </a:t>
            </a:r>
            <a:r>
              <a:rPr lang="ko-KR" altLang="en-US" sz="1600" dirty="0"/>
              <a:t>일부 지역에서는 향후 공급량이 부재 예상</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비교적 가용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토지량이</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많고 토지대가 저렴한 입지위주로 공급이 되나</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주거권역 내 도입은 민원 등 이슈로 현실적으로 어려움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ABAF0C2A-EF31-6F9B-AE75-8C39CBF12B8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5" name="표 14">
            <a:extLst>
              <a:ext uri="{FF2B5EF4-FFF2-40B4-BE49-F238E27FC236}">
                <a16:creationId xmlns:a16="http://schemas.microsoft.com/office/drawing/2014/main" id="{B49D1991-C4AB-F88E-372F-107EDAC04FC4}"/>
              </a:ext>
            </a:extLst>
          </p:cNvPr>
          <p:cNvGraphicFramePr>
            <a:graphicFrameLocks noGrp="1"/>
          </p:cNvGraphicFramePr>
          <p:nvPr>
            <p:extLst>
              <p:ext uri="{D42A27DB-BD31-4B8C-83A1-F6EECF244321}">
                <p14:modId xmlns:p14="http://schemas.microsoft.com/office/powerpoint/2010/main" val="807312670"/>
              </p:ext>
            </p:extLst>
          </p:nvPr>
        </p:nvGraphicFramePr>
        <p:xfrm>
          <a:off x="5690599" y="2902603"/>
          <a:ext cx="4543070" cy="1356131"/>
        </p:xfrm>
        <a:graphic>
          <a:graphicData uri="http://schemas.openxmlformats.org/drawingml/2006/table">
            <a:tbl>
              <a:tblPr firstRow="1" bandRow="1"/>
              <a:tblGrid>
                <a:gridCol w="735427">
                  <a:extLst>
                    <a:ext uri="{9D8B030D-6E8A-4147-A177-3AD203B41FA5}">
                      <a16:colId xmlns:a16="http://schemas.microsoft.com/office/drawing/2014/main" val="1870468011"/>
                    </a:ext>
                  </a:extLst>
                </a:gridCol>
                <a:gridCol w="3807643">
                  <a:extLst>
                    <a:ext uri="{9D8B030D-6E8A-4147-A177-3AD203B41FA5}">
                      <a16:colId xmlns:a16="http://schemas.microsoft.com/office/drawing/2014/main" val="2791714762"/>
                    </a:ext>
                  </a:extLst>
                </a:gridCol>
              </a:tblGrid>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세부권역</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행정구역</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2019857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양평</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8937158"/>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가평</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의정부</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포천</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81378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시흥</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안산</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45673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파주</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415017"/>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과천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6034374"/>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중남부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안성</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오산</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평택</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3198126"/>
                  </a:ext>
                </a:extLst>
              </a:tr>
            </a:tbl>
          </a:graphicData>
        </a:graphic>
      </p:graphicFrame>
      <p:sp>
        <p:nvSpPr>
          <p:cNvPr id="17" name="TextBox 16">
            <a:extLst>
              <a:ext uri="{FF2B5EF4-FFF2-40B4-BE49-F238E27FC236}">
                <a16:creationId xmlns:a16="http://schemas.microsoft.com/office/drawing/2014/main" id="{C9CCE6C5-0057-096A-9950-46B40C62CC0C}"/>
              </a:ext>
            </a:extLst>
          </p:cNvPr>
          <p:cNvSpPr txBox="1"/>
          <p:nvPr/>
        </p:nvSpPr>
        <p:spPr>
          <a:xfrm>
            <a:off x="5611181" y="2532876"/>
            <a:ext cx="4622488" cy="246221"/>
          </a:xfrm>
          <a:prstGeom prst="rect">
            <a:avLst/>
          </a:prstGeom>
          <a:noFill/>
        </p:spPr>
        <p:txBody>
          <a:bodyPr wrap="square">
            <a:spAutoFit/>
          </a:bodyPr>
          <a:lstStyle/>
          <a:p>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시청 </a:t>
            </a:r>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 내외 행정구역 중 주요 물류센터 공급 지역을 선별</a:t>
            </a:r>
          </a:p>
        </p:txBody>
      </p:sp>
      <p:grpSp>
        <p:nvGrpSpPr>
          <p:cNvPr id="429" name="그룹 428">
            <a:extLst>
              <a:ext uri="{FF2B5EF4-FFF2-40B4-BE49-F238E27FC236}">
                <a16:creationId xmlns:a16="http://schemas.microsoft.com/office/drawing/2014/main" id="{C8AA1ABA-E8AF-4F65-6259-2179014955DC}"/>
              </a:ext>
            </a:extLst>
          </p:cNvPr>
          <p:cNvGrpSpPr/>
          <p:nvPr/>
        </p:nvGrpSpPr>
        <p:grpSpPr>
          <a:xfrm>
            <a:off x="5495223" y="4463716"/>
            <a:ext cx="2688557" cy="246221"/>
            <a:chOff x="455544" y="-592941"/>
            <a:chExt cx="2688557" cy="246221"/>
          </a:xfrm>
        </p:grpSpPr>
        <p:sp>
          <p:nvSpPr>
            <p:cNvPr id="430" name="TextBox 429">
              <a:extLst>
                <a:ext uri="{FF2B5EF4-FFF2-40B4-BE49-F238E27FC236}">
                  <a16:creationId xmlns:a16="http://schemas.microsoft.com/office/drawing/2014/main" id="{7CD392C0-BCDA-C9C2-F3EE-3412AEE2691D}"/>
                </a:ext>
              </a:extLst>
            </p:cNvPr>
            <p:cNvSpPr txBox="1"/>
            <p:nvPr/>
          </p:nvSpPr>
          <p:spPr>
            <a:xfrm>
              <a:off x="455544" y="-592941"/>
              <a:ext cx="268855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신규 공급량 추이</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1" name="직사각형 430">
              <a:extLst>
                <a:ext uri="{FF2B5EF4-FFF2-40B4-BE49-F238E27FC236}">
                  <a16:creationId xmlns:a16="http://schemas.microsoft.com/office/drawing/2014/main" id="{6E6805CA-A769-A331-7324-52A3B1ACA01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435" name="차트 434">
            <a:extLst>
              <a:ext uri="{FF2B5EF4-FFF2-40B4-BE49-F238E27FC236}">
                <a16:creationId xmlns:a16="http://schemas.microsoft.com/office/drawing/2014/main" id="{6DB4603E-0DB0-5C3B-F4D3-27584962610B}"/>
              </a:ext>
            </a:extLst>
          </p:cNvPr>
          <p:cNvGraphicFramePr/>
          <p:nvPr>
            <p:extLst>
              <p:ext uri="{D42A27DB-BD31-4B8C-83A1-F6EECF244321}">
                <p14:modId xmlns:p14="http://schemas.microsoft.com/office/powerpoint/2010/main" val="466546262"/>
              </p:ext>
            </p:extLst>
          </p:nvPr>
        </p:nvGraphicFramePr>
        <p:xfrm>
          <a:off x="5690599" y="4749297"/>
          <a:ext cx="4543070" cy="1900301"/>
        </p:xfrm>
        <a:graphic>
          <a:graphicData uri="http://schemas.openxmlformats.org/drawingml/2006/chart">
            <c:chart xmlns:c="http://schemas.openxmlformats.org/drawingml/2006/chart" xmlns:r="http://schemas.openxmlformats.org/officeDocument/2006/relationships" r:id="rId2"/>
          </a:graphicData>
        </a:graphic>
      </p:graphicFrame>
      <p:sp>
        <p:nvSpPr>
          <p:cNvPr id="445" name="TextBox 444">
            <a:extLst>
              <a:ext uri="{FF2B5EF4-FFF2-40B4-BE49-F238E27FC236}">
                <a16:creationId xmlns:a16="http://schemas.microsoft.com/office/drawing/2014/main" id="{3C394F87-6FAD-6346-C646-B01D02EA828D}"/>
              </a:ext>
            </a:extLst>
          </p:cNvPr>
          <p:cNvSpPr txBox="1"/>
          <p:nvPr/>
        </p:nvSpPr>
        <p:spPr>
          <a:xfrm>
            <a:off x="485366" y="6825369"/>
            <a:ext cx="6624736" cy="2308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‘26.2</a:t>
            </a:r>
            <a:r>
              <a:rPr lang="ko-KR" altLang="en-US" sz="900" dirty="0">
                <a:latin typeface="KoPubWorld돋움체 Light" panose="00000300000000000000" pitchFamily="2" charset="-127"/>
                <a:ea typeface="KoPubWorld돋움체 Light" panose="00000300000000000000" pitchFamily="2" charset="-127"/>
              </a:rPr>
              <a:t>월 기준</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연면적 </a:t>
            </a:r>
            <a:r>
              <a:rPr lang="en-US" altLang="ko-KR" sz="900" dirty="0">
                <a:latin typeface="KoPubWorld돋움체 Light" panose="00000300000000000000" pitchFamily="2" charset="-127"/>
                <a:ea typeface="KoPubWorld돋움체 Light" panose="00000300000000000000" pitchFamily="2" charset="-127"/>
              </a:rPr>
              <a:t>5</a:t>
            </a:r>
            <a:r>
              <a:rPr lang="ko-KR" altLang="en-US" sz="900" dirty="0">
                <a:latin typeface="KoPubWorld돋움체 Light" panose="00000300000000000000" pitchFamily="2" charset="-127"/>
                <a:ea typeface="KoPubWorld돋움체 Light" panose="00000300000000000000" pitchFamily="2" charset="-127"/>
              </a:rPr>
              <a:t>천평 이상 물류시설 대상으로 상온 창고 면적 집계</a:t>
            </a:r>
            <a:r>
              <a:rPr lang="en-US" altLang="ko-KR" sz="900" dirty="0">
                <a:latin typeface="KoPubWorld돋움체 Light" panose="00000300000000000000" pitchFamily="2" charset="-127"/>
                <a:ea typeface="KoPubWorld돋움체 Light" panose="00000300000000000000" pitchFamily="2" charset="-127"/>
              </a:rPr>
              <a:t>, Savills</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RE</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Strategy</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&amp;</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Solution</a:t>
            </a:r>
          </a:p>
        </p:txBody>
      </p:sp>
      <p:pic>
        <p:nvPicPr>
          <p:cNvPr id="10" name="그림 9">
            <a:extLst>
              <a:ext uri="{FF2B5EF4-FFF2-40B4-BE49-F238E27FC236}">
                <a16:creationId xmlns:a16="http://schemas.microsoft.com/office/drawing/2014/main" id="{C6C2BE6F-EDBB-CEBC-D801-08B12D9EC927}"/>
              </a:ext>
            </a:extLst>
          </p:cNvPr>
          <p:cNvPicPr>
            <a:picLocks noChangeAspect="1"/>
          </p:cNvPicPr>
          <p:nvPr/>
        </p:nvPicPr>
        <p:blipFill>
          <a:blip r:embed="rId3"/>
          <a:stretch>
            <a:fillRect/>
          </a:stretch>
        </p:blipFill>
        <p:spPr>
          <a:xfrm>
            <a:off x="458143" y="2358434"/>
            <a:ext cx="4784737" cy="4291165"/>
          </a:xfrm>
          <a:prstGeom prst="rect">
            <a:avLst/>
          </a:prstGeom>
          <a:ln w="6350">
            <a:solidFill>
              <a:schemeClr val="tx1">
                <a:lumMod val="50000"/>
                <a:lumOff val="50000"/>
              </a:schemeClr>
            </a:solidFill>
          </a:ln>
        </p:spPr>
      </p:pic>
      <p:sp>
        <p:nvSpPr>
          <p:cNvPr id="11" name="타원 10">
            <a:extLst>
              <a:ext uri="{FF2B5EF4-FFF2-40B4-BE49-F238E27FC236}">
                <a16:creationId xmlns:a16="http://schemas.microsoft.com/office/drawing/2014/main" id="{58FE8305-9E32-AF49-F1BA-6DB7E31F102C}"/>
              </a:ext>
            </a:extLst>
          </p:cNvPr>
          <p:cNvSpPr/>
          <p:nvPr/>
        </p:nvSpPr>
        <p:spPr>
          <a:xfrm>
            <a:off x="1179221" y="3004037"/>
            <a:ext cx="2983353" cy="2983352"/>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C1732C15-FB3B-85B0-7249-899B622A06D5}"/>
              </a:ext>
            </a:extLst>
          </p:cNvPr>
          <p:cNvSpPr/>
          <p:nvPr/>
        </p:nvSpPr>
        <p:spPr>
          <a:xfrm>
            <a:off x="1702993" y="3527810"/>
            <a:ext cx="1935810" cy="1935808"/>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자유형: 도형 12">
            <a:extLst>
              <a:ext uri="{FF2B5EF4-FFF2-40B4-BE49-F238E27FC236}">
                <a16:creationId xmlns:a16="http://schemas.microsoft.com/office/drawing/2014/main" id="{D746FCFC-9114-1B6C-62DF-0B885BEA288F}"/>
              </a:ext>
            </a:extLst>
          </p:cNvPr>
          <p:cNvSpPr/>
          <p:nvPr/>
        </p:nvSpPr>
        <p:spPr>
          <a:xfrm>
            <a:off x="458144" y="2358434"/>
            <a:ext cx="4784736" cy="4291164"/>
          </a:xfrm>
          <a:custGeom>
            <a:avLst/>
            <a:gdLst>
              <a:gd name="csX0" fmla="*/ 2211387 w 4784736"/>
              <a:gd name="csY0" fmla="*/ 644014 h 4291164"/>
              <a:gd name="csX1" fmla="*/ 719710 w 4784736"/>
              <a:gd name="csY1" fmla="*/ 2135690 h 4291164"/>
              <a:gd name="csX2" fmla="*/ 2211387 w 4784736"/>
              <a:gd name="csY2" fmla="*/ 3627366 h 4291164"/>
              <a:gd name="csX3" fmla="*/ 3703064 w 4784736"/>
              <a:gd name="csY3" fmla="*/ 2135690 h 4291164"/>
              <a:gd name="csX4" fmla="*/ 2211387 w 4784736"/>
              <a:gd name="csY4" fmla="*/ 644014 h 4291164"/>
              <a:gd name="csX5" fmla="*/ 0 w 4784736"/>
              <a:gd name="csY5" fmla="*/ 0 h 4291164"/>
              <a:gd name="csX6" fmla="*/ 4784736 w 4784736"/>
              <a:gd name="csY6" fmla="*/ 0 h 4291164"/>
              <a:gd name="csX7" fmla="*/ 4784736 w 4784736"/>
              <a:gd name="csY7" fmla="*/ 4291164 h 4291164"/>
              <a:gd name="csX8" fmla="*/ 0 w 4784736"/>
              <a:gd name="csY8" fmla="*/ 4291164 h 42911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84736" h="4291164">
                <a:moveTo>
                  <a:pt x="2211387" y="644014"/>
                </a:moveTo>
                <a:cubicBezTo>
                  <a:pt x="1387557" y="644014"/>
                  <a:pt x="719710" y="1311860"/>
                  <a:pt x="719710" y="2135690"/>
                </a:cubicBezTo>
                <a:cubicBezTo>
                  <a:pt x="719710" y="2959520"/>
                  <a:pt x="1387557" y="3627366"/>
                  <a:pt x="2211387" y="3627366"/>
                </a:cubicBezTo>
                <a:cubicBezTo>
                  <a:pt x="3035217" y="3627366"/>
                  <a:pt x="3703064" y="2959520"/>
                  <a:pt x="3703064" y="2135690"/>
                </a:cubicBezTo>
                <a:cubicBezTo>
                  <a:pt x="3703064" y="1311860"/>
                  <a:pt x="3035217" y="644014"/>
                  <a:pt x="2211387" y="644014"/>
                </a:cubicBezTo>
                <a:close/>
                <a:moveTo>
                  <a:pt x="0" y="0"/>
                </a:moveTo>
                <a:lnTo>
                  <a:pt x="4784736" y="0"/>
                </a:lnTo>
                <a:lnTo>
                  <a:pt x="4784736" y="4291164"/>
                </a:lnTo>
                <a:lnTo>
                  <a:pt x="0" y="4291164"/>
                </a:lnTo>
                <a:close/>
              </a:path>
            </a:pathLst>
          </a:custGeom>
          <a:gradFill flip="none" rotWithShape="1">
            <a:gsLst>
              <a:gs pos="100000">
                <a:schemeClr val="bg1"/>
              </a:gs>
              <a:gs pos="89000">
                <a:srgbClr val="FFFFFF"/>
              </a:gs>
              <a:gs pos="0">
                <a:schemeClr val="bg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sp>
        <p:nvSpPr>
          <p:cNvPr id="14" name="TextBox 13">
            <a:extLst>
              <a:ext uri="{FF2B5EF4-FFF2-40B4-BE49-F238E27FC236}">
                <a16:creationId xmlns:a16="http://schemas.microsoft.com/office/drawing/2014/main" id="{A3F7B8E2-D3E9-6122-595A-D0D02D05C2AD}"/>
              </a:ext>
            </a:extLst>
          </p:cNvPr>
          <p:cNvSpPr txBox="1"/>
          <p:nvPr/>
        </p:nvSpPr>
        <p:spPr>
          <a:xfrm>
            <a:off x="3276700" y="2932052"/>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6" name="그룹 15">
            <a:extLst>
              <a:ext uri="{FF2B5EF4-FFF2-40B4-BE49-F238E27FC236}">
                <a16:creationId xmlns:a16="http://schemas.microsoft.com/office/drawing/2014/main" id="{843A8C49-90E1-77BF-FF00-E9E47AB97D13}"/>
              </a:ext>
            </a:extLst>
          </p:cNvPr>
          <p:cNvGrpSpPr/>
          <p:nvPr/>
        </p:nvGrpSpPr>
        <p:grpSpPr>
          <a:xfrm>
            <a:off x="731502" y="3301489"/>
            <a:ext cx="3432439" cy="2232865"/>
            <a:chOff x="731502" y="3301489"/>
            <a:chExt cx="3432439" cy="2232865"/>
          </a:xfrm>
        </p:grpSpPr>
        <p:sp>
          <p:nvSpPr>
            <p:cNvPr id="18" name="TextBox 17">
              <a:extLst>
                <a:ext uri="{FF2B5EF4-FFF2-40B4-BE49-F238E27FC236}">
                  <a16:creationId xmlns:a16="http://schemas.microsoft.com/office/drawing/2014/main" id="{B63A1E58-7857-83A8-1809-A772BA57B6AA}"/>
                </a:ext>
              </a:extLst>
            </p:cNvPr>
            <p:cNvSpPr txBox="1"/>
            <p:nvPr/>
          </p:nvSpPr>
          <p:spPr>
            <a:xfrm>
              <a:off x="1870447" y="3790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고양시</a:t>
              </a:r>
            </a:p>
          </p:txBody>
        </p:sp>
        <p:sp>
          <p:nvSpPr>
            <p:cNvPr id="19" name="TextBox 18">
              <a:extLst>
                <a:ext uri="{FF2B5EF4-FFF2-40B4-BE49-F238E27FC236}">
                  <a16:creationId xmlns:a16="http://schemas.microsoft.com/office/drawing/2014/main" id="{AAF398B3-5683-EE78-618A-1B6D8A21DA6E}"/>
                </a:ext>
              </a:extLst>
            </p:cNvPr>
            <p:cNvSpPr txBox="1"/>
            <p:nvPr/>
          </p:nvSpPr>
          <p:spPr>
            <a:xfrm>
              <a:off x="731502" y="3664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김포시</a:t>
              </a:r>
            </a:p>
          </p:txBody>
        </p:sp>
        <p:sp>
          <p:nvSpPr>
            <p:cNvPr id="20" name="TextBox 19">
              <a:extLst>
                <a:ext uri="{FF2B5EF4-FFF2-40B4-BE49-F238E27FC236}">
                  <a16:creationId xmlns:a16="http://schemas.microsoft.com/office/drawing/2014/main" id="{06368224-1AF1-86E2-3132-918E23EF40BF}"/>
                </a:ext>
              </a:extLst>
            </p:cNvPr>
            <p:cNvSpPr txBox="1"/>
            <p:nvPr/>
          </p:nvSpPr>
          <p:spPr>
            <a:xfrm>
              <a:off x="3039759" y="52705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성남시</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TextBox 20">
              <a:extLst>
                <a:ext uri="{FF2B5EF4-FFF2-40B4-BE49-F238E27FC236}">
                  <a16:creationId xmlns:a16="http://schemas.microsoft.com/office/drawing/2014/main" id="{64E6E9C3-3E59-1FDF-0CF3-5F7C52A51490}"/>
                </a:ext>
              </a:extLst>
            </p:cNvPr>
            <p:cNvSpPr txBox="1"/>
            <p:nvPr/>
          </p:nvSpPr>
          <p:spPr>
            <a:xfrm>
              <a:off x="3463569" y="4599027"/>
              <a:ext cx="648000" cy="256097"/>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하남시</a:t>
              </a:r>
              <a:endParaRPr lang="ko-KR" altLang="en-US" dirty="0"/>
            </a:p>
          </p:txBody>
        </p:sp>
        <p:sp>
          <p:nvSpPr>
            <p:cNvPr id="22" name="TextBox 21">
              <a:extLst>
                <a:ext uri="{FF2B5EF4-FFF2-40B4-BE49-F238E27FC236}">
                  <a16:creationId xmlns:a16="http://schemas.microsoft.com/office/drawing/2014/main" id="{33A1F274-A157-7A2A-4A7D-6CABF807C0E3}"/>
                </a:ext>
              </a:extLst>
            </p:cNvPr>
            <p:cNvSpPr txBox="1"/>
            <p:nvPr/>
          </p:nvSpPr>
          <p:spPr>
            <a:xfrm>
              <a:off x="1631207" y="468821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부천시</a:t>
              </a:r>
            </a:p>
          </p:txBody>
        </p:sp>
        <p:sp>
          <p:nvSpPr>
            <p:cNvPr id="23" name="TextBox 22">
              <a:extLst>
                <a:ext uri="{FF2B5EF4-FFF2-40B4-BE49-F238E27FC236}">
                  <a16:creationId xmlns:a16="http://schemas.microsoft.com/office/drawing/2014/main" id="{150C816C-BBE5-7856-514F-6967BD55988B}"/>
                </a:ext>
              </a:extLst>
            </p:cNvPr>
            <p:cNvSpPr txBox="1"/>
            <p:nvPr/>
          </p:nvSpPr>
          <p:spPr>
            <a:xfrm>
              <a:off x="2591032" y="5067761"/>
              <a:ext cx="648000" cy="25200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과천</a:t>
              </a:r>
              <a:endParaRPr lang="ko-KR" altLang="en-US" dirty="0"/>
            </a:p>
          </p:txBody>
        </p:sp>
        <p:sp>
          <p:nvSpPr>
            <p:cNvPr id="24" name="TextBox 23">
              <a:extLst>
                <a:ext uri="{FF2B5EF4-FFF2-40B4-BE49-F238E27FC236}">
                  <a16:creationId xmlns:a16="http://schemas.microsoft.com/office/drawing/2014/main" id="{83D667AE-F5FE-7EE6-774B-41D4AB31959F}"/>
                </a:ext>
              </a:extLst>
            </p:cNvPr>
            <p:cNvSpPr txBox="1"/>
            <p:nvPr/>
          </p:nvSpPr>
          <p:spPr>
            <a:xfrm>
              <a:off x="2232562" y="521081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p:txBody>
        </p:sp>
        <p:sp>
          <p:nvSpPr>
            <p:cNvPr id="25" name="TextBox 24">
              <a:extLst>
                <a:ext uri="{FF2B5EF4-FFF2-40B4-BE49-F238E27FC236}">
                  <a16:creationId xmlns:a16="http://schemas.microsoft.com/office/drawing/2014/main" id="{A057BC54-52D0-F696-65CF-C59EEEC09FFC}"/>
                </a:ext>
              </a:extLst>
            </p:cNvPr>
            <p:cNvSpPr txBox="1"/>
            <p:nvPr/>
          </p:nvSpPr>
          <p:spPr>
            <a:xfrm>
              <a:off x="3515941" y="388223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남양주시</a:t>
              </a:r>
            </a:p>
          </p:txBody>
        </p:sp>
        <p:sp>
          <p:nvSpPr>
            <p:cNvPr id="26" name="TextBox 25">
              <a:extLst>
                <a:ext uri="{FF2B5EF4-FFF2-40B4-BE49-F238E27FC236}">
                  <a16:creationId xmlns:a16="http://schemas.microsoft.com/office/drawing/2014/main" id="{7EFED2DF-2E7F-7F87-6272-50D65309D0FF}"/>
                </a:ext>
              </a:extLst>
            </p:cNvPr>
            <p:cNvSpPr txBox="1"/>
            <p:nvPr/>
          </p:nvSpPr>
          <p:spPr>
            <a:xfrm>
              <a:off x="2842471" y="3301489"/>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7" name="TextBox 26">
              <a:extLst>
                <a:ext uri="{FF2B5EF4-FFF2-40B4-BE49-F238E27FC236}">
                  <a16:creationId xmlns:a16="http://schemas.microsoft.com/office/drawing/2014/main" id="{C2F9CDF6-8366-9CE3-F64E-509172CFE2C9}"/>
                </a:ext>
              </a:extLst>
            </p:cNvPr>
            <p:cNvSpPr txBox="1"/>
            <p:nvPr/>
          </p:nvSpPr>
          <p:spPr>
            <a:xfrm>
              <a:off x="942006" y="495775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인천광역시</a:t>
              </a:r>
            </a:p>
          </p:txBody>
        </p:sp>
      </p:grpSp>
      <p:sp>
        <p:nvSpPr>
          <p:cNvPr id="28" name="TextBox 27">
            <a:extLst>
              <a:ext uri="{FF2B5EF4-FFF2-40B4-BE49-F238E27FC236}">
                <a16:creationId xmlns:a16="http://schemas.microsoft.com/office/drawing/2014/main" id="{3341A7BE-C160-DCE2-F6C6-E0AC39473DCB}"/>
              </a:ext>
            </a:extLst>
          </p:cNvPr>
          <p:cNvSpPr txBox="1"/>
          <p:nvPr/>
        </p:nvSpPr>
        <p:spPr>
          <a:xfrm>
            <a:off x="1531067" y="448721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71,964m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26E7B2EF-C4FB-FFE6-0680-D253F25CFDF2}"/>
              </a:ext>
            </a:extLst>
          </p:cNvPr>
          <p:cNvSpPr txBox="1"/>
          <p:nvPr/>
        </p:nvSpPr>
        <p:spPr>
          <a:xfrm>
            <a:off x="785531" y="3494891"/>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0" name="TextBox 29">
            <a:extLst>
              <a:ext uri="{FF2B5EF4-FFF2-40B4-BE49-F238E27FC236}">
                <a16:creationId xmlns:a16="http://schemas.microsoft.com/office/drawing/2014/main" id="{C24A5AFA-EC30-CBBF-A03B-A1F19A7C7B6F}"/>
              </a:ext>
            </a:extLst>
          </p:cNvPr>
          <p:cNvSpPr txBox="1"/>
          <p:nvPr/>
        </p:nvSpPr>
        <p:spPr>
          <a:xfrm>
            <a:off x="2240944" y="503283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1" name="TextBox 30">
            <a:extLst>
              <a:ext uri="{FF2B5EF4-FFF2-40B4-BE49-F238E27FC236}">
                <a16:creationId xmlns:a16="http://schemas.microsoft.com/office/drawing/2014/main" id="{CFCAF3A1-A3BD-CB17-FB3E-A263B654DA33}"/>
              </a:ext>
            </a:extLst>
          </p:cNvPr>
          <p:cNvSpPr txBox="1"/>
          <p:nvPr/>
        </p:nvSpPr>
        <p:spPr>
          <a:xfrm>
            <a:off x="2629295" y="4851007"/>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2" name="TextBox 31">
            <a:extLst>
              <a:ext uri="{FF2B5EF4-FFF2-40B4-BE49-F238E27FC236}">
                <a16:creationId xmlns:a16="http://schemas.microsoft.com/office/drawing/2014/main" id="{63A1D031-9A7A-0FAB-B9A1-A4585B289EFB}"/>
              </a:ext>
            </a:extLst>
          </p:cNvPr>
          <p:cNvSpPr txBox="1"/>
          <p:nvPr/>
        </p:nvSpPr>
        <p:spPr>
          <a:xfrm>
            <a:off x="3114918" y="508716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FCC8D54C-179D-A448-99A5-18CE6C6B0820}"/>
              </a:ext>
            </a:extLst>
          </p:cNvPr>
          <p:cNvSpPr txBox="1"/>
          <p:nvPr/>
        </p:nvSpPr>
        <p:spPr>
          <a:xfrm>
            <a:off x="3415801" y="3704398"/>
            <a:ext cx="89372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185,559m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4" name="TextBox 33">
            <a:extLst>
              <a:ext uri="{FF2B5EF4-FFF2-40B4-BE49-F238E27FC236}">
                <a16:creationId xmlns:a16="http://schemas.microsoft.com/office/drawing/2014/main" id="{F4D384AC-F8C9-E063-08B4-27E90691F9EE}"/>
              </a:ext>
            </a:extLst>
          </p:cNvPr>
          <p:cNvSpPr txBox="1"/>
          <p:nvPr/>
        </p:nvSpPr>
        <p:spPr>
          <a:xfrm>
            <a:off x="1955207" y="36290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5" name="TextBox 34">
            <a:extLst>
              <a:ext uri="{FF2B5EF4-FFF2-40B4-BE49-F238E27FC236}">
                <a16:creationId xmlns:a16="http://schemas.microsoft.com/office/drawing/2014/main" id="{3129AE97-D2F0-137D-E286-6DBFF30DFB4C}"/>
              </a:ext>
            </a:extLst>
          </p:cNvPr>
          <p:cNvSpPr txBox="1"/>
          <p:nvPr/>
        </p:nvSpPr>
        <p:spPr>
          <a:xfrm>
            <a:off x="845026" y="4755913"/>
            <a:ext cx="81970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134,977m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Tree>
    <p:extLst>
      <p:ext uri="{BB962C8B-B14F-4D97-AF65-F5344CB8AC3E}">
        <p14:creationId xmlns:p14="http://schemas.microsoft.com/office/powerpoint/2010/main" val="39667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7701C-7FCF-45A8-5DB9-F0518AAB555F}"/>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D429B4AD-D9D0-5202-269C-0EDB57A9E706}"/>
              </a:ext>
            </a:extLst>
          </p:cNvPr>
          <p:cNvGrpSpPr/>
          <p:nvPr/>
        </p:nvGrpSpPr>
        <p:grpSpPr>
          <a:xfrm>
            <a:off x="5495223" y="2255936"/>
            <a:ext cx="2501006" cy="246221"/>
            <a:chOff x="455544" y="-592941"/>
            <a:chExt cx="2501006" cy="246221"/>
          </a:xfrm>
        </p:grpSpPr>
        <p:sp>
          <p:nvSpPr>
            <p:cNvPr id="395" name="TextBox 394">
              <a:extLst>
                <a:ext uri="{FF2B5EF4-FFF2-40B4-BE49-F238E27FC236}">
                  <a16:creationId xmlns:a16="http://schemas.microsoft.com/office/drawing/2014/main" id="{C0E72F99-8A34-CEBA-2D03-99B99D3CF91B}"/>
                </a:ext>
              </a:extLst>
            </p:cNvPr>
            <p:cNvSpPr txBox="1"/>
            <p:nvPr/>
          </p:nvSpPr>
          <p:spPr>
            <a:xfrm>
              <a:off x="455544" y="-592941"/>
              <a:ext cx="2501006"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물류센터 임대차계약 사례</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316991DB-DDA4-97D5-F235-32B5F92929DC}"/>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F300DF2-EC1B-8441-5C42-01C531B64B2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D5C8ABA7-D01A-DBF4-2C1F-2B857C2D7CA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2BA55F2C-961E-C046-98EF-F7B9488F70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4572E6A4-2FEB-B735-A026-2895B845EC6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74BE42A5-40B4-BC71-3C25-BB536CB16B1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C888A4D0-2ABE-9515-E084-EC6B04056C84}"/>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2F5CE9E3-62C7-CAAF-6F96-44698C6A8D4F}"/>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서울 소비시장 </a:t>
            </a:r>
            <a:r>
              <a:rPr lang="en-US" altLang="ko-KR" sz="1600" dirty="0">
                <a:solidFill>
                  <a:schemeClr val="tx1"/>
                </a:solidFill>
              </a:rPr>
              <a:t>Last-Mile </a:t>
            </a:r>
            <a:r>
              <a:rPr lang="ko-KR" altLang="en-US" sz="1600" dirty="0">
                <a:solidFill>
                  <a:schemeClr val="tx1"/>
                </a:solidFill>
              </a:rPr>
              <a:t>권역</a:t>
            </a:r>
            <a:r>
              <a:rPr lang="en-US" altLang="ko-KR" sz="1600" dirty="0">
                <a:solidFill>
                  <a:schemeClr val="tx1"/>
                </a:solidFill>
              </a:rPr>
              <a:t> </a:t>
            </a:r>
            <a:r>
              <a:rPr lang="ko-KR" altLang="en-US" sz="1600" dirty="0">
                <a:solidFill>
                  <a:schemeClr val="tx1"/>
                </a:solidFill>
              </a:rPr>
              <a:t>내 위치한 신축 상온센터의 경우 초과 수요로 인하여 임대인 우위 상태</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비교권역</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 임대료는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공실률은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형성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본건의 경우 임대료 상승여력이 있다고 판단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17BC05E7-18CB-F929-9F63-E0A708C88657}"/>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4" name="Table 6">
            <a:extLst>
              <a:ext uri="{FF2B5EF4-FFF2-40B4-BE49-F238E27FC236}">
                <a16:creationId xmlns:a16="http://schemas.microsoft.com/office/drawing/2014/main" id="{6E05EF61-FFBF-F419-86BF-16F05EC6E63E}"/>
              </a:ext>
            </a:extLst>
          </p:cNvPr>
          <p:cNvGraphicFramePr>
            <a:graphicFrameLocks noGrp="1"/>
          </p:cNvGraphicFramePr>
          <p:nvPr>
            <p:extLst>
              <p:ext uri="{D42A27DB-BD31-4B8C-83A1-F6EECF244321}">
                <p14:modId xmlns:p14="http://schemas.microsoft.com/office/powerpoint/2010/main" val="110896657"/>
              </p:ext>
            </p:extLst>
          </p:nvPr>
        </p:nvGraphicFramePr>
        <p:xfrm>
          <a:off x="5448934" y="2559091"/>
          <a:ext cx="4859404" cy="3669895"/>
        </p:xfrm>
        <a:graphic>
          <a:graphicData uri="http://schemas.openxmlformats.org/drawingml/2006/table">
            <a:tbl>
              <a:tblPr>
                <a:tableStyleId>{5C22544A-7EE6-4342-B048-85BDC9FD1C3A}</a:tableStyleId>
              </a:tblPr>
              <a:tblGrid>
                <a:gridCol w="787572">
                  <a:extLst>
                    <a:ext uri="{9D8B030D-6E8A-4147-A177-3AD203B41FA5}">
                      <a16:colId xmlns:a16="http://schemas.microsoft.com/office/drawing/2014/main" val="646663967"/>
                    </a:ext>
                  </a:extLst>
                </a:gridCol>
                <a:gridCol w="853684">
                  <a:extLst>
                    <a:ext uri="{9D8B030D-6E8A-4147-A177-3AD203B41FA5}">
                      <a16:colId xmlns:a16="http://schemas.microsoft.com/office/drawing/2014/main" val="767592186"/>
                    </a:ext>
                  </a:extLst>
                </a:gridCol>
                <a:gridCol w="853684">
                  <a:extLst>
                    <a:ext uri="{9D8B030D-6E8A-4147-A177-3AD203B41FA5}">
                      <a16:colId xmlns:a16="http://schemas.microsoft.com/office/drawing/2014/main" val="288594886"/>
                    </a:ext>
                  </a:extLst>
                </a:gridCol>
                <a:gridCol w="853684">
                  <a:extLst>
                    <a:ext uri="{9D8B030D-6E8A-4147-A177-3AD203B41FA5}">
                      <a16:colId xmlns:a16="http://schemas.microsoft.com/office/drawing/2014/main" val="3166528932"/>
                    </a:ext>
                  </a:extLst>
                </a:gridCol>
                <a:gridCol w="853684">
                  <a:extLst>
                    <a:ext uri="{9D8B030D-6E8A-4147-A177-3AD203B41FA5}">
                      <a16:colId xmlns:a16="http://schemas.microsoft.com/office/drawing/2014/main" val="1127324243"/>
                    </a:ext>
                  </a:extLst>
                </a:gridCol>
                <a:gridCol w="657096">
                  <a:extLst>
                    <a:ext uri="{9D8B030D-6E8A-4147-A177-3AD203B41FA5}">
                      <a16:colId xmlns:a16="http://schemas.microsoft.com/office/drawing/2014/main" val="2691302053"/>
                    </a:ext>
                  </a:extLst>
                </a:gridCol>
              </a:tblGrid>
              <a:tr h="398831">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endParaRPr lang="en-US" altLang="ko-KR"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복합물류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0">
                        <a:lnSpc>
                          <a:spcPct val="80000"/>
                        </a:lnSpc>
                        <a:spcBef>
                          <a:spcPts val="200"/>
                        </a:spcBef>
                        <a:spcAft>
                          <a:spcPts val="200"/>
                        </a:spcAft>
                        <a:buNone/>
                      </a:pP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인구</a:t>
                      </a: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325864">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쿠팡</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반포</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17km(35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9.38</a:t>
                      </a:r>
                      <a:r>
                        <a:rPr lang="ko-KR" altLang="en-US"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13km(27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0.28</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서창</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28km(31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549879"/>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안산</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서안산</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6549082"/>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수원</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월암</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15km(29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36495"/>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판교</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27233"/>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36km(34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50km(60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0.33</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32741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임대료</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Eff.Rent</a:t>
                      </a: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70</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5650322"/>
                  </a:ext>
                </a:extLst>
              </a:tr>
              <a:tr h="325864">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0.7%</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791133"/>
                  </a:ext>
                </a:extLst>
              </a:tr>
            </a:tbl>
          </a:graphicData>
        </a:graphic>
      </p:graphicFrame>
      <p:sp>
        <p:nvSpPr>
          <p:cNvPr id="50" name="TextBox 49">
            <a:extLst>
              <a:ext uri="{FF2B5EF4-FFF2-40B4-BE49-F238E27FC236}">
                <a16:creationId xmlns:a16="http://schemas.microsoft.com/office/drawing/2014/main" id="{A489ED18-8CB1-E596-E7F0-31186D71AD14}"/>
              </a:ext>
            </a:extLst>
          </p:cNvPr>
          <p:cNvSpPr txBox="1"/>
          <p:nvPr/>
        </p:nvSpPr>
        <p:spPr>
          <a:xfrm>
            <a:off x="5353832" y="6277045"/>
            <a:ext cx="5081548" cy="369332"/>
          </a:xfrm>
          <a:prstGeom prst="rect">
            <a:avLst/>
          </a:prstGeom>
          <a:noFill/>
        </p:spPr>
        <p:txBody>
          <a:bodyPr wrap="square" rtlCol="0">
            <a:spAutoFit/>
          </a:bodyPr>
          <a:lstStyle/>
          <a:p>
            <a:r>
              <a:rPr lang="en-US" altLang="ko-KR" sz="900" dirty="0">
                <a:latin typeface="KoPubWorld돋움체 Light" panose="00000300000000000000" pitchFamily="2" charset="-127"/>
                <a:ea typeface="KoPubWorld돋움체 Light" panose="00000300000000000000" pitchFamily="2" charset="-127"/>
              </a:rPr>
              <a:t>* 주 임차인(77.2%) 인 쿠팡에 한하며, 시설 전체 평균 Effective Rent는 약 58천원/평 수준</a:t>
            </a:r>
          </a:p>
          <a:p>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Effective Rent : </a:t>
            </a:r>
            <a:r>
              <a:rPr lang="ko-KR" altLang="en-US" sz="900" dirty="0">
                <a:latin typeface="KoPubWorld돋움체 Light" panose="00000300000000000000" pitchFamily="2" charset="-127"/>
                <a:ea typeface="KoPubWorld돋움체 Light" panose="00000300000000000000" pitchFamily="2" charset="-127"/>
              </a:rPr>
              <a:t>명목임대료</a:t>
            </a:r>
            <a:r>
              <a:rPr lang="en-US" altLang="ko-KR" sz="900" dirty="0">
                <a:latin typeface="KoPubWorld돋움체 Light" panose="00000300000000000000" pitchFamily="2" charset="-127"/>
                <a:ea typeface="KoPubWorld돋움체 Light" panose="00000300000000000000" pitchFamily="2" charset="-127"/>
              </a:rPr>
              <a:t>(1-</a:t>
            </a:r>
            <a:r>
              <a:rPr lang="ko-KR" altLang="en-US" sz="900" dirty="0" err="1">
                <a:latin typeface="KoPubWorld돋움체 Light" panose="00000300000000000000" pitchFamily="2" charset="-127"/>
                <a:ea typeface="KoPubWorld돋움체 Light" panose="00000300000000000000" pitchFamily="2" charset="-127"/>
              </a:rPr>
              <a:t>렌트프리</a:t>
            </a:r>
            <a:r>
              <a:rPr lang="en-US" altLang="ko-KR" sz="900" dirty="0">
                <a:latin typeface="KoPubWorld돋움체 Light" panose="00000300000000000000" pitchFamily="2" charset="-127"/>
                <a:ea typeface="KoPubWorld돋움체 Light" panose="00000300000000000000" pitchFamily="2" charset="-127"/>
              </a:rPr>
              <a:t>)/12 + </a:t>
            </a:r>
            <a:r>
              <a:rPr lang="ko-KR" altLang="en-US" sz="900" dirty="0">
                <a:latin typeface="KoPubWorld돋움체 Light" panose="00000300000000000000" pitchFamily="2" charset="-127"/>
                <a:ea typeface="KoPubWorld돋움체 Light" panose="00000300000000000000" pitchFamily="2" charset="-127"/>
              </a:rPr>
              <a:t>명목관리비로 산정하였으며 보증금 이자는 고려하지 않음 </a:t>
            </a:r>
          </a:p>
        </p:txBody>
      </p:sp>
      <p:pic>
        <p:nvPicPr>
          <p:cNvPr id="10" name="그림 9">
            <a:extLst>
              <a:ext uri="{FF2B5EF4-FFF2-40B4-BE49-F238E27FC236}">
                <a16:creationId xmlns:a16="http://schemas.microsoft.com/office/drawing/2014/main" id="{8E731850-55B7-1073-07C9-5A26234ECC3F}"/>
              </a:ext>
            </a:extLst>
          </p:cNvPr>
          <p:cNvPicPr>
            <a:picLocks noChangeAspect="1"/>
          </p:cNvPicPr>
          <p:nvPr/>
        </p:nvPicPr>
        <p:blipFill>
          <a:blip r:embed="rId2"/>
          <a:stretch>
            <a:fillRect/>
          </a:stretch>
        </p:blipFill>
        <p:spPr>
          <a:xfrm>
            <a:off x="458143" y="2358434"/>
            <a:ext cx="4784737" cy="4291165"/>
          </a:xfrm>
          <a:prstGeom prst="rect">
            <a:avLst/>
          </a:prstGeom>
          <a:ln w="6350">
            <a:solidFill>
              <a:schemeClr val="tx1">
                <a:lumMod val="50000"/>
                <a:lumOff val="50000"/>
              </a:schemeClr>
            </a:solidFill>
          </a:ln>
        </p:spPr>
      </p:pic>
      <p:sp>
        <p:nvSpPr>
          <p:cNvPr id="12" name="TextBox 11">
            <a:extLst>
              <a:ext uri="{FF2B5EF4-FFF2-40B4-BE49-F238E27FC236}">
                <a16:creationId xmlns:a16="http://schemas.microsoft.com/office/drawing/2014/main" id="{3F04823D-52EE-E120-A2F6-298B3AB7AD0D}"/>
              </a:ext>
            </a:extLst>
          </p:cNvPr>
          <p:cNvSpPr txBox="1"/>
          <p:nvPr/>
        </p:nvSpPr>
        <p:spPr>
          <a:xfrm>
            <a:off x="3128848" y="3462575"/>
            <a:ext cx="362103" cy="248402"/>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5" name="그룹 14">
            <a:extLst>
              <a:ext uri="{FF2B5EF4-FFF2-40B4-BE49-F238E27FC236}">
                <a16:creationId xmlns:a16="http://schemas.microsoft.com/office/drawing/2014/main" id="{BE51D8E8-B610-B39B-2D84-2DA27D05015C}"/>
              </a:ext>
            </a:extLst>
          </p:cNvPr>
          <p:cNvGrpSpPr/>
          <p:nvPr/>
        </p:nvGrpSpPr>
        <p:grpSpPr>
          <a:xfrm>
            <a:off x="1179221" y="3004037"/>
            <a:ext cx="2983353" cy="2983352"/>
            <a:chOff x="1179221" y="3004037"/>
            <a:chExt cx="2983353" cy="2983352"/>
          </a:xfrm>
        </p:grpSpPr>
        <p:sp>
          <p:nvSpPr>
            <p:cNvPr id="17" name="타원 16">
              <a:extLst>
                <a:ext uri="{FF2B5EF4-FFF2-40B4-BE49-F238E27FC236}">
                  <a16:creationId xmlns:a16="http://schemas.microsoft.com/office/drawing/2014/main" id="{FF785D04-E0EC-8468-92B9-2A4D7F76BDAF}"/>
                </a:ext>
              </a:extLst>
            </p:cNvPr>
            <p:cNvSpPr/>
            <p:nvPr/>
          </p:nvSpPr>
          <p:spPr>
            <a:xfrm>
              <a:off x="1179221" y="3004037"/>
              <a:ext cx="2983353" cy="2983352"/>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타원 17">
              <a:extLst>
                <a:ext uri="{FF2B5EF4-FFF2-40B4-BE49-F238E27FC236}">
                  <a16:creationId xmlns:a16="http://schemas.microsoft.com/office/drawing/2014/main" id="{03B79044-2A3C-0DE8-EA5E-AB70A7B4591B}"/>
                </a:ext>
              </a:extLst>
            </p:cNvPr>
            <p:cNvSpPr/>
            <p:nvPr/>
          </p:nvSpPr>
          <p:spPr>
            <a:xfrm>
              <a:off x="1702993" y="3527810"/>
              <a:ext cx="1935810" cy="1935808"/>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직사각형 21">
            <a:extLst>
              <a:ext uri="{FF2B5EF4-FFF2-40B4-BE49-F238E27FC236}">
                <a16:creationId xmlns:a16="http://schemas.microsoft.com/office/drawing/2014/main" id="{8E53F0E9-369C-63B3-158D-A3D44E6E9716}"/>
              </a:ext>
            </a:extLst>
          </p:cNvPr>
          <p:cNvSpPr/>
          <p:nvPr/>
        </p:nvSpPr>
        <p:spPr>
          <a:xfrm>
            <a:off x="458143" y="2355213"/>
            <a:ext cx="4784737" cy="4291164"/>
          </a:xfrm>
          <a:prstGeom prst="rect">
            <a:avLst/>
          </a:prstGeom>
          <a:solidFill>
            <a:schemeClr val="bg1">
              <a:alpha val="50000"/>
            </a:schemeClr>
          </a:solid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aphicFrame>
        <p:nvGraphicFramePr>
          <p:cNvPr id="23" name="표 22">
            <a:extLst>
              <a:ext uri="{FF2B5EF4-FFF2-40B4-BE49-F238E27FC236}">
                <a16:creationId xmlns:a16="http://schemas.microsoft.com/office/drawing/2014/main" id="{9AE5ABEF-2AE8-1D6B-3108-2EEA99BDD0DE}"/>
              </a:ext>
            </a:extLst>
          </p:cNvPr>
          <p:cNvGraphicFramePr>
            <a:graphicFrameLocks noGrp="1"/>
          </p:cNvGraphicFramePr>
          <p:nvPr>
            <p:extLst>
              <p:ext uri="{D42A27DB-BD31-4B8C-83A1-F6EECF244321}">
                <p14:modId xmlns:p14="http://schemas.microsoft.com/office/powerpoint/2010/main" val="1779603278"/>
              </p:ext>
            </p:extLst>
          </p:nvPr>
        </p:nvGraphicFramePr>
        <p:xfrm>
          <a:off x="3627557" y="4187794"/>
          <a:ext cx="1567561" cy="817712"/>
        </p:xfrm>
        <a:graphic>
          <a:graphicData uri="http://schemas.openxmlformats.org/drawingml/2006/table">
            <a:tbl>
              <a:tblPr/>
              <a:tblGrid>
                <a:gridCol w="602407">
                  <a:extLst>
                    <a:ext uri="{9D8B030D-6E8A-4147-A177-3AD203B41FA5}">
                      <a16:colId xmlns:a16="http://schemas.microsoft.com/office/drawing/2014/main" val="3295780762"/>
                    </a:ext>
                  </a:extLst>
                </a:gridCol>
                <a:gridCol w="965154">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 복합물류</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3050665"/>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계약사례</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캠프</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67467384"/>
                  </a:ext>
                </a:extLst>
              </a:tr>
            </a:tbl>
          </a:graphicData>
        </a:graphic>
      </p:graphicFrame>
      <p:cxnSp>
        <p:nvCxnSpPr>
          <p:cNvPr id="24" name="직선 연결선 23">
            <a:extLst>
              <a:ext uri="{FF2B5EF4-FFF2-40B4-BE49-F238E27FC236}">
                <a16:creationId xmlns:a16="http://schemas.microsoft.com/office/drawing/2014/main" id="{927C0311-34BC-3DF6-6071-65422A1A7AA7}"/>
              </a:ext>
            </a:extLst>
          </p:cNvPr>
          <p:cNvCxnSpPr>
            <a:cxnSpLocks/>
            <a:endCxn id="23" idx="1"/>
          </p:cNvCxnSpPr>
          <p:nvPr/>
        </p:nvCxnSpPr>
        <p:spPr>
          <a:xfrm flipV="1">
            <a:off x="3276700" y="4596650"/>
            <a:ext cx="350857" cy="424746"/>
          </a:xfrm>
          <a:prstGeom prst="line">
            <a:avLst/>
          </a:prstGeom>
          <a:ln w="9525">
            <a:solidFill>
              <a:srgbClr val="141E6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5" name="표 24">
            <a:extLst>
              <a:ext uri="{FF2B5EF4-FFF2-40B4-BE49-F238E27FC236}">
                <a16:creationId xmlns:a16="http://schemas.microsoft.com/office/drawing/2014/main" id="{2EDC92D1-9640-F2C7-5B73-9EF134EE72A2}"/>
              </a:ext>
            </a:extLst>
          </p:cNvPr>
          <p:cNvGraphicFramePr>
            <a:graphicFrameLocks noGrp="1"/>
          </p:cNvGraphicFramePr>
          <p:nvPr>
            <p:extLst>
              <p:ext uri="{D42A27DB-BD31-4B8C-83A1-F6EECF244321}">
                <p14:modId xmlns:p14="http://schemas.microsoft.com/office/powerpoint/2010/main" val="2013230579"/>
              </p:ext>
            </p:extLst>
          </p:nvPr>
        </p:nvGraphicFramePr>
        <p:xfrm>
          <a:off x="561687" y="2994312"/>
          <a:ext cx="1689544" cy="923925"/>
        </p:xfrm>
        <a:graphic>
          <a:graphicData uri="http://schemas.openxmlformats.org/drawingml/2006/table">
            <a:tbl>
              <a:tblPr/>
              <a:tblGrid>
                <a:gridCol w="649285">
                  <a:extLst>
                    <a:ext uri="{9D8B030D-6E8A-4147-A177-3AD203B41FA5}">
                      <a16:colId xmlns:a16="http://schemas.microsoft.com/office/drawing/2014/main" val="3295780762"/>
                    </a:ext>
                  </a:extLst>
                </a:gridCol>
                <a:gridCol w="1040259">
                  <a:extLst>
                    <a:ext uri="{9D8B030D-6E8A-4147-A177-3AD203B41FA5}">
                      <a16:colId xmlns:a16="http://schemas.microsoft.com/office/drawing/2014/main" val="1844780377"/>
                    </a:ext>
                  </a:extLst>
                </a:gridCol>
              </a:tblGrid>
              <a:tr h="120567">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고양삼송</a:t>
                      </a: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로지스힐</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733182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96576407"/>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130741">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@5.4</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만</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상온</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7436083"/>
                  </a:ext>
                </a:extLst>
              </a:tr>
            </a:tbl>
          </a:graphicData>
        </a:graphic>
      </p:graphicFrame>
      <p:grpSp>
        <p:nvGrpSpPr>
          <p:cNvPr id="26" name="그룹 25">
            <a:extLst>
              <a:ext uri="{FF2B5EF4-FFF2-40B4-BE49-F238E27FC236}">
                <a16:creationId xmlns:a16="http://schemas.microsoft.com/office/drawing/2014/main" id="{68E38C04-746D-33B3-C9F9-C4B9D0054FDB}"/>
              </a:ext>
            </a:extLst>
          </p:cNvPr>
          <p:cNvGrpSpPr/>
          <p:nvPr/>
        </p:nvGrpSpPr>
        <p:grpSpPr>
          <a:xfrm>
            <a:off x="2388506" y="3631751"/>
            <a:ext cx="217156" cy="217156"/>
            <a:chOff x="3424679" y="3118750"/>
            <a:chExt cx="384938" cy="384938"/>
          </a:xfrm>
          <a:effectLst>
            <a:outerShdw blurRad="50800" dist="38100" dir="5400000" algn="t" rotWithShape="0">
              <a:prstClr val="black">
                <a:alpha val="40000"/>
              </a:prstClr>
            </a:outerShdw>
          </a:effectLst>
        </p:grpSpPr>
        <p:sp>
          <p:nvSpPr>
            <p:cNvPr id="36" name="눈물 방울 35">
              <a:extLst>
                <a:ext uri="{FF2B5EF4-FFF2-40B4-BE49-F238E27FC236}">
                  <a16:creationId xmlns:a16="http://schemas.microsoft.com/office/drawing/2014/main" id="{87C75C03-A330-DB05-AC99-A15473FF8D07}"/>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013236CB-02CF-C8B2-B4C7-A57C34E108C4}"/>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3" name="그룹 42">
            <a:extLst>
              <a:ext uri="{FF2B5EF4-FFF2-40B4-BE49-F238E27FC236}">
                <a16:creationId xmlns:a16="http://schemas.microsoft.com/office/drawing/2014/main" id="{57D775E3-3720-9E9B-CF85-56CD1DAE4734}"/>
              </a:ext>
            </a:extLst>
          </p:cNvPr>
          <p:cNvGrpSpPr/>
          <p:nvPr/>
        </p:nvGrpSpPr>
        <p:grpSpPr>
          <a:xfrm>
            <a:off x="3201322" y="4759265"/>
            <a:ext cx="217156" cy="217156"/>
            <a:chOff x="3424679" y="3118750"/>
            <a:chExt cx="384938" cy="384938"/>
          </a:xfrm>
          <a:effectLst>
            <a:outerShdw blurRad="50800" dist="38100" dir="5400000" algn="t" rotWithShape="0">
              <a:prstClr val="black">
                <a:alpha val="40000"/>
              </a:prstClr>
            </a:outerShdw>
          </a:effectLst>
        </p:grpSpPr>
        <p:sp>
          <p:nvSpPr>
            <p:cNvPr id="45" name="눈물 방울 44">
              <a:extLst>
                <a:ext uri="{FF2B5EF4-FFF2-40B4-BE49-F238E27FC236}">
                  <a16:creationId xmlns:a16="http://schemas.microsoft.com/office/drawing/2014/main" id="{1359FEA3-82D4-C930-0E38-B1DA06EDD5F8}"/>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45">
              <a:extLst>
                <a:ext uri="{FF2B5EF4-FFF2-40B4-BE49-F238E27FC236}">
                  <a16:creationId xmlns:a16="http://schemas.microsoft.com/office/drawing/2014/main" id="{B24C82FE-0C18-0CF0-E3B2-851D716EFE7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7" name="그룹 46">
            <a:extLst>
              <a:ext uri="{FF2B5EF4-FFF2-40B4-BE49-F238E27FC236}">
                <a16:creationId xmlns:a16="http://schemas.microsoft.com/office/drawing/2014/main" id="{1AD4CADB-3F88-CB83-E3CB-6E1E45CD3BB1}"/>
              </a:ext>
            </a:extLst>
          </p:cNvPr>
          <p:cNvGrpSpPr/>
          <p:nvPr/>
        </p:nvGrpSpPr>
        <p:grpSpPr>
          <a:xfrm>
            <a:off x="2497084" y="5003973"/>
            <a:ext cx="217156" cy="217156"/>
            <a:chOff x="3424679" y="3118750"/>
            <a:chExt cx="384938" cy="384938"/>
          </a:xfrm>
          <a:effectLst>
            <a:outerShdw blurRad="50800" dist="38100" dir="5400000" algn="t" rotWithShape="0">
              <a:prstClr val="black">
                <a:alpha val="40000"/>
              </a:prstClr>
            </a:outerShdw>
          </a:effectLst>
        </p:grpSpPr>
        <p:sp>
          <p:nvSpPr>
            <p:cNvPr id="48" name="눈물 방울 47">
              <a:extLst>
                <a:ext uri="{FF2B5EF4-FFF2-40B4-BE49-F238E27FC236}">
                  <a16:creationId xmlns:a16="http://schemas.microsoft.com/office/drawing/2014/main" id="{037CBC2D-BA90-7C71-A5DC-DD823C6D7C66}"/>
                </a:ext>
              </a:extLst>
            </p:cNvPr>
            <p:cNvSpPr/>
            <p:nvPr/>
          </p:nvSpPr>
          <p:spPr>
            <a:xfrm rot="8100000">
              <a:off x="3424679" y="3118750"/>
              <a:ext cx="384938" cy="384938"/>
            </a:xfrm>
            <a:prstGeom prst="teardrop">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E31D99E9-2DAD-1D8F-29BA-157EB99C31D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51" name="표 50">
            <a:extLst>
              <a:ext uri="{FF2B5EF4-FFF2-40B4-BE49-F238E27FC236}">
                <a16:creationId xmlns:a16="http://schemas.microsoft.com/office/drawing/2014/main" id="{F5F1B32F-38D3-A5B4-701A-2A9A0A57B5EF}"/>
              </a:ext>
            </a:extLst>
          </p:cNvPr>
          <p:cNvGraphicFramePr>
            <a:graphicFrameLocks noGrp="1"/>
          </p:cNvGraphicFramePr>
          <p:nvPr>
            <p:extLst>
              <p:ext uri="{D42A27DB-BD31-4B8C-83A1-F6EECF244321}">
                <p14:modId xmlns:p14="http://schemas.microsoft.com/office/powerpoint/2010/main" val="639362819"/>
              </p:ext>
            </p:extLst>
          </p:nvPr>
        </p:nvGraphicFramePr>
        <p:xfrm>
          <a:off x="2581975" y="5371340"/>
          <a:ext cx="1772867" cy="817712"/>
        </p:xfrm>
        <a:graphic>
          <a:graphicData uri="http://schemas.openxmlformats.org/drawingml/2006/table">
            <a:tbl>
              <a:tblPr>
                <a:effectLst>
                  <a:outerShdw blurRad="50800" dist="38100" dir="2700000" algn="tl" rotWithShape="0">
                    <a:prstClr val="black">
                      <a:alpha val="40000"/>
                    </a:prstClr>
                  </a:outerShdw>
                </a:effectLst>
              </a:tblPr>
              <a:tblGrid>
                <a:gridCol w="681305">
                  <a:extLst>
                    <a:ext uri="{9D8B030D-6E8A-4147-A177-3AD203B41FA5}">
                      <a16:colId xmlns:a16="http://schemas.microsoft.com/office/drawing/2014/main" val="3295780762"/>
                    </a:ext>
                  </a:extLst>
                </a:gridCol>
                <a:gridCol w="1091562">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4531909"/>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 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10984675"/>
                  </a:ext>
                </a:extLst>
              </a:tr>
            </a:tbl>
          </a:graphicData>
        </a:graphic>
      </p:graphicFrame>
      <p:graphicFrame>
        <p:nvGraphicFramePr>
          <p:cNvPr id="52" name="표 51">
            <a:extLst>
              <a:ext uri="{FF2B5EF4-FFF2-40B4-BE49-F238E27FC236}">
                <a16:creationId xmlns:a16="http://schemas.microsoft.com/office/drawing/2014/main" id="{D24758DF-A14D-3091-ADDE-8DB2918BD8DF}"/>
              </a:ext>
            </a:extLst>
          </p:cNvPr>
          <p:cNvGraphicFramePr>
            <a:graphicFrameLocks noGrp="1"/>
          </p:cNvGraphicFramePr>
          <p:nvPr>
            <p:extLst>
              <p:ext uri="{D42A27DB-BD31-4B8C-83A1-F6EECF244321}">
                <p14:modId xmlns:p14="http://schemas.microsoft.com/office/powerpoint/2010/main" val="1976481447"/>
              </p:ext>
            </p:extLst>
          </p:nvPr>
        </p:nvGraphicFramePr>
        <p:xfrm>
          <a:off x="558906" y="4907373"/>
          <a:ext cx="1592071" cy="817712"/>
        </p:xfrm>
        <a:graphic>
          <a:graphicData uri="http://schemas.openxmlformats.org/drawingml/2006/table">
            <a:tbl>
              <a:tblPr/>
              <a:tblGrid>
                <a:gridCol w="611826">
                  <a:extLst>
                    <a:ext uri="{9D8B030D-6E8A-4147-A177-3AD203B41FA5}">
                      <a16:colId xmlns:a16="http://schemas.microsoft.com/office/drawing/2014/main" val="3295780762"/>
                    </a:ext>
                  </a:extLst>
                </a:gridCol>
                <a:gridCol w="980245">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예정</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70044082"/>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08428546"/>
                  </a:ext>
                </a:extLst>
              </a:tr>
            </a:tbl>
          </a:graphicData>
        </a:graphic>
      </p:graphicFrame>
      <p:grpSp>
        <p:nvGrpSpPr>
          <p:cNvPr id="53" name="그룹 52">
            <a:extLst>
              <a:ext uri="{FF2B5EF4-FFF2-40B4-BE49-F238E27FC236}">
                <a16:creationId xmlns:a16="http://schemas.microsoft.com/office/drawing/2014/main" id="{C25459B2-F34D-3A78-FB3B-EEBFBFAD3D79}"/>
              </a:ext>
            </a:extLst>
          </p:cNvPr>
          <p:cNvGrpSpPr/>
          <p:nvPr/>
        </p:nvGrpSpPr>
        <p:grpSpPr>
          <a:xfrm>
            <a:off x="1662307" y="4500795"/>
            <a:ext cx="217156" cy="217156"/>
            <a:chOff x="3424679" y="3118750"/>
            <a:chExt cx="384938" cy="384938"/>
          </a:xfrm>
          <a:effectLst>
            <a:outerShdw blurRad="50800" dist="38100" dir="5400000" algn="t" rotWithShape="0">
              <a:prstClr val="black">
                <a:alpha val="40000"/>
              </a:prstClr>
            </a:outerShdw>
          </a:effectLst>
        </p:grpSpPr>
        <p:sp>
          <p:nvSpPr>
            <p:cNvPr id="54" name="눈물 방울 53">
              <a:extLst>
                <a:ext uri="{FF2B5EF4-FFF2-40B4-BE49-F238E27FC236}">
                  <a16:creationId xmlns:a16="http://schemas.microsoft.com/office/drawing/2014/main" id="{C170162D-D8A8-6E50-0DB2-80E7A21EEDCF}"/>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타원 54">
              <a:extLst>
                <a:ext uri="{FF2B5EF4-FFF2-40B4-BE49-F238E27FC236}">
                  <a16:creationId xmlns:a16="http://schemas.microsoft.com/office/drawing/2014/main" id="{0552F445-9D82-E700-C327-937328C173B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087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19" name="그룹 18">
            <a:extLst>
              <a:ext uri="{FF2B5EF4-FFF2-40B4-BE49-F238E27FC236}">
                <a16:creationId xmlns:a16="http://schemas.microsoft.com/office/drawing/2014/main" id="{573921DF-5173-3664-4FE4-0FD34DD35320}"/>
              </a:ext>
            </a:extLst>
          </p:cNvPr>
          <p:cNvGrpSpPr/>
          <p:nvPr/>
        </p:nvGrpSpPr>
        <p:grpSpPr>
          <a:xfrm>
            <a:off x="458887" y="1987916"/>
            <a:ext cx="9783663" cy="247712"/>
            <a:chOff x="417444" y="1605420"/>
            <a:chExt cx="8983731" cy="247712"/>
          </a:xfrm>
        </p:grpSpPr>
        <p:sp>
          <p:nvSpPr>
            <p:cNvPr id="20" name="직사각형 19">
              <a:extLst>
                <a:ext uri="{FF2B5EF4-FFF2-40B4-BE49-F238E27FC236}">
                  <a16:creationId xmlns:a16="http://schemas.microsoft.com/office/drawing/2014/main" id="{C77E15DE-A393-8175-3B6D-953C23E816C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 name="직선 연결선 20">
              <a:extLst>
                <a:ext uri="{FF2B5EF4-FFF2-40B4-BE49-F238E27FC236}">
                  <a16:creationId xmlns:a16="http://schemas.microsoft.com/office/drawing/2014/main" id="{BB6BFD91-3108-8832-8829-18A3D611CD8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2" name="자유형 6">
              <a:extLst>
                <a:ext uri="{FF2B5EF4-FFF2-40B4-BE49-F238E27FC236}">
                  <a16:creationId xmlns:a16="http://schemas.microsoft.com/office/drawing/2014/main" id="{D526D343-0726-AD50-E7BC-CEE398CCFA8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7">
              <a:extLst>
                <a:ext uri="{FF2B5EF4-FFF2-40B4-BE49-F238E27FC236}">
                  <a16:creationId xmlns:a16="http://schemas.microsoft.com/office/drawing/2014/main" id="{258D9EA8-D546-9129-7F9E-DAD4EDD487F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0D2F03-0880-421A-2BE0-3161E6F45F5A}"/>
                </a:ext>
              </a:extLst>
            </p:cNvPr>
            <p:cNvSpPr txBox="1"/>
            <p:nvPr/>
          </p:nvSpPr>
          <p:spPr>
            <a:xfrm>
              <a:off x="417444" y="1652332"/>
              <a:ext cx="183505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임대사례</a:t>
              </a:r>
            </a:p>
          </p:txBody>
        </p:sp>
      </p:grpSp>
      <p:sp>
        <p:nvSpPr>
          <p:cNvPr id="25" name="TextBox 24">
            <a:extLst>
              <a:ext uri="{FF2B5EF4-FFF2-40B4-BE49-F238E27FC236}">
                <a16:creationId xmlns:a16="http://schemas.microsoft.com/office/drawing/2014/main" id="{3A3BCD4C-4095-34B3-2F1D-F428F58EBA4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Last-mile 임대사례 Eff.Rent 4.0~6.0만원/평 중 본건 5.8만원은 상단 수준</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서울복합·부천 삼정동(6.0만원/평) 등 신축 Core 자산과 유사 수준, 준공연도·규모 감안 시 상승 여력</a:t>
            </a:r>
            <a:endParaRPr lang="en-US" altLang="ko-KR" sz="1600" dirty="0">
              <a:solidFill>
                <a:schemeClr val="tx1"/>
              </a:solidFill>
            </a:endParaRPr>
          </a:p>
        </p:txBody>
      </p:sp>
      <p:sp>
        <p:nvSpPr>
          <p:cNvPr id="6" name="TextBox 5">
            <a:extLst>
              <a:ext uri="{FF2B5EF4-FFF2-40B4-BE49-F238E27FC236}">
                <a16:creationId xmlns:a16="http://schemas.microsoft.com/office/drawing/2014/main" id="{DECC11F6-4DF9-77AF-1A7F-A11A2D1EC35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6" name="신규표"/>
          <p:cNvGraphicFramePr>
            <a:graphicFrameLocks noGrp="1"/>
          </p:cNvGraphicFramePr>
          <p:nvPr>
            <p:extLst>
              <p:ext uri="{D42A27DB-BD31-4B8C-83A1-F6EECF244321}">
                <p14:modId xmlns:p14="http://schemas.microsoft.com/office/powerpoint/2010/main" val="1558870818"/>
              </p:ext>
            </p:extLst>
          </p:nvPr>
        </p:nvGraphicFramePr>
        <p:xfrm>
          <a:off x="457200" y="2359152"/>
          <a:ext cx="9785907" cy="4061079"/>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(안양)</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인천·부천</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8686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부천삼정동</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CBRE IM </a:t>
                      </a: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김포고촌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삼송로지스힐</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송파구장지동875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오정구오정동802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오정구삼정동15-6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고촌읍전호리662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덕양구원흥동701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덕양구오금동687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120,917평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92,278평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21,552평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60,403평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B2/10F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임대료(상온)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57,300원/평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관리비(상온)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R/F+TI(M)</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 Rent</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54,300원/평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2018년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2026년(예정)</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주임차인</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 한진등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샤넬, BGF 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오윤코리아, 세이고등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CJ대한통운(선임차)</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페덱스, GS리테일등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 GS네트웍스등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pic>
        <p:nvPicPr>
          <p:cNvPr id="27" name="Picture 26" descr="mkt45_ph0.png"/>
          <p:cNvPicPr>
            <a:picLocks noChangeAspect="1"/>
          </p:cNvPicPr>
          <p:nvPr/>
        </p:nvPicPr>
        <p:blipFill>
          <a:blip r:embed="rId3"/>
          <a:stretch>
            <a:fillRect/>
          </a:stretch>
        </p:blipFill>
        <p:spPr>
          <a:xfrm>
            <a:off x="1408176" y="2641985"/>
            <a:ext cx="914400" cy="813816"/>
          </a:xfrm>
          <a:prstGeom prst="rect">
            <a:avLst/>
          </a:prstGeom>
        </p:spPr>
      </p:pic>
      <p:pic>
        <p:nvPicPr>
          <p:cNvPr id="28" name="Picture 27" descr="mkt45_ph1.png"/>
          <p:cNvPicPr>
            <a:picLocks noChangeAspect="1"/>
          </p:cNvPicPr>
          <p:nvPr/>
        </p:nvPicPr>
        <p:blipFill>
          <a:blip r:embed="rId4"/>
          <a:stretch>
            <a:fillRect/>
          </a:stretch>
        </p:blipFill>
        <p:spPr>
          <a:xfrm>
            <a:off x="2393899" y="2641985"/>
            <a:ext cx="914400" cy="813816"/>
          </a:xfrm>
          <a:prstGeom prst="rect">
            <a:avLst/>
          </a:prstGeom>
        </p:spPr>
      </p:pic>
      <p:pic>
        <p:nvPicPr>
          <p:cNvPr id="29" name="Picture 28" descr="mkt45_ph2.png"/>
          <p:cNvPicPr>
            <a:picLocks noChangeAspect="1"/>
          </p:cNvPicPr>
          <p:nvPr/>
        </p:nvPicPr>
        <p:blipFill>
          <a:blip r:embed="rId5"/>
          <a:stretch>
            <a:fillRect/>
          </a:stretch>
        </p:blipFill>
        <p:spPr>
          <a:xfrm>
            <a:off x="3379622" y="2641985"/>
            <a:ext cx="914400" cy="813816"/>
          </a:xfrm>
          <a:prstGeom prst="rect">
            <a:avLst/>
          </a:prstGeom>
        </p:spPr>
      </p:pic>
      <p:pic>
        <p:nvPicPr>
          <p:cNvPr id="30" name="Picture 29" descr="mkt45_ph3.png"/>
          <p:cNvPicPr>
            <a:picLocks noChangeAspect="1"/>
          </p:cNvPicPr>
          <p:nvPr/>
        </p:nvPicPr>
        <p:blipFill>
          <a:blip r:embed="rId6"/>
          <a:stretch>
            <a:fillRect/>
          </a:stretch>
        </p:blipFill>
        <p:spPr>
          <a:xfrm>
            <a:off x="4365345" y="2641985"/>
            <a:ext cx="914400" cy="813816"/>
          </a:xfrm>
          <a:prstGeom prst="rect">
            <a:avLst/>
          </a:prstGeom>
        </p:spPr>
      </p:pic>
      <p:pic>
        <p:nvPicPr>
          <p:cNvPr id="31" name="Picture 30" descr="mkt45_ph4.png"/>
          <p:cNvPicPr>
            <a:picLocks noChangeAspect="1"/>
          </p:cNvPicPr>
          <p:nvPr/>
        </p:nvPicPr>
        <p:blipFill>
          <a:blip r:embed="rId7"/>
          <a:stretch>
            <a:fillRect/>
          </a:stretch>
        </p:blipFill>
        <p:spPr>
          <a:xfrm>
            <a:off x="5351068" y="2641985"/>
            <a:ext cx="914400" cy="813816"/>
          </a:xfrm>
          <a:prstGeom prst="rect">
            <a:avLst/>
          </a:prstGeom>
        </p:spPr>
      </p:pic>
      <p:pic>
        <p:nvPicPr>
          <p:cNvPr id="32" name="Picture 31" descr="mkt45_ph5.png"/>
          <p:cNvPicPr>
            <a:picLocks noChangeAspect="1"/>
          </p:cNvPicPr>
          <p:nvPr/>
        </p:nvPicPr>
        <p:blipFill>
          <a:blip r:embed="rId8"/>
          <a:stretch>
            <a:fillRect/>
          </a:stretch>
        </p:blipFill>
        <p:spPr>
          <a:xfrm>
            <a:off x="6336792" y="2641985"/>
            <a:ext cx="914400" cy="813816"/>
          </a:xfrm>
          <a:prstGeom prst="rect">
            <a:avLst/>
          </a:prstGeom>
        </p:spPr>
      </p:pic>
      <p:pic>
        <p:nvPicPr>
          <p:cNvPr id="33" name="Picture 32" descr="mkt45_ph6.png"/>
          <p:cNvPicPr>
            <a:picLocks noChangeAspect="1"/>
          </p:cNvPicPr>
          <p:nvPr/>
        </p:nvPicPr>
        <p:blipFill>
          <a:blip r:embed="rId9"/>
          <a:stretch>
            <a:fillRect/>
          </a:stretch>
        </p:blipFill>
        <p:spPr>
          <a:xfrm>
            <a:off x="7322515" y="2641985"/>
            <a:ext cx="914400" cy="813816"/>
          </a:xfrm>
          <a:prstGeom prst="rect">
            <a:avLst/>
          </a:prstGeom>
        </p:spPr>
      </p:pic>
      <p:pic>
        <p:nvPicPr>
          <p:cNvPr id="34" name="Picture 33" descr="mkt45_ph7.png"/>
          <p:cNvPicPr>
            <a:picLocks noChangeAspect="1"/>
          </p:cNvPicPr>
          <p:nvPr/>
        </p:nvPicPr>
        <p:blipFill>
          <a:blip r:embed="rId10"/>
          <a:stretch>
            <a:fillRect/>
          </a:stretch>
        </p:blipFill>
        <p:spPr>
          <a:xfrm>
            <a:off x="8308238" y="2641985"/>
            <a:ext cx="914400" cy="813816"/>
          </a:xfrm>
          <a:prstGeom prst="rect">
            <a:avLst/>
          </a:prstGeom>
        </p:spPr>
      </p:pic>
      <p:pic>
        <p:nvPicPr>
          <p:cNvPr id="35" name="Picture 34" descr="mkt45_ph8.png"/>
          <p:cNvPicPr>
            <a:picLocks noChangeAspect="1"/>
          </p:cNvPicPr>
          <p:nvPr/>
        </p:nvPicPr>
        <p:blipFill>
          <a:blip r:embed="rId11"/>
          <a:stretch>
            <a:fillRect/>
          </a:stretch>
        </p:blipFill>
        <p:spPr>
          <a:xfrm>
            <a:off x="9293961" y="2641985"/>
            <a:ext cx="914400" cy="81381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p.45 [Savills RE Strategy &amp; Solutions]</a:t>
            </a:r>
          </a:p>
        </p:txBody>
      </p:sp>
    </p:spTree>
    <p:extLst>
      <p:ext uri="{BB962C8B-B14F-4D97-AF65-F5344CB8AC3E}">
        <p14:creationId xmlns:p14="http://schemas.microsoft.com/office/powerpoint/2010/main" val="61673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거래사례</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매입가(평당 935만원)는 유사 거래사례 736~1,248만원/평 중 중하단에 위치함</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신축 Core 자산인 하남미사(1,248만원)·부천내동(1,220만원) 대비 낮은 수준으로 적정 매입가 범위(891~1,014만원) 내</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2" name="신규표"/>
          <p:cNvGraphicFramePr>
            <a:graphicFrameLocks noGrp="1"/>
          </p:cNvGraphicFramePr>
          <p:nvPr>
            <p:extLst>
              <p:ext uri="{D42A27DB-BD31-4B8C-83A1-F6EECF244321}">
                <p14:modId xmlns:p14="http://schemas.microsoft.com/office/powerpoint/2010/main" val="1427780768"/>
              </p:ext>
            </p:extLst>
          </p:nvPr>
        </p:nvGraphicFramePr>
        <p:xfrm>
          <a:off x="457200" y="2359152"/>
          <a:ext cx="9785907" cy="4208018"/>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 (본건)</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7315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하남미사지구유통업무설비시설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별내ONE</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SSG닷컴네오003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MQ로지스큐브김포고촌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모우김포물류센터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김포성광물류센터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별내동798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14,700평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9,075평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거래시점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Q3/2026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Q4/2024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매매가격(억원)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1,082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평당가(만원/평)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960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 Rate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5.16%</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코크렙안양PFV</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골드파라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옳은생각</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미래인</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케이티엘</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DWS자산운용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매수자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[신설예정리츠]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하남엣지센터PFV</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화성산업</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그래비티자산운용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대원씨티에스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페블스톤자산운용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2016년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23" name="Picture 22" descr="mkt46_ph0.png"/>
          <p:cNvPicPr>
            <a:picLocks noChangeAspect="1"/>
          </p:cNvPicPr>
          <p:nvPr/>
        </p:nvPicPr>
        <p:blipFill>
          <a:blip r:embed="rId3"/>
          <a:stretch>
            <a:fillRect/>
          </a:stretch>
        </p:blipFill>
        <p:spPr>
          <a:xfrm>
            <a:off x="1408176" y="2779145"/>
            <a:ext cx="914400" cy="676656"/>
          </a:xfrm>
          <a:prstGeom prst="rect">
            <a:avLst/>
          </a:prstGeom>
        </p:spPr>
      </p:pic>
      <p:pic>
        <p:nvPicPr>
          <p:cNvPr id="24" name="Picture 23" descr="mkt46_ph1.png"/>
          <p:cNvPicPr>
            <a:picLocks noChangeAspect="1"/>
          </p:cNvPicPr>
          <p:nvPr/>
        </p:nvPicPr>
        <p:blipFill>
          <a:blip r:embed="rId4"/>
          <a:stretch>
            <a:fillRect/>
          </a:stretch>
        </p:blipFill>
        <p:spPr>
          <a:xfrm>
            <a:off x="2393899" y="2779145"/>
            <a:ext cx="914400" cy="676656"/>
          </a:xfrm>
          <a:prstGeom prst="rect">
            <a:avLst/>
          </a:prstGeom>
        </p:spPr>
      </p:pic>
      <p:pic>
        <p:nvPicPr>
          <p:cNvPr id="25" name="Picture 24" descr="mkt46_ph2.png"/>
          <p:cNvPicPr>
            <a:picLocks noChangeAspect="1"/>
          </p:cNvPicPr>
          <p:nvPr/>
        </p:nvPicPr>
        <p:blipFill>
          <a:blip r:embed="rId5"/>
          <a:stretch>
            <a:fillRect/>
          </a:stretch>
        </p:blipFill>
        <p:spPr>
          <a:xfrm>
            <a:off x="3379622" y="2779145"/>
            <a:ext cx="914400" cy="676656"/>
          </a:xfrm>
          <a:prstGeom prst="rect">
            <a:avLst/>
          </a:prstGeom>
        </p:spPr>
      </p:pic>
      <p:pic>
        <p:nvPicPr>
          <p:cNvPr id="26" name="Picture 25" descr="mkt46_ph3.png"/>
          <p:cNvPicPr>
            <a:picLocks noChangeAspect="1"/>
          </p:cNvPicPr>
          <p:nvPr/>
        </p:nvPicPr>
        <p:blipFill>
          <a:blip r:embed="rId6"/>
          <a:stretch>
            <a:fillRect/>
          </a:stretch>
        </p:blipFill>
        <p:spPr>
          <a:xfrm>
            <a:off x="4365345" y="2779145"/>
            <a:ext cx="914400" cy="676656"/>
          </a:xfrm>
          <a:prstGeom prst="rect">
            <a:avLst/>
          </a:prstGeom>
        </p:spPr>
      </p:pic>
      <p:pic>
        <p:nvPicPr>
          <p:cNvPr id="27" name="Picture 26" descr="mkt46_ph4.png"/>
          <p:cNvPicPr>
            <a:picLocks noChangeAspect="1"/>
          </p:cNvPicPr>
          <p:nvPr/>
        </p:nvPicPr>
        <p:blipFill>
          <a:blip r:embed="rId7"/>
          <a:stretch>
            <a:fillRect/>
          </a:stretch>
        </p:blipFill>
        <p:spPr>
          <a:xfrm>
            <a:off x="5351068" y="2779145"/>
            <a:ext cx="914400" cy="676656"/>
          </a:xfrm>
          <a:prstGeom prst="rect">
            <a:avLst/>
          </a:prstGeom>
        </p:spPr>
      </p:pic>
      <p:pic>
        <p:nvPicPr>
          <p:cNvPr id="28" name="Picture 27" descr="mkt46_ph5.png"/>
          <p:cNvPicPr>
            <a:picLocks noChangeAspect="1"/>
          </p:cNvPicPr>
          <p:nvPr/>
        </p:nvPicPr>
        <p:blipFill>
          <a:blip r:embed="rId8"/>
          <a:stretch>
            <a:fillRect/>
          </a:stretch>
        </p:blipFill>
        <p:spPr>
          <a:xfrm>
            <a:off x="6336792" y="2779145"/>
            <a:ext cx="914400" cy="676656"/>
          </a:xfrm>
          <a:prstGeom prst="rect">
            <a:avLst/>
          </a:prstGeom>
        </p:spPr>
      </p:pic>
      <p:pic>
        <p:nvPicPr>
          <p:cNvPr id="29" name="Picture 28" descr="mkt46_ph6.png"/>
          <p:cNvPicPr>
            <a:picLocks noChangeAspect="1"/>
          </p:cNvPicPr>
          <p:nvPr/>
        </p:nvPicPr>
        <p:blipFill>
          <a:blip r:embed="rId9"/>
          <a:stretch>
            <a:fillRect/>
          </a:stretch>
        </p:blipFill>
        <p:spPr>
          <a:xfrm>
            <a:off x="7322515" y="2779145"/>
            <a:ext cx="914400" cy="676656"/>
          </a:xfrm>
          <a:prstGeom prst="rect">
            <a:avLst/>
          </a:prstGeom>
        </p:spPr>
      </p:pic>
      <p:pic>
        <p:nvPicPr>
          <p:cNvPr id="30" name="Picture 29" descr="mkt46_ph7.png"/>
          <p:cNvPicPr>
            <a:picLocks noChangeAspect="1"/>
          </p:cNvPicPr>
          <p:nvPr/>
        </p:nvPicPr>
        <p:blipFill>
          <a:blip r:embed="rId10"/>
          <a:stretch>
            <a:fillRect/>
          </a:stretch>
        </p:blipFill>
        <p:spPr>
          <a:xfrm>
            <a:off x="8308238" y="2779145"/>
            <a:ext cx="914400" cy="676656"/>
          </a:xfrm>
          <a:prstGeom prst="rect">
            <a:avLst/>
          </a:prstGeom>
        </p:spPr>
      </p:pic>
      <p:pic>
        <p:nvPicPr>
          <p:cNvPr id="31" name="Picture 30" descr="mkt46_ph8.png"/>
          <p:cNvPicPr>
            <a:picLocks noChangeAspect="1"/>
          </p:cNvPicPr>
          <p:nvPr/>
        </p:nvPicPr>
        <p:blipFill>
          <a:blip r:embed="rId11"/>
          <a:stretch>
            <a:fillRect/>
          </a:stretch>
        </p:blipFill>
        <p:spPr>
          <a:xfrm>
            <a:off x="9293961" y="2779145"/>
            <a:ext cx="914400" cy="67665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p.46 [Savills RE Strategy &amp; Solutions]. 본건 Cap. Rate 5.16%는 시장조사 산정 기준</a:t>
            </a: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적정 임대가 산정 (비교사례 보정 및 시장 상승률 2.5% 반영)</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적정 Eff.Rent는 2026년 기준 6.14만원/평으로 현 5.8만원 대비 약 6% 상승 여력</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 매입가 범위 891~1,014만원/평 (본건 935만원), 투자적정성 검토 Exit Cap 5.20%·매각대금 3,667억원</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lang="en-US" altLang="ko-KR" sz="1100" b="1"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임대료 및 매매가</a:t>
            </a:r>
          </a:p>
        </p:txBody>
      </p:sp>
      <p:graphicFrame>
        <p:nvGraphicFramePr>
          <p:cNvPr id="22" name="신규표"/>
          <p:cNvGraphicFramePr>
            <a:graphicFrameLocks noGrp="1"/>
          </p:cNvGraphicFramePr>
          <p:nvPr>
            <p:extLst>
              <p:ext uri="{D42A27DB-BD31-4B8C-83A1-F6EECF244321}">
                <p14:modId xmlns:p14="http://schemas.microsoft.com/office/powerpoint/2010/main" val="4157957742"/>
              </p:ext>
            </p:extLst>
          </p:nvPr>
        </p:nvGraphicFramePr>
        <p:xfrm>
          <a:off x="457200" y="2359152"/>
          <a:ext cx="9784080" cy="1645920"/>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서울복합물류센터</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부천내동물류센터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CBRE IM 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삼송 로지스힐</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① 보정 전 Eff.Rent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② 보정치 합계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③ 적용 보정치 값 [1-②]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④ 보정 후 Eff.Rent (원/평) [①×③]</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62,400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63,665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55,438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자산 적정 Eff.Rent ('26)</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4">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61,463 (비교사례 평균)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23" name="신규표"/>
          <p:cNvGraphicFramePr>
            <a:graphicFrameLocks noGrp="1"/>
          </p:cNvGraphicFramePr>
          <p:nvPr>
            <p:extLst>
              <p:ext uri="{D42A27DB-BD31-4B8C-83A1-F6EECF244321}">
                <p14:modId xmlns:p14="http://schemas.microsoft.com/office/powerpoint/2010/main" val="3069406213"/>
              </p:ext>
            </p:extLst>
          </p:nvPr>
        </p:nvGraphicFramePr>
        <p:xfrm>
          <a:off x="457200" y="4160520"/>
          <a:ext cx="9784080" cy="548640"/>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2027년</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2028년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2029년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2030년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예상 E.NOC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64,575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66,189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67,844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24" name="Picture 23" descr="mkt52_range.png"/>
          <p:cNvPicPr>
            <a:picLocks noChangeAspect="1"/>
          </p:cNvPicPr>
          <p:nvPr/>
        </p:nvPicPr>
        <p:blipFill>
          <a:blip r:embed="rId2"/>
          <a:stretch>
            <a:fillRect/>
          </a:stretch>
        </p:blipFill>
        <p:spPr>
          <a:xfrm>
            <a:off x="457200" y="4997452"/>
            <a:ext cx="9784080" cy="1554693"/>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p.52~53, p.55 종합의견 [Savills RE Strategy &amp; Solutions]. 임대료 상승은 예상치이며 확정된 것이 아님</a:t>
            </a: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832B-60D6-C9B9-CB4E-833B36918A43}"/>
            </a:ext>
          </a:extLst>
        </p:cNvPr>
        <p:cNvGrpSpPr/>
        <p:nvPr/>
      </p:nvGrpSpPr>
      <p:grpSpPr>
        <a:xfrm>
          <a:off x="0" y="0"/>
          <a:ext cx="0" cy="0"/>
          <a:chOff x="0" y="0"/>
          <a:chExt cx="0" cy="0"/>
        </a:xfrm>
      </p:grpSpPr>
      <p:grpSp>
        <p:nvGrpSpPr>
          <p:cNvPr id="27" name="그룹 26">
            <a:extLst>
              <a:ext uri="{FF2B5EF4-FFF2-40B4-BE49-F238E27FC236}">
                <a16:creationId xmlns:a16="http://schemas.microsoft.com/office/drawing/2014/main" id="{0B7A0EF2-11A4-5303-7D0F-F10A22734B6D}"/>
              </a:ext>
            </a:extLst>
          </p:cNvPr>
          <p:cNvGrpSpPr/>
          <p:nvPr/>
        </p:nvGrpSpPr>
        <p:grpSpPr>
          <a:xfrm>
            <a:off x="458887" y="1987916"/>
            <a:ext cx="9783663" cy="247712"/>
            <a:chOff x="417444" y="1605420"/>
            <a:chExt cx="8983731" cy="247712"/>
          </a:xfrm>
        </p:grpSpPr>
        <p:sp>
          <p:nvSpPr>
            <p:cNvPr id="28" name="직사각형 27">
              <a:extLst>
                <a:ext uri="{FF2B5EF4-FFF2-40B4-BE49-F238E27FC236}">
                  <a16:creationId xmlns:a16="http://schemas.microsoft.com/office/drawing/2014/main" id="{03C3028E-D1D6-8337-FE7D-965D788B0D8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9" name="직선 연결선 28">
              <a:extLst>
                <a:ext uri="{FF2B5EF4-FFF2-40B4-BE49-F238E27FC236}">
                  <a16:creationId xmlns:a16="http://schemas.microsoft.com/office/drawing/2014/main" id="{BB256044-D1CF-08E1-EF9D-2DC577BB99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0" name="자유형 29">
              <a:extLst>
                <a:ext uri="{FF2B5EF4-FFF2-40B4-BE49-F238E27FC236}">
                  <a16:creationId xmlns:a16="http://schemas.microsoft.com/office/drawing/2014/main" id="{9B170316-2FB3-49A9-5FF5-1CF28F5B85A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1" name="자유형 30">
              <a:extLst>
                <a:ext uri="{FF2B5EF4-FFF2-40B4-BE49-F238E27FC236}">
                  <a16:creationId xmlns:a16="http://schemas.microsoft.com/office/drawing/2014/main" id="{059CE03E-1DE1-E649-5AB1-BB2EA24F150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A76B5CE3-3FF4-439A-8EB7-984A718A1B0D}"/>
                </a:ext>
              </a:extLst>
            </p:cNvPr>
            <p:cNvSpPr txBox="1"/>
            <p:nvPr/>
          </p:nvSpPr>
          <p:spPr>
            <a:xfrm>
              <a:off x="417444" y="1652332"/>
              <a:ext cx="52944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개요 </a:t>
              </a:r>
            </a:p>
          </p:txBody>
        </p:sp>
      </p:grpSp>
      <p:sp>
        <p:nvSpPr>
          <p:cNvPr id="16" name="TextBox 15">
            <a:extLst>
              <a:ext uri="{FF2B5EF4-FFF2-40B4-BE49-F238E27FC236}">
                <a16:creationId xmlns:a16="http://schemas.microsoft.com/office/drawing/2014/main" id="{2487BED2-E014-55C5-6F10-8624BCE7B2A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BAA1E22D-5302-9824-B0E6-5023C667FD1B}"/>
              </a:ext>
            </a:extLst>
          </p:cNvPr>
          <p:cNvSpPr txBox="1"/>
          <p:nvPr/>
        </p:nvSpPr>
        <p:spPr>
          <a:xfrm>
            <a:off x="283368" y="6813808"/>
            <a:ext cx="3190297" cy="21544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자산가액: 부동산 장부가액 2,889억원 및 여유현금 100억원 예정 / 수익률·보수는 재무모델 2026-09-15 인가ver(v02) 기준 (Equity 전체 IRR: IM 탭 전체기준 10.33%, A&amp;R 민감도 Base 10.34%)</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 name="표 7">
            <a:extLst>
              <a:ext uri="{FF2B5EF4-FFF2-40B4-BE49-F238E27FC236}">
                <a16:creationId xmlns:a16="http://schemas.microsoft.com/office/drawing/2014/main" id="{6CE6AAC0-335E-F0D0-5BCF-E254F8EFD3F2}"/>
              </a:ext>
            </a:extLst>
          </p:cNvPr>
          <p:cNvGraphicFramePr>
            <a:graphicFrameLocks noGrp="1"/>
          </p:cNvGraphicFramePr>
          <p:nvPr>
            <p:extLst>
              <p:ext uri="{D42A27DB-BD31-4B8C-83A1-F6EECF244321}">
                <p14:modId xmlns:p14="http://schemas.microsoft.com/office/powerpoint/2010/main" val="2506700302"/>
              </p:ext>
            </p:extLst>
          </p:nvPr>
        </p:nvGraphicFramePr>
        <p:xfrm>
          <a:off x="520700" y="2357352"/>
          <a:ext cx="9721850" cy="4346412"/>
        </p:xfrm>
        <a:graphic>
          <a:graphicData uri="http://schemas.openxmlformats.org/drawingml/2006/table">
            <a:tbl>
              <a:tblPr>
                <a:tableStyleId>{5940675A-B579-460E-94D1-54222C63F5DA}</a:tableStyleId>
              </a:tblPr>
              <a:tblGrid>
                <a:gridCol w="1258105">
                  <a:extLst>
                    <a:ext uri="{9D8B030D-6E8A-4147-A177-3AD203B41FA5}">
                      <a16:colId xmlns:a16="http://schemas.microsoft.com/office/drawing/2014/main" val="20000"/>
                    </a:ext>
                  </a:extLst>
                </a:gridCol>
                <a:gridCol w="8463745">
                  <a:extLst>
                    <a:ext uri="{9D8B030D-6E8A-4147-A177-3AD203B41FA5}">
                      <a16:colId xmlns:a16="http://schemas.microsoft.com/office/drawing/2014/main" val="20001"/>
                    </a:ext>
                  </a:extLst>
                </a:gridCol>
              </a:tblGrid>
              <a:tr h="269717">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246145">
                <a:tc>
                  <a:txBody>
                    <a:bodyPr/>
                    <a:lstStyle/>
                    <a:p>
                      <a:pPr algn="ctr" latinLnBrk="1">
                        <a:buNone/>
                      </a:pP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가칭</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케이라이프로지스</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24614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246145">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투자기간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43762827"/>
                  </a:ext>
                </a:extLst>
              </a:tr>
              <a:tr h="246145">
                <a:tc>
                  <a:txBody>
                    <a:bodyPr/>
                    <a:lstStyle/>
                    <a:p>
                      <a:pPr algn="ct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부동산</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620247124"/>
                  </a:ext>
                </a:extLst>
              </a:tr>
              <a:tr h="246145">
                <a:tc>
                  <a:txBody>
                    <a:bodyPr/>
                    <a:lstStyle/>
                    <a:p>
                      <a:pPr algn="ctr" latinLnBrk="1">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금액</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2,989억원 (Equity : 988억원, 담보대출 : 1,980억원, 보증금 : 21억원)</a:t>
                      </a:r>
                      <a:endPar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24614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70103635"/>
                  </a:ext>
                </a:extLst>
              </a:tr>
              <a:tr h="83582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5"/>
                  </a:ext>
                </a:extLst>
              </a:tr>
              <a:tr h="756000">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매각보수</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6"/>
                  </a:ext>
                </a:extLst>
              </a:tr>
              <a:tr h="100800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예상수익률</a:t>
                      </a:r>
                      <a:endParaRPr lang="en-US" altLang="ko-KR" sz="1000" baseline="30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44480993"/>
                  </a:ext>
                </a:extLst>
              </a:tr>
            </a:tbl>
          </a:graphicData>
        </a:graphic>
      </p:graphicFrame>
      <p:graphicFrame>
        <p:nvGraphicFramePr>
          <p:cNvPr id="9" name="표 8">
            <a:extLst>
              <a:ext uri="{FF2B5EF4-FFF2-40B4-BE49-F238E27FC236}">
                <a16:creationId xmlns:a16="http://schemas.microsoft.com/office/drawing/2014/main" id="{19CE311A-C922-993F-A224-3D7CB262F514}"/>
              </a:ext>
            </a:extLst>
          </p:cNvPr>
          <p:cNvGraphicFramePr>
            <a:graphicFrameLocks noGrp="1"/>
          </p:cNvGraphicFramePr>
          <p:nvPr>
            <p:extLst>
              <p:ext uri="{D42A27DB-BD31-4B8C-83A1-F6EECF244321}">
                <p14:modId xmlns:p14="http://schemas.microsoft.com/office/powerpoint/2010/main" val="3292097306"/>
              </p:ext>
            </p:extLst>
          </p:nvPr>
        </p:nvGraphicFramePr>
        <p:xfrm>
          <a:off x="1903236" y="4199246"/>
          <a:ext cx="8223772" cy="648000"/>
        </p:xfrm>
        <a:graphic>
          <a:graphicData uri="http://schemas.openxmlformats.org/drawingml/2006/table">
            <a:tbl>
              <a:tblPr>
                <a:tableStyleId>{5940675A-B579-460E-94D1-54222C63F5DA}</a:tableStyleId>
              </a:tblPr>
              <a:tblGrid>
                <a:gridCol w="1093276">
                  <a:extLst>
                    <a:ext uri="{9D8B030D-6E8A-4147-A177-3AD203B41FA5}">
                      <a16:colId xmlns:a16="http://schemas.microsoft.com/office/drawing/2014/main" val="20000"/>
                    </a:ext>
                  </a:extLst>
                </a:gridCol>
                <a:gridCol w="1782624">
                  <a:extLst>
                    <a:ext uri="{9D8B030D-6E8A-4147-A177-3AD203B41FA5}">
                      <a16:colId xmlns:a16="http://schemas.microsoft.com/office/drawing/2014/main" val="20001"/>
                    </a:ext>
                  </a:extLst>
                </a:gridCol>
                <a:gridCol w="1782624">
                  <a:extLst>
                    <a:ext uri="{9D8B030D-6E8A-4147-A177-3AD203B41FA5}">
                      <a16:colId xmlns:a16="http://schemas.microsoft.com/office/drawing/2014/main" val="20002"/>
                    </a:ext>
                  </a:extLst>
                </a:gridCol>
                <a:gridCol w="1782624">
                  <a:extLst>
                    <a:ext uri="{9D8B030D-6E8A-4147-A177-3AD203B41FA5}">
                      <a16:colId xmlns:a16="http://schemas.microsoft.com/office/drawing/2014/main" val="20003"/>
                    </a:ext>
                  </a:extLst>
                </a:gridCol>
                <a:gridCol w="1782624">
                  <a:extLst>
                    <a:ext uri="{9D8B030D-6E8A-4147-A177-3AD203B41FA5}">
                      <a16:colId xmlns:a16="http://schemas.microsoft.com/office/drawing/2014/main" val="20004"/>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운용수수료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 등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1,350</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667백만원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38백만원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96백만원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매입가의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a:t>
                      </a:r>
                      <a:r>
                        <a:rPr lang="en-US" altLang="ko-KR" sz="1000" b="0" i="0" u="none" strike="noStrike" baseline="30000" dirty="0">
                          <a:solidFill>
                            <a:srgbClr val="000000"/>
                          </a:solidFill>
                          <a:effectLst/>
                          <a:latin typeface="KoPubWorld돋움체 Medium" panose="00000600000000000000" pitchFamily="2" charset="-127"/>
                          <a:ea typeface="KoPubWorld돋움체 Medium" panose="00000600000000000000" pitchFamily="2" charset="-127"/>
                        </a:rPr>
                        <a:t>1)</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의 연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0.223%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자산가액의 연 0.013%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일식</a:t>
                      </a:r>
                      <a:endPar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0" name="표 9">
            <a:extLst>
              <a:ext uri="{FF2B5EF4-FFF2-40B4-BE49-F238E27FC236}">
                <a16:creationId xmlns:a16="http://schemas.microsoft.com/office/drawing/2014/main" id="{21B91C70-DC81-9262-68E9-DD11C76EE141}"/>
              </a:ext>
            </a:extLst>
          </p:cNvPr>
          <p:cNvGraphicFramePr>
            <a:graphicFrameLocks noGrp="1"/>
          </p:cNvGraphicFramePr>
          <p:nvPr>
            <p:extLst>
              <p:ext uri="{D42A27DB-BD31-4B8C-83A1-F6EECF244321}">
                <p14:modId xmlns:p14="http://schemas.microsoft.com/office/powerpoint/2010/main" val="2991819701"/>
              </p:ext>
            </p:extLst>
          </p:nvPr>
        </p:nvGraphicFramePr>
        <p:xfrm>
          <a:off x="1903236" y="5003506"/>
          <a:ext cx="8223770" cy="648000"/>
        </p:xfrm>
        <a:graphic>
          <a:graphicData uri="http://schemas.openxmlformats.org/drawingml/2006/table">
            <a:tbl>
              <a:tblPr>
                <a:tableStyleId>{5940675A-B579-460E-94D1-54222C63F5DA}</a:tableStyleId>
              </a:tblPr>
              <a:tblGrid>
                <a:gridCol w="1290118">
                  <a:extLst>
                    <a:ext uri="{9D8B030D-6E8A-4147-A177-3AD203B41FA5}">
                      <a16:colId xmlns:a16="http://schemas.microsoft.com/office/drawing/2014/main" val="20000"/>
                    </a:ext>
                  </a:extLst>
                </a:gridCol>
                <a:gridCol w="2518229">
                  <a:extLst>
                    <a:ext uri="{9D8B030D-6E8A-4147-A177-3AD203B41FA5}">
                      <a16:colId xmlns:a16="http://schemas.microsoft.com/office/drawing/2014/main" val="20001"/>
                    </a:ext>
                  </a:extLst>
                </a:gridCol>
                <a:gridCol w="4415423">
                  <a:extLst>
                    <a:ext uri="{9D8B030D-6E8A-4147-A177-3AD203B41FA5}">
                      <a16:colId xmlns:a16="http://schemas.microsoft.com/office/drawing/2014/main" val="20002"/>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매각가정</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10</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운영 후 매각 시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Ter. Cap. 4.9%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매각금액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포함</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11" name="표 10">
            <a:extLst>
              <a:ext uri="{FF2B5EF4-FFF2-40B4-BE49-F238E27FC236}">
                <a16:creationId xmlns:a16="http://schemas.microsoft.com/office/drawing/2014/main" id="{98F63377-F648-8696-7BFB-3E01E7F98071}"/>
              </a:ext>
            </a:extLst>
          </p:cNvPr>
          <p:cNvGraphicFramePr>
            <a:graphicFrameLocks noGrp="1"/>
          </p:cNvGraphicFramePr>
          <p:nvPr>
            <p:extLst>
              <p:ext uri="{D42A27DB-BD31-4B8C-83A1-F6EECF244321}">
                <p14:modId xmlns:p14="http://schemas.microsoft.com/office/powerpoint/2010/main" val="4023389073"/>
              </p:ext>
            </p:extLst>
          </p:nvPr>
        </p:nvGraphicFramePr>
        <p:xfrm>
          <a:off x="1903236" y="5744310"/>
          <a:ext cx="8223772" cy="864000"/>
        </p:xfrm>
        <a:graphic>
          <a:graphicData uri="http://schemas.openxmlformats.org/drawingml/2006/table">
            <a:tbl>
              <a:tblPr>
                <a:tableStyleId>{5940675A-B579-460E-94D1-54222C63F5DA}</a:tableStyleId>
              </a:tblPr>
              <a:tblGrid>
                <a:gridCol w="1811802">
                  <a:extLst>
                    <a:ext uri="{9D8B030D-6E8A-4147-A177-3AD203B41FA5}">
                      <a16:colId xmlns:a16="http://schemas.microsoft.com/office/drawing/2014/main" val="20000"/>
                    </a:ext>
                  </a:extLst>
                </a:gridCol>
                <a:gridCol w="1282394">
                  <a:extLst>
                    <a:ext uri="{9D8B030D-6E8A-4147-A177-3AD203B41FA5}">
                      <a16:colId xmlns:a16="http://schemas.microsoft.com/office/drawing/2014/main" val="20001"/>
                    </a:ext>
                  </a:extLst>
                </a:gridCol>
                <a:gridCol w="1282394">
                  <a:extLst>
                    <a:ext uri="{9D8B030D-6E8A-4147-A177-3AD203B41FA5}">
                      <a16:colId xmlns:a16="http://schemas.microsoft.com/office/drawing/2014/main" val="20002"/>
                    </a:ext>
                  </a:extLst>
                </a:gridCol>
                <a:gridCol w="1282394">
                  <a:extLst>
                    <a:ext uri="{9D8B030D-6E8A-4147-A177-3AD203B41FA5}">
                      <a16:colId xmlns:a16="http://schemas.microsoft.com/office/drawing/2014/main" val="1502381717"/>
                    </a:ext>
                  </a:extLst>
                </a:gridCol>
                <a:gridCol w="1282394">
                  <a:extLst>
                    <a:ext uri="{9D8B030D-6E8A-4147-A177-3AD203B41FA5}">
                      <a16:colId xmlns:a16="http://schemas.microsoft.com/office/drawing/2014/main" val="20003"/>
                    </a:ext>
                  </a:extLst>
                </a:gridCol>
                <a:gridCol w="1282394">
                  <a:extLst>
                    <a:ext uri="{9D8B030D-6E8A-4147-A177-3AD203B41FA5}">
                      <a16:colId xmlns:a16="http://schemas.microsoft.com/office/drawing/2014/main" val="3079392510"/>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 </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제외</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6.10%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33.49%</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12.77%</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50144245"/>
                  </a:ext>
                </a:extLst>
              </a:tr>
              <a:tr h="216000">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IRR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10.33%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FFC32388-2247-00EF-AEFA-7B0F1A3B6C1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Equity 전체 연평균 CoC 6.10%(매각차익 제외), IRR 10.33% 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1종 CoC 7.00%·IRR 7.12%, 2종 CoC 7.50%·IRR 9.24%, 보통주 CoC 0.75%·IRR 16.44%</a:t>
            </a:r>
            <a:endParaRPr lang="en-US" altLang="ko-KR" sz="1600" dirty="0">
              <a:solidFill>
                <a:schemeClr val="tx1"/>
              </a:solidFill>
            </a:endParaRPr>
          </a:p>
        </p:txBody>
      </p:sp>
    </p:spTree>
    <p:extLst>
      <p:ext uri="{BB962C8B-B14F-4D97-AF65-F5344CB8AC3E}">
        <p14:creationId xmlns:p14="http://schemas.microsoft.com/office/powerpoint/2010/main" val="4259544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 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en-US" altLang="ko-KR"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공모예외기관(KLI리츠)이 발기인으로 자리츠를 설립한 뒤 증자로 Equity를 모집하는 구조임</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매도인(코크렙안양PFV)으로부터 소유권 이전, AMC 코람코자산신탁·자산보관·사무수탁회사와 위탁계약</a:t>
            </a:r>
          </a:p>
        </p:txBody>
      </p:sp>
      <p:pic>
        <p:nvPicPr>
          <p:cNvPr id="13" name="Picture 12" descr="im06_diagram.png"/>
          <p:cNvPicPr>
            <a:picLocks noChangeAspect="1"/>
          </p:cNvPicPr>
          <p:nvPr/>
        </p:nvPicPr>
        <p:blipFill>
          <a:blip r:embed="rId2"/>
          <a:stretch>
            <a:fillRect/>
          </a:stretch>
        </p:blipFill>
        <p:spPr>
          <a:xfrm>
            <a:off x="960154" y="2359152"/>
            <a:ext cx="8778240" cy="433442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안양물류센터 Information Memorandum(2026.09) p.5 사업 구조도</a:t>
            </a: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사업구조도 및 투자구조도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F49F6BE4-C04C-3385-3F80-BBA2AC57CD60}"/>
              </a:ext>
            </a:extLst>
          </p:cNvPr>
          <p:cNvGrpSpPr/>
          <p:nvPr/>
        </p:nvGrpSpPr>
        <p:grpSpPr>
          <a:xfrm>
            <a:off x="499672" y="3149133"/>
            <a:ext cx="4456977" cy="3007322"/>
            <a:chOff x="636901" y="2416350"/>
            <a:chExt cx="4456977" cy="3308054"/>
          </a:xfrm>
        </p:grpSpPr>
        <p:sp>
          <p:nvSpPr>
            <p:cNvPr id="15" name="직사각형 14">
              <a:extLst>
                <a:ext uri="{FF2B5EF4-FFF2-40B4-BE49-F238E27FC236}">
                  <a16:creationId xmlns:a16="http://schemas.microsoft.com/office/drawing/2014/main" id="{091D6B1E-E947-CAA3-43B9-C9D98C8E729C}"/>
                </a:ext>
              </a:extLst>
            </p:cNvPr>
            <p:cNvSpPr/>
            <p:nvPr/>
          </p:nvSpPr>
          <p:spPr>
            <a:xfrm>
              <a:off x="2997839" y="5258427"/>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17" name="그룹 16">
              <a:extLst>
                <a:ext uri="{FF2B5EF4-FFF2-40B4-BE49-F238E27FC236}">
                  <a16:creationId xmlns:a16="http://schemas.microsoft.com/office/drawing/2014/main" id="{808BC2FD-24DC-05E6-4A60-F88B594C29D8}"/>
                </a:ext>
              </a:extLst>
            </p:cNvPr>
            <p:cNvGrpSpPr/>
            <p:nvPr/>
          </p:nvGrpSpPr>
          <p:grpSpPr>
            <a:xfrm>
              <a:off x="2214397" y="4515057"/>
              <a:ext cx="1622517" cy="501350"/>
              <a:chOff x="2184295" y="5196398"/>
              <a:chExt cx="1622517" cy="501350"/>
            </a:xfrm>
          </p:grpSpPr>
          <p:cxnSp>
            <p:nvCxnSpPr>
              <p:cNvPr id="56" name="직선 화살표 연결선 55">
                <a:extLst>
                  <a:ext uri="{FF2B5EF4-FFF2-40B4-BE49-F238E27FC236}">
                    <a16:creationId xmlns:a16="http://schemas.microsoft.com/office/drawing/2014/main" id="{9A0E8DFC-574C-C7DA-0423-CCABE43832B2}"/>
                  </a:ext>
                </a:extLst>
              </p:cNvPr>
              <p:cNvCxnSpPr/>
              <p:nvPr/>
            </p:nvCxnSpPr>
            <p:spPr>
              <a:xfrm>
                <a:off x="2823877" y="5196398"/>
                <a:ext cx="0" cy="49926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06D0C4FA-E3D4-246C-9857-E65940A06A12}"/>
                  </a:ext>
                </a:extLst>
              </p:cNvPr>
              <p:cNvCxnSpPr/>
              <p:nvPr/>
            </p:nvCxnSpPr>
            <p:spPr>
              <a:xfrm>
                <a:off x="2938030" y="5196398"/>
                <a:ext cx="0" cy="499261"/>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8" name="직사각형 57">
                <a:extLst>
                  <a:ext uri="{FF2B5EF4-FFF2-40B4-BE49-F238E27FC236}">
                    <a16:creationId xmlns:a16="http://schemas.microsoft.com/office/drawing/2014/main" id="{D80671B6-ECCF-DE94-4F98-AD193FF6BFEF}"/>
                  </a:ext>
                </a:extLst>
              </p:cNvPr>
              <p:cNvSpPr/>
              <p:nvPr/>
            </p:nvSpPr>
            <p:spPr>
              <a:xfrm>
                <a:off x="2184295" y="5338316"/>
                <a:ext cx="588623" cy="230832"/>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매각대금</a:t>
                </a:r>
              </a:p>
            </p:txBody>
          </p:sp>
          <p:sp>
            <p:nvSpPr>
              <p:cNvPr id="59" name="직사각형 58">
                <a:extLst>
                  <a:ext uri="{FF2B5EF4-FFF2-40B4-BE49-F238E27FC236}">
                    <a16:creationId xmlns:a16="http://schemas.microsoft.com/office/drawing/2014/main" id="{DD8C7C1A-6500-9A11-FEA3-46DE1C5ACDA9}"/>
                  </a:ext>
                </a:extLst>
              </p:cNvPr>
              <p:cNvSpPr/>
              <p:nvPr/>
            </p:nvSpPr>
            <p:spPr>
              <a:xfrm>
                <a:off x="2948885" y="5291483"/>
                <a:ext cx="857927" cy="406265"/>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소유권이전 및 </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임대차승계</a:t>
                </a:r>
              </a:p>
            </p:txBody>
          </p:sp>
        </p:grpSp>
        <p:sp>
          <p:nvSpPr>
            <p:cNvPr id="18" name="자유형 93">
              <a:extLst>
                <a:ext uri="{FF2B5EF4-FFF2-40B4-BE49-F238E27FC236}">
                  <a16:creationId xmlns:a16="http://schemas.microsoft.com/office/drawing/2014/main" id="{75F2211E-5DAE-234F-207C-65B364C7F305}"/>
                </a:ext>
              </a:extLst>
            </p:cNvPr>
            <p:cNvSpPr/>
            <p:nvPr/>
          </p:nvSpPr>
          <p:spPr>
            <a:xfrm>
              <a:off x="2305212" y="5092528"/>
              <a:ext cx="1157890" cy="631876"/>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F705358C-646E-3B50-2301-86F424A2CC6F}"/>
                </a:ext>
              </a:extLst>
            </p:cNvPr>
            <p:cNvSpPr/>
            <p:nvPr/>
          </p:nvSpPr>
          <p:spPr>
            <a:xfrm>
              <a:off x="2433728" y="5258779"/>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E467ED52-A58C-4759-E492-AF24FA8A266F}"/>
                </a:ext>
              </a:extLst>
            </p:cNvPr>
            <p:cNvSpPr/>
            <p:nvPr/>
          </p:nvSpPr>
          <p:spPr>
            <a:xfrm>
              <a:off x="2389164" y="5109120"/>
              <a:ext cx="1031688"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a:t>
              </a:r>
              <a:endPar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1" name="직사각형 20">
              <a:extLst>
                <a:ext uri="{FF2B5EF4-FFF2-40B4-BE49-F238E27FC236}">
                  <a16:creationId xmlns:a16="http://schemas.microsoft.com/office/drawing/2014/main" id="{C901DA90-B562-0A03-0A6D-8DC6964A2B45}"/>
                </a:ext>
              </a:extLst>
            </p:cNvPr>
            <p:cNvSpPr/>
            <p:nvPr/>
          </p:nvSpPr>
          <p:spPr>
            <a:xfrm>
              <a:off x="4202498" y="3868041"/>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자산보관사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직사각형 21">
              <a:extLst>
                <a:ext uri="{FF2B5EF4-FFF2-40B4-BE49-F238E27FC236}">
                  <a16:creationId xmlns:a16="http://schemas.microsoft.com/office/drawing/2014/main" id="{EB417F92-382C-0CC9-BA38-35291270CAB3}"/>
                </a:ext>
              </a:extLst>
            </p:cNvPr>
            <p:cNvSpPr/>
            <p:nvPr/>
          </p:nvSpPr>
          <p:spPr>
            <a:xfrm>
              <a:off x="636901" y="3904045"/>
              <a:ext cx="990684" cy="499014"/>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7DFFB34F-95D0-2F70-797D-F3B9618C3014}"/>
                </a:ext>
              </a:extLst>
            </p:cNvPr>
            <p:cNvSpPr/>
            <p:nvPr/>
          </p:nvSpPr>
          <p:spPr>
            <a:xfrm>
              <a:off x="708909" y="3688021"/>
              <a:ext cx="867844"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자산관리회사</a:t>
              </a:r>
            </a:p>
          </p:txBody>
        </p:sp>
        <p:sp>
          <p:nvSpPr>
            <p:cNvPr id="25" name="직사각형 24">
              <a:extLst>
                <a:ext uri="{FF2B5EF4-FFF2-40B4-BE49-F238E27FC236}">
                  <a16:creationId xmlns:a16="http://schemas.microsoft.com/office/drawing/2014/main" id="{FCF0DCA9-5866-4DE3-29B9-4EF15088CCB2}"/>
                </a:ext>
              </a:extLst>
            </p:cNvPr>
            <p:cNvSpPr/>
            <p:nvPr/>
          </p:nvSpPr>
          <p:spPr>
            <a:xfrm>
              <a:off x="4202498" y="4193376"/>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사무수탁사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26" name="직선 화살표 연결선 25">
              <a:extLst>
                <a:ext uri="{FF2B5EF4-FFF2-40B4-BE49-F238E27FC236}">
                  <a16:creationId xmlns:a16="http://schemas.microsoft.com/office/drawing/2014/main" id="{BA8653D4-F8F8-2E1A-DADC-36179ABB75D9}"/>
                </a:ext>
              </a:extLst>
            </p:cNvPr>
            <p:cNvCxnSpPr/>
            <p:nvPr/>
          </p:nvCxnSpPr>
          <p:spPr>
            <a:xfrm rot="5400000">
              <a:off x="3900083" y="3832065"/>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98B4EFBF-DF4B-CB72-75B8-FE04D0FA2B95}"/>
                </a:ext>
              </a:extLst>
            </p:cNvPr>
            <p:cNvCxnSpPr/>
            <p:nvPr/>
          </p:nvCxnSpPr>
          <p:spPr>
            <a:xfrm rot="5400000">
              <a:off x="3900083" y="3962082"/>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8B022806-8091-C9D7-CA0E-42C94961F23B}"/>
                </a:ext>
              </a:extLst>
            </p:cNvPr>
            <p:cNvSpPr/>
            <p:nvPr/>
          </p:nvSpPr>
          <p:spPr>
            <a:xfrm>
              <a:off x="3631438" y="4197884"/>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29" name="직사각형 28">
              <a:extLst>
                <a:ext uri="{FF2B5EF4-FFF2-40B4-BE49-F238E27FC236}">
                  <a16:creationId xmlns:a16="http://schemas.microsoft.com/office/drawing/2014/main" id="{6ADD4B65-F40F-2D37-6A23-B6576F226B4D}"/>
                </a:ext>
              </a:extLst>
            </p:cNvPr>
            <p:cNvSpPr/>
            <p:nvPr/>
          </p:nvSpPr>
          <p:spPr>
            <a:xfrm>
              <a:off x="3640612" y="3732341"/>
              <a:ext cx="590226" cy="33855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a:t>
              </a:r>
            </a:p>
          </p:txBody>
        </p:sp>
        <p:cxnSp>
          <p:nvCxnSpPr>
            <p:cNvPr id="30" name="직선 화살표 연결선 29">
              <a:extLst>
                <a:ext uri="{FF2B5EF4-FFF2-40B4-BE49-F238E27FC236}">
                  <a16:creationId xmlns:a16="http://schemas.microsoft.com/office/drawing/2014/main" id="{DE95E111-AEA5-FAE5-54A4-37B26BEE8486}"/>
                </a:ext>
              </a:extLst>
            </p:cNvPr>
            <p:cNvCxnSpPr/>
            <p:nvPr/>
          </p:nvCxnSpPr>
          <p:spPr>
            <a:xfrm rot="5400000">
              <a:off x="1946372" y="3857488"/>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D69D6302-2BE7-3AF4-A338-7DBB76D36725}"/>
                </a:ext>
              </a:extLst>
            </p:cNvPr>
            <p:cNvCxnSpPr/>
            <p:nvPr/>
          </p:nvCxnSpPr>
          <p:spPr>
            <a:xfrm rot="5400000">
              <a:off x="1946372" y="3970286"/>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직사각형 31">
              <a:extLst>
                <a:ext uri="{FF2B5EF4-FFF2-40B4-BE49-F238E27FC236}">
                  <a16:creationId xmlns:a16="http://schemas.microsoft.com/office/drawing/2014/main" id="{BC1557A8-6359-4CF8-4A1A-76A2C2D24F74}"/>
                </a:ext>
              </a:extLst>
            </p:cNvPr>
            <p:cNvSpPr/>
            <p:nvPr/>
          </p:nvSpPr>
          <p:spPr>
            <a:xfrm>
              <a:off x="1715852" y="3868041"/>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33" name="직사각형 32">
              <a:extLst>
                <a:ext uri="{FF2B5EF4-FFF2-40B4-BE49-F238E27FC236}">
                  <a16:creationId xmlns:a16="http://schemas.microsoft.com/office/drawing/2014/main" id="{967F8C2B-46C3-31F4-E4FD-17D5A029BB36}"/>
                </a:ext>
              </a:extLst>
            </p:cNvPr>
            <p:cNvSpPr/>
            <p:nvPr/>
          </p:nvSpPr>
          <p:spPr>
            <a:xfrm>
              <a:off x="1715852" y="4245489"/>
              <a:ext cx="543739" cy="21544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a:t>
              </a:r>
            </a:p>
          </p:txBody>
        </p:sp>
        <p:sp>
          <p:nvSpPr>
            <p:cNvPr id="35" name="자유형 213">
              <a:extLst>
                <a:ext uri="{FF2B5EF4-FFF2-40B4-BE49-F238E27FC236}">
                  <a16:creationId xmlns:a16="http://schemas.microsoft.com/office/drawing/2014/main" id="{7EF22E4F-00E2-D158-285B-2FC921666ED8}"/>
                </a:ext>
              </a:extLst>
            </p:cNvPr>
            <p:cNvSpPr/>
            <p:nvPr/>
          </p:nvSpPr>
          <p:spPr>
            <a:xfrm>
              <a:off x="1050833" y="2416350"/>
              <a:ext cx="1157341"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6" name="직사각형 35">
              <a:extLst>
                <a:ext uri="{FF2B5EF4-FFF2-40B4-BE49-F238E27FC236}">
                  <a16:creationId xmlns:a16="http://schemas.microsoft.com/office/drawing/2014/main" id="{6D1A2E60-1B05-10A2-3098-D57E580D6EAD}"/>
                </a:ext>
              </a:extLst>
            </p:cNvPr>
            <p:cNvSpPr/>
            <p:nvPr/>
          </p:nvSpPr>
          <p:spPr>
            <a:xfrm>
              <a:off x="1101889" y="2574145"/>
              <a:ext cx="1040784" cy="379889"/>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8" name="직사각형 37">
              <a:extLst>
                <a:ext uri="{FF2B5EF4-FFF2-40B4-BE49-F238E27FC236}">
                  <a16:creationId xmlns:a16="http://schemas.microsoft.com/office/drawing/2014/main" id="{60E139DB-0AB4-EEB8-51EB-C485915D668E}"/>
                </a:ext>
              </a:extLst>
            </p:cNvPr>
            <p:cNvSpPr/>
            <p:nvPr/>
          </p:nvSpPr>
          <p:spPr>
            <a:xfrm>
              <a:off x="1038926" y="2422573"/>
              <a:ext cx="1181993"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ko-KR" altLang="en-US"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endPar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39" name="직선 화살표 연결선 38">
              <a:extLst>
                <a:ext uri="{FF2B5EF4-FFF2-40B4-BE49-F238E27FC236}">
                  <a16:creationId xmlns:a16="http://schemas.microsoft.com/office/drawing/2014/main" id="{C01066D8-95DF-E433-E4D4-171F2449B7AE}"/>
                </a:ext>
              </a:extLst>
            </p:cNvPr>
            <p:cNvCxnSpPr/>
            <p:nvPr/>
          </p:nvCxnSpPr>
          <p:spPr>
            <a:xfrm>
              <a:off x="1734909" y="3003945"/>
              <a:ext cx="634959" cy="70822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직사각형 39">
              <a:extLst>
                <a:ext uri="{FF2B5EF4-FFF2-40B4-BE49-F238E27FC236}">
                  <a16:creationId xmlns:a16="http://schemas.microsoft.com/office/drawing/2014/main" id="{2845B068-53CE-0713-BAFB-C9557BA89ED3}"/>
                </a:ext>
              </a:extLst>
            </p:cNvPr>
            <p:cNvSpPr/>
            <p:nvPr/>
          </p:nvSpPr>
          <p:spPr>
            <a:xfrm>
              <a:off x="1505815" y="3184589"/>
              <a:ext cx="782587" cy="246221"/>
            </a:xfrm>
            <a:prstGeom prst="rect">
              <a:avLst/>
            </a:prstGeom>
            <a:solidFill>
              <a:schemeClr val="bg1"/>
            </a:solidFill>
          </p:spPr>
          <p:txBody>
            <a:bodyPr wrap="none">
              <a:spAutoFit/>
            </a:bodyPr>
            <a:lstStyle/>
            <a:p>
              <a:pPr algn="ctr" defTabSz="493456">
                <a:defRPr/>
              </a:pP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2" name="자유형 211">
              <a:extLst>
                <a:ext uri="{FF2B5EF4-FFF2-40B4-BE49-F238E27FC236}">
                  <a16:creationId xmlns:a16="http://schemas.microsoft.com/office/drawing/2014/main" id="{5DCB9675-5EEC-5A08-504A-585B7482C874}"/>
                </a:ext>
              </a:extLst>
            </p:cNvPr>
            <p:cNvSpPr/>
            <p:nvPr/>
          </p:nvSpPr>
          <p:spPr>
            <a:xfrm>
              <a:off x="2305211"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 name="직사각형 42">
              <a:extLst>
                <a:ext uri="{FF2B5EF4-FFF2-40B4-BE49-F238E27FC236}">
                  <a16:creationId xmlns:a16="http://schemas.microsoft.com/office/drawing/2014/main" id="{D95FFEFF-5C74-3CAB-8F3F-6B33C2EEE0D6}"/>
                </a:ext>
              </a:extLst>
            </p:cNvPr>
            <p:cNvSpPr/>
            <p:nvPr/>
          </p:nvSpPr>
          <p:spPr>
            <a:xfrm>
              <a:off x="2382981"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 name="직사각형 43">
              <a:extLst>
                <a:ext uri="{FF2B5EF4-FFF2-40B4-BE49-F238E27FC236}">
                  <a16:creationId xmlns:a16="http://schemas.microsoft.com/office/drawing/2014/main" id="{07DB2D6E-C050-6FBB-9E53-148A767EDCBB}"/>
                </a:ext>
              </a:extLst>
            </p:cNvPr>
            <p:cNvSpPr/>
            <p:nvPr/>
          </p:nvSpPr>
          <p:spPr>
            <a:xfrm>
              <a:off x="2202962"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cxnSp>
          <p:nvCxnSpPr>
            <p:cNvPr id="45" name="직선 화살표 연결선 44">
              <a:extLst>
                <a:ext uri="{FF2B5EF4-FFF2-40B4-BE49-F238E27FC236}">
                  <a16:creationId xmlns:a16="http://schemas.microsoft.com/office/drawing/2014/main" id="{C9CEDD23-8E83-3C64-8E1E-9BB5B393A4EC}"/>
                </a:ext>
              </a:extLst>
            </p:cNvPr>
            <p:cNvCxnSpPr/>
            <p:nvPr/>
          </p:nvCxnSpPr>
          <p:spPr>
            <a:xfrm>
              <a:off x="2847911" y="3041055"/>
              <a:ext cx="0" cy="67111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직사각형 45">
              <a:extLst>
                <a:ext uri="{FF2B5EF4-FFF2-40B4-BE49-F238E27FC236}">
                  <a16:creationId xmlns:a16="http://schemas.microsoft.com/office/drawing/2014/main" id="{F60540C9-A4BE-50A3-70AF-33EC012763BE}"/>
                </a:ext>
              </a:extLst>
            </p:cNvPr>
            <p:cNvSpPr>
              <a:spLocks/>
            </p:cNvSpPr>
            <p:nvPr/>
          </p:nvSpPr>
          <p:spPr>
            <a:xfrm>
              <a:off x="2395572" y="3183965"/>
              <a:ext cx="1003800"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47" name="직선 화살표 연결선 46">
              <a:extLst>
                <a:ext uri="{FF2B5EF4-FFF2-40B4-BE49-F238E27FC236}">
                  <a16:creationId xmlns:a16="http://schemas.microsoft.com/office/drawing/2014/main" id="{EA9B7269-23D2-1F31-CFF3-2DEC66B645CC}"/>
                </a:ext>
              </a:extLst>
            </p:cNvPr>
            <p:cNvCxnSpPr/>
            <p:nvPr/>
          </p:nvCxnSpPr>
          <p:spPr>
            <a:xfrm flipH="1">
              <a:off x="3535110" y="3039949"/>
              <a:ext cx="540059" cy="68407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직사각형 47">
              <a:extLst>
                <a:ext uri="{FF2B5EF4-FFF2-40B4-BE49-F238E27FC236}">
                  <a16:creationId xmlns:a16="http://schemas.microsoft.com/office/drawing/2014/main" id="{4BAF9C2E-9938-49CC-3D83-30C63961AE26}"/>
                </a:ext>
              </a:extLst>
            </p:cNvPr>
            <p:cNvSpPr>
              <a:spLocks/>
            </p:cNvSpPr>
            <p:nvPr/>
          </p:nvSpPr>
          <p:spPr>
            <a:xfrm>
              <a:off x="3607983" y="3183965"/>
              <a:ext cx="1114409"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9" name="자유형 117">
              <a:extLst>
                <a:ext uri="{FF2B5EF4-FFF2-40B4-BE49-F238E27FC236}">
                  <a16:creationId xmlns:a16="http://schemas.microsoft.com/office/drawing/2014/main" id="{308AD3D4-B826-5753-ACD4-941FF79A7738}"/>
                </a:ext>
              </a:extLst>
            </p:cNvPr>
            <p:cNvSpPr/>
            <p:nvPr/>
          </p:nvSpPr>
          <p:spPr>
            <a:xfrm>
              <a:off x="3571113"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0" name="직사각형 49">
              <a:extLst>
                <a:ext uri="{FF2B5EF4-FFF2-40B4-BE49-F238E27FC236}">
                  <a16:creationId xmlns:a16="http://schemas.microsoft.com/office/drawing/2014/main" id="{47BD2E9E-187A-6FE0-38DA-C7C82B9E1E9D}"/>
                </a:ext>
              </a:extLst>
            </p:cNvPr>
            <p:cNvSpPr/>
            <p:nvPr/>
          </p:nvSpPr>
          <p:spPr>
            <a:xfrm>
              <a:off x="3622170"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1" name="직사각형 50">
              <a:extLst>
                <a:ext uri="{FF2B5EF4-FFF2-40B4-BE49-F238E27FC236}">
                  <a16:creationId xmlns:a16="http://schemas.microsoft.com/office/drawing/2014/main" id="{F9344D6A-B25D-BC24-645E-7AD3C35984AA}"/>
                </a:ext>
              </a:extLst>
            </p:cNvPr>
            <p:cNvSpPr/>
            <p:nvPr/>
          </p:nvSpPr>
          <p:spPr>
            <a:xfrm>
              <a:off x="3468864"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sp>
          <p:nvSpPr>
            <p:cNvPr id="52" name="직사각형 51">
              <a:extLst>
                <a:ext uri="{FF2B5EF4-FFF2-40B4-BE49-F238E27FC236}">
                  <a16:creationId xmlns:a16="http://schemas.microsoft.com/office/drawing/2014/main" id="{DAD4BDAD-E7BC-D61C-5673-FC02A78BF618}"/>
                </a:ext>
              </a:extLst>
            </p:cNvPr>
            <p:cNvSpPr/>
            <p:nvPr/>
          </p:nvSpPr>
          <p:spPr>
            <a:xfrm>
              <a:off x="2633858" y="2643905"/>
              <a:ext cx="529312" cy="279308"/>
            </a:xfrm>
            <a:prstGeom prst="rect">
              <a:avLst/>
            </a:prstGeom>
          </p:spPr>
          <p:txBody>
            <a:bodyPr wrap="none">
              <a:spAutoFit/>
            </a:bodyPr>
            <a:lstStyle/>
            <a:p>
              <a:pPr algn="ctr" defTabSz="914400">
                <a:defRPr/>
              </a:pPr>
              <a: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[TBD]</a:t>
              </a:r>
              <a:endPar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5" name="직사각형 54">
              <a:extLst>
                <a:ext uri="{FF2B5EF4-FFF2-40B4-BE49-F238E27FC236}">
                  <a16:creationId xmlns:a16="http://schemas.microsoft.com/office/drawing/2014/main" id="{8DD7F315-8001-B03B-6BB3-883FBD9DBB43}"/>
                </a:ext>
              </a:extLst>
            </p:cNvPr>
            <p:cNvSpPr/>
            <p:nvPr/>
          </p:nvSpPr>
          <p:spPr>
            <a:xfrm>
              <a:off x="3739046" y="2573573"/>
              <a:ext cx="886781" cy="457048"/>
            </a:xfrm>
            <a:prstGeom prst="rect">
              <a:avLst/>
            </a:prstGeom>
          </p:spPr>
          <p:txBody>
            <a:bodyPr wrap="none">
              <a:spAutoFit/>
            </a:bodyPr>
            <a:lstStyle/>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우리투자증권</a:t>
              </a:r>
              <a:b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b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삼성증권</a:t>
              </a:r>
            </a:p>
          </p:txBody>
        </p:sp>
        <p:sp>
          <p:nvSpPr>
            <p:cNvPr id="65" name="직사각형 64">
              <a:extLst>
                <a:ext uri="{FF2B5EF4-FFF2-40B4-BE49-F238E27FC236}">
                  <a16:creationId xmlns:a16="http://schemas.microsoft.com/office/drawing/2014/main" id="{E1FCBDF2-EAB9-211D-B08D-D66DBA14769B}"/>
                </a:ext>
              </a:extLst>
            </p:cNvPr>
            <p:cNvSpPr/>
            <p:nvPr/>
          </p:nvSpPr>
          <p:spPr>
            <a:xfrm>
              <a:off x="1003362" y="2643905"/>
              <a:ext cx="1237839" cy="279308"/>
            </a:xfrm>
            <a:prstGeom prst="rect">
              <a:avLst/>
            </a:prstGeom>
          </p:spPr>
          <p:txBody>
            <a:bodyPr wrap="none">
              <a:spAutoFit/>
            </a:bodyPr>
            <a:lstStyle/>
            <a:p>
              <a:pPr algn="ctr" defTabSz="914400">
                <a:defRPr/>
              </a:pPr>
              <a:r>
                <a:rPr lang="ko-KR" altLang="en-US" sz="1050" kern="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a:t>
              </a:r>
              <a:endParaRPr lang="ko-KR" altLang="en-US" sz="1050" kern="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 name="직사각형 9">
              <a:extLst>
                <a:ext uri="{FF2B5EF4-FFF2-40B4-BE49-F238E27FC236}">
                  <a16:creationId xmlns:a16="http://schemas.microsoft.com/office/drawing/2014/main" id="{0E30DEC9-34B7-D641-26F6-5AE11BD14CF8}"/>
                </a:ext>
              </a:extLst>
            </p:cNvPr>
            <p:cNvSpPr/>
            <p:nvPr/>
          </p:nvSpPr>
          <p:spPr>
            <a:xfrm>
              <a:off x="2364733" y="5364078"/>
              <a:ext cx="1059032"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코크렙안양</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PFV</a:t>
              </a:r>
              <a:endPar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62" name="직사각형 61">
            <a:extLst>
              <a:ext uri="{FF2B5EF4-FFF2-40B4-BE49-F238E27FC236}">
                <a16:creationId xmlns:a16="http://schemas.microsoft.com/office/drawing/2014/main" id="{EE2A76E7-46DA-EE27-02DE-543AEA17FEA8}"/>
              </a:ext>
            </a:extLst>
          </p:cNvPr>
          <p:cNvSpPr/>
          <p:nvPr/>
        </p:nvSpPr>
        <p:spPr>
          <a:xfrm>
            <a:off x="2114155" y="4341100"/>
            <a:ext cx="1326764" cy="669981"/>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케이라이프</a:t>
            </a:r>
            <a:endPar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호</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가칭</a:t>
            </a: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43" name="그룹 142">
            <a:extLst>
              <a:ext uri="{FF2B5EF4-FFF2-40B4-BE49-F238E27FC236}">
                <a16:creationId xmlns:a16="http://schemas.microsoft.com/office/drawing/2014/main" id="{D10769DC-E643-5586-6366-92BC6D36F612}"/>
              </a:ext>
            </a:extLst>
          </p:cNvPr>
          <p:cNvGrpSpPr/>
          <p:nvPr/>
        </p:nvGrpSpPr>
        <p:grpSpPr>
          <a:xfrm>
            <a:off x="7718494" y="2823639"/>
            <a:ext cx="676467" cy="3312085"/>
            <a:chOff x="3063771" y="2375206"/>
            <a:chExt cx="676467" cy="3312085"/>
          </a:xfrm>
        </p:grpSpPr>
        <p:cxnSp>
          <p:nvCxnSpPr>
            <p:cNvPr id="144" name="직선 연결선 143">
              <a:extLst>
                <a:ext uri="{FF2B5EF4-FFF2-40B4-BE49-F238E27FC236}">
                  <a16:creationId xmlns:a16="http://schemas.microsoft.com/office/drawing/2014/main" id="{CB9810F3-D7BF-725D-5264-86CA8FE8FC2F}"/>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45" name="그룹 144">
              <a:extLst>
                <a:ext uri="{FF2B5EF4-FFF2-40B4-BE49-F238E27FC236}">
                  <a16:creationId xmlns:a16="http://schemas.microsoft.com/office/drawing/2014/main" id="{FAF39897-9AAD-8A34-F442-D095643AD8E4}"/>
                </a:ext>
              </a:extLst>
            </p:cNvPr>
            <p:cNvGrpSpPr/>
            <p:nvPr/>
          </p:nvGrpSpPr>
          <p:grpSpPr>
            <a:xfrm>
              <a:off x="3236003" y="2375206"/>
              <a:ext cx="332003" cy="2224055"/>
              <a:chOff x="1091841" y="2179661"/>
              <a:chExt cx="92967" cy="758928"/>
            </a:xfrm>
          </p:grpSpPr>
          <p:cxnSp>
            <p:nvCxnSpPr>
              <p:cNvPr id="148" name="직선 연결선 147">
                <a:extLst>
                  <a:ext uri="{FF2B5EF4-FFF2-40B4-BE49-F238E27FC236}">
                    <a16:creationId xmlns:a16="http://schemas.microsoft.com/office/drawing/2014/main" id="{A2043FBF-BFE6-13D2-9D5C-8ED85ECC1F42}"/>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40FEF88E-64A6-DC7A-54C9-8DA26C21659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AD2F8AEA-EC5F-96E4-7464-006420B4AAD5}"/>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46" name="직선 연결선 145">
              <a:extLst>
                <a:ext uri="{FF2B5EF4-FFF2-40B4-BE49-F238E27FC236}">
                  <a16:creationId xmlns:a16="http://schemas.microsoft.com/office/drawing/2014/main" id="{2BD1FC76-9F86-CC82-771E-DE0893B6F23F}"/>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1C87E40C-534C-6486-39CA-BA659A140964}"/>
                </a:ext>
              </a:extLst>
            </p:cNvPr>
            <p:cNvSpPr txBox="1"/>
            <p:nvPr/>
          </p:nvSpPr>
          <p:spPr>
            <a:xfrm>
              <a:off x="3063771" y="3260438"/>
              <a:ext cx="676467"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51" name="그룹 150">
            <a:extLst>
              <a:ext uri="{FF2B5EF4-FFF2-40B4-BE49-F238E27FC236}">
                <a16:creationId xmlns:a16="http://schemas.microsoft.com/office/drawing/2014/main" id="{376081B1-663A-4AC8-565A-E291E7F9A6EF}"/>
              </a:ext>
            </a:extLst>
          </p:cNvPr>
          <p:cNvGrpSpPr/>
          <p:nvPr/>
        </p:nvGrpSpPr>
        <p:grpSpPr>
          <a:xfrm>
            <a:off x="5368274" y="2767767"/>
            <a:ext cx="2896484" cy="3706021"/>
            <a:chOff x="4892443" y="2366959"/>
            <a:chExt cx="2896484" cy="3706021"/>
          </a:xfrm>
        </p:grpSpPr>
        <p:cxnSp>
          <p:nvCxnSpPr>
            <p:cNvPr id="152" name="직선 연결선 151">
              <a:extLst>
                <a:ext uri="{FF2B5EF4-FFF2-40B4-BE49-F238E27FC236}">
                  <a16:creationId xmlns:a16="http://schemas.microsoft.com/office/drawing/2014/main" id="{663427E8-DEC6-DE69-61ED-6B31F683F26E}"/>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53" name="직선 연결선 152">
              <a:extLst>
                <a:ext uri="{FF2B5EF4-FFF2-40B4-BE49-F238E27FC236}">
                  <a16:creationId xmlns:a16="http://schemas.microsoft.com/office/drawing/2014/main" id="{1A693876-5069-44B5-526D-B87A5F3C8038}"/>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154" name="TextBox 153">
              <a:extLst>
                <a:ext uri="{FF2B5EF4-FFF2-40B4-BE49-F238E27FC236}">
                  <a16:creationId xmlns:a16="http://schemas.microsoft.com/office/drawing/2014/main" id="{1FA07EDE-598F-333F-F943-4C3F3E7FC200}"/>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5" name="직사각형 154">
            <a:extLst>
              <a:ext uri="{FF2B5EF4-FFF2-40B4-BE49-F238E27FC236}">
                <a16:creationId xmlns:a16="http://schemas.microsoft.com/office/drawing/2014/main" id="{AB281BEC-48A4-A266-D7AE-B68F8E59F863}"/>
              </a:ext>
            </a:extLst>
          </p:cNvPr>
          <p:cNvSpPr/>
          <p:nvPr/>
        </p:nvSpPr>
        <p:spPr>
          <a:xfrm>
            <a:off x="8574022" y="5241725"/>
            <a:ext cx="1566829" cy="176915"/>
          </a:xfrm>
          <a:prstGeom prst="rect">
            <a:avLst/>
          </a:prstGeom>
          <a:solidFill>
            <a:srgbClr val="C55A11"/>
          </a:solidFill>
          <a:ln w="952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6" name="직사각형 155">
            <a:extLst>
              <a:ext uri="{FF2B5EF4-FFF2-40B4-BE49-F238E27FC236}">
                <a16:creationId xmlns:a16="http://schemas.microsoft.com/office/drawing/2014/main" id="{003D5B00-96B1-078D-1F04-C36D8C88CADE}"/>
              </a:ext>
            </a:extLst>
          </p:cNvPr>
          <p:cNvSpPr/>
          <p:nvPr/>
        </p:nvSpPr>
        <p:spPr>
          <a:xfrm>
            <a:off x="8574315" y="5446349"/>
            <a:ext cx="1566829" cy="19389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무배당 종류주식</a:t>
            </a:r>
            <a:endPar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nvGrpSpPr>
          <p:cNvPr id="157" name="그룹 156">
            <a:extLst>
              <a:ext uri="{FF2B5EF4-FFF2-40B4-BE49-F238E27FC236}">
                <a16:creationId xmlns:a16="http://schemas.microsoft.com/office/drawing/2014/main" id="{92431F14-0834-527A-1A33-316D980C6F4D}"/>
              </a:ext>
            </a:extLst>
          </p:cNvPr>
          <p:cNvGrpSpPr/>
          <p:nvPr/>
        </p:nvGrpSpPr>
        <p:grpSpPr>
          <a:xfrm>
            <a:off x="8780649" y="3242443"/>
            <a:ext cx="1567418" cy="627887"/>
            <a:chOff x="8586266" y="2424086"/>
            <a:chExt cx="1656184" cy="606848"/>
          </a:xfrm>
        </p:grpSpPr>
        <p:sp>
          <p:nvSpPr>
            <p:cNvPr id="158" name="직사각형 157">
              <a:extLst>
                <a:ext uri="{FF2B5EF4-FFF2-40B4-BE49-F238E27FC236}">
                  <a16:creationId xmlns:a16="http://schemas.microsoft.com/office/drawing/2014/main" id="{7CC07DA9-57D0-599E-A7A3-BC59CC2E9E08}"/>
                </a:ext>
              </a:extLst>
            </p:cNvPr>
            <p:cNvSpPr/>
            <p:nvPr/>
          </p:nvSpPr>
          <p:spPr>
            <a:xfrm>
              <a:off x="8586266" y="2424086"/>
              <a:ext cx="1655875" cy="169200"/>
            </a:xfrm>
            <a:prstGeom prst="rect">
              <a:avLst/>
            </a:prstGeom>
            <a:pattFill prst="wdUpDiag">
              <a:fgClr>
                <a:srgbClr val="5B9BD5">
                  <a:lumMod val="20000"/>
                  <a:lumOff val="80000"/>
                </a:srgbClr>
              </a:fgClr>
              <a:bgClr>
                <a:sysClr val="window" lastClr="FFFFFF"/>
              </a:bgClr>
            </a:patt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9" name="직사각형 158">
              <a:extLst>
                <a:ext uri="{FF2B5EF4-FFF2-40B4-BE49-F238E27FC236}">
                  <a16:creationId xmlns:a16="http://schemas.microsoft.com/office/drawing/2014/main" id="{1491E01C-6476-D8C1-829D-C78E52D1919D}"/>
                </a:ext>
              </a:extLst>
            </p:cNvPr>
            <p:cNvSpPr/>
            <p:nvPr/>
          </p:nvSpPr>
          <p:spPr>
            <a:xfrm>
              <a:off x="8586575" y="2614313"/>
              <a:ext cx="1655875" cy="416621"/>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선순위</a:t>
              </a:r>
              <a:r>
                <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[5.5]%</a:t>
              </a:r>
            </a:p>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ko-KR" altLang="en-US" sz="1000" dirty="0" err="1">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중순위</a:t>
              </a:r>
              <a:r>
                <a:rPr lang="en-US" altLang="ko-KR"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[6.5]%</a:t>
              </a:r>
              <a:r>
                <a:rPr lang="ko-KR" altLang="en-US"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endPar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grpSp>
        <p:nvGrpSpPr>
          <p:cNvPr id="160" name="그룹 159">
            <a:extLst>
              <a:ext uri="{FF2B5EF4-FFF2-40B4-BE49-F238E27FC236}">
                <a16:creationId xmlns:a16="http://schemas.microsoft.com/office/drawing/2014/main" id="{05D53C26-F421-4DB8-6D33-2E972B04981B}"/>
              </a:ext>
            </a:extLst>
          </p:cNvPr>
          <p:cNvGrpSpPr/>
          <p:nvPr/>
        </p:nvGrpSpPr>
        <p:grpSpPr>
          <a:xfrm>
            <a:off x="8780649" y="2513271"/>
            <a:ext cx="1567713" cy="710387"/>
            <a:chOff x="8586266" y="2519697"/>
            <a:chExt cx="1656184" cy="686585"/>
          </a:xfrm>
        </p:grpSpPr>
        <p:sp>
          <p:nvSpPr>
            <p:cNvPr id="161" name="직사각형 160">
              <a:extLst>
                <a:ext uri="{FF2B5EF4-FFF2-40B4-BE49-F238E27FC236}">
                  <a16:creationId xmlns:a16="http://schemas.microsoft.com/office/drawing/2014/main" id="{81ACF980-D7D7-B95F-98C6-79DD3FA8FC6F}"/>
                </a:ext>
              </a:extLst>
            </p:cNvPr>
            <p:cNvSpPr/>
            <p:nvPr/>
          </p:nvSpPr>
          <p:spPr>
            <a:xfrm>
              <a:off x="8586266" y="2519697"/>
              <a:ext cx="1655875" cy="169200"/>
            </a:xfrm>
            <a:prstGeom prst="rect">
              <a:avLst/>
            </a:prstGeom>
            <a:solidFill>
              <a:schemeClr val="bg1">
                <a:lumMod val="85000"/>
              </a:schemeClr>
            </a:solid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p>
          </p:txBody>
        </p:sp>
        <p:sp>
          <p:nvSpPr>
            <p:cNvPr id="162" name="직사각형 161">
              <a:extLst>
                <a:ext uri="{FF2B5EF4-FFF2-40B4-BE49-F238E27FC236}">
                  <a16:creationId xmlns:a16="http://schemas.microsoft.com/office/drawing/2014/main" id="{1C0EA638-46ED-762F-5500-1941406D3439}"/>
                </a:ext>
              </a:extLst>
            </p:cNvPr>
            <p:cNvSpPr/>
            <p:nvPr/>
          </p:nvSpPr>
          <p:spPr>
            <a:xfrm>
              <a:off x="8586575" y="2709922"/>
              <a:ext cx="1655875" cy="49636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전체 보증금</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71</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억원</a:t>
              </a:r>
              <a:b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現 우선수익권</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21</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b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ko-KR" altLang="en-US" sz="900" spc="-2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예금질권</a:t>
              </a:r>
              <a: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000" spc="-2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163" name="직사각형 162">
            <a:extLst>
              <a:ext uri="{FF2B5EF4-FFF2-40B4-BE49-F238E27FC236}">
                <a16:creationId xmlns:a16="http://schemas.microsoft.com/office/drawing/2014/main" id="{BF51B3FC-DB20-924B-6483-A92E66881E82}"/>
              </a:ext>
            </a:extLst>
          </p:cNvPr>
          <p:cNvSpPr/>
          <p:nvPr/>
        </p:nvSpPr>
        <p:spPr>
          <a:xfrm>
            <a:off x="8573729" y="3990208"/>
            <a:ext cx="1566829" cy="176915"/>
          </a:xfrm>
          <a:prstGeom prst="rect">
            <a:avLst/>
          </a:prstGeom>
          <a:solidFill>
            <a:schemeClr val="accent2">
              <a:lumMod val="20000"/>
              <a:lumOff val="8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4" name="직사각형 163">
            <a:extLst>
              <a:ext uri="{FF2B5EF4-FFF2-40B4-BE49-F238E27FC236}">
                <a16:creationId xmlns:a16="http://schemas.microsoft.com/office/drawing/2014/main" id="{ED02929A-A6B9-A237-A52B-27E8F458E42C}"/>
              </a:ext>
            </a:extLst>
          </p:cNvPr>
          <p:cNvSpPr/>
          <p:nvPr/>
        </p:nvSpPr>
        <p:spPr>
          <a:xfrm>
            <a:off x="8574022" y="4184437"/>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7.0%</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없음</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sp>
        <p:nvSpPr>
          <p:cNvPr id="165" name="직사각형 164">
            <a:extLst>
              <a:ext uri="{FF2B5EF4-FFF2-40B4-BE49-F238E27FC236}">
                <a16:creationId xmlns:a16="http://schemas.microsoft.com/office/drawing/2014/main" id="{90FA1DFE-757F-7CD6-CB41-E28B245D0A21}"/>
              </a:ext>
            </a:extLst>
          </p:cNvPr>
          <p:cNvSpPr/>
          <p:nvPr/>
        </p:nvSpPr>
        <p:spPr>
          <a:xfrm>
            <a:off x="8565650" y="5671566"/>
            <a:ext cx="1566829" cy="176915"/>
          </a:xfrm>
          <a:prstGeom prst="rect">
            <a:avLst/>
          </a:prstGeom>
          <a:solidFill>
            <a:schemeClr val="accent2">
              <a:lumMod val="75000"/>
            </a:schemeClr>
          </a:solidFill>
        </p:spPr>
        <p:txBody>
          <a:bodyPr wrap="square" rtlCol="0" anchor="ctr">
            <a:noAutofit/>
          </a:bodyPr>
          <a:lstStyle/>
          <a:p>
            <a:pPr algn="ct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6" name="직사각형 165">
            <a:extLst>
              <a:ext uri="{FF2B5EF4-FFF2-40B4-BE49-F238E27FC236}">
                <a16:creationId xmlns:a16="http://schemas.microsoft.com/office/drawing/2014/main" id="{B0A121DD-DD52-C826-0C43-1035BBD1389A}"/>
              </a:ext>
            </a:extLst>
          </p:cNvPr>
          <p:cNvSpPr/>
          <p:nvPr/>
        </p:nvSpPr>
        <p:spPr>
          <a:xfrm>
            <a:off x="8573729" y="5857046"/>
            <a:ext cx="1566829" cy="51168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잔여배당</a:t>
            </a:r>
            <a:b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단</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초기</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1</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년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확정배당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7.5%)</a:t>
            </a:r>
          </a:p>
        </p:txBody>
      </p:sp>
      <p:sp>
        <p:nvSpPr>
          <p:cNvPr id="167" name="직사각형 166">
            <a:extLst>
              <a:ext uri="{FF2B5EF4-FFF2-40B4-BE49-F238E27FC236}">
                <a16:creationId xmlns:a16="http://schemas.microsoft.com/office/drawing/2014/main" id="{DEF8BF2B-6ECD-7BD7-922E-4AEB69228A52}"/>
              </a:ext>
            </a:extLst>
          </p:cNvPr>
          <p:cNvSpPr/>
          <p:nvPr/>
        </p:nvSpPr>
        <p:spPr>
          <a:xfrm>
            <a:off x="8573729" y="4615802"/>
            <a:ext cx="1566829" cy="176915"/>
          </a:xfrm>
          <a:prstGeom prst="rect">
            <a:avLst/>
          </a:prstGeom>
          <a:solidFill>
            <a:schemeClr val="accent2">
              <a:lumMod val="60000"/>
              <a:lumOff val="4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8" name="직사각형 167">
            <a:extLst>
              <a:ext uri="{FF2B5EF4-FFF2-40B4-BE49-F238E27FC236}">
                <a16:creationId xmlns:a16="http://schemas.microsoft.com/office/drawing/2014/main" id="{6C0CDDE7-EAC6-2712-C103-98CE3BA5924F}"/>
              </a:ext>
            </a:extLst>
          </p:cNvPr>
          <p:cNvSpPr/>
          <p:nvPr/>
        </p:nvSpPr>
        <p:spPr>
          <a:xfrm>
            <a:off x="8574022" y="4810031"/>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7.5%</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a:t>
            </a:r>
            <a:r>
              <a:rPr kumimoji="0" lang="en-US" altLang="ko-KR"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20%</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aphicFrame>
        <p:nvGraphicFramePr>
          <p:cNvPr id="169" name="차트 168">
            <a:extLst>
              <a:ext uri="{FF2B5EF4-FFF2-40B4-BE49-F238E27FC236}">
                <a16:creationId xmlns:a16="http://schemas.microsoft.com/office/drawing/2014/main" id="{6C7E6AA2-9867-C0AF-4F24-E3F4EC89910B}"/>
              </a:ext>
            </a:extLst>
          </p:cNvPr>
          <p:cNvGraphicFramePr/>
          <p:nvPr>
            <p:extLst>
              <p:ext uri="{D42A27DB-BD31-4B8C-83A1-F6EECF244321}">
                <p14:modId xmlns:p14="http://schemas.microsoft.com/office/powerpoint/2010/main" val="1476230606"/>
              </p:ext>
            </p:extLst>
          </p:nvPr>
        </p:nvGraphicFramePr>
        <p:xfrm>
          <a:off x="4265786" y="2513271"/>
          <a:ext cx="3667768" cy="4751917"/>
        </p:xfrm>
        <a:graphic>
          <a:graphicData uri="http://schemas.openxmlformats.org/drawingml/2006/chart">
            <c:chart xmlns:c="http://schemas.openxmlformats.org/drawingml/2006/chart" xmlns:r="http://schemas.openxmlformats.org/officeDocument/2006/relationships" r:id="rId2"/>
          </a:graphicData>
        </a:graphic>
      </p:graphicFrame>
      <p:sp>
        <p:nvSpPr>
          <p:cNvPr id="171" name="TextBox 170">
            <a:extLst>
              <a:ext uri="{FF2B5EF4-FFF2-40B4-BE49-F238E27FC236}">
                <a16:creationId xmlns:a16="http://schemas.microsoft.com/office/drawing/2014/main" id="{06D08A03-AAB5-0E99-0888-64C1AA80586F}"/>
              </a:ext>
            </a:extLst>
          </p:cNvPr>
          <p:cNvSpPr txBox="1"/>
          <p:nvPr/>
        </p:nvSpPr>
        <p:spPr>
          <a:xfrm>
            <a:off x="5091065" y="2751654"/>
            <a:ext cx="1517190" cy="246221"/>
          </a:xfrm>
          <a:prstGeom prst="rect">
            <a:avLst/>
          </a:prstGeom>
          <a:noFill/>
        </p:spPr>
        <p:txBody>
          <a:bodyPr wrap="square" rtlCol="0">
            <a:spAutoFit/>
          </a:bodyPr>
          <a:lstStyle/>
          <a:p>
            <a:pPr algn="ct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예비비</a:t>
            </a:r>
            <a:r>
              <a:rPr lang="en-US" altLang="ko-KR"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72" name="그룹 171">
            <a:extLst>
              <a:ext uri="{FF2B5EF4-FFF2-40B4-BE49-F238E27FC236}">
                <a16:creationId xmlns:a16="http://schemas.microsoft.com/office/drawing/2014/main" id="{6F97C17A-1C3C-B75E-6868-114E023228DA}"/>
              </a:ext>
            </a:extLst>
          </p:cNvPr>
          <p:cNvGrpSpPr/>
          <p:nvPr/>
        </p:nvGrpSpPr>
        <p:grpSpPr>
          <a:xfrm>
            <a:off x="6416819" y="5095268"/>
            <a:ext cx="1541229" cy="1132364"/>
            <a:chOff x="2247604" y="4646835"/>
            <a:chExt cx="1541229" cy="1132364"/>
          </a:xfrm>
        </p:grpSpPr>
        <p:sp>
          <p:nvSpPr>
            <p:cNvPr id="173" name="TextBox 172">
              <a:extLst>
                <a:ext uri="{FF2B5EF4-FFF2-40B4-BE49-F238E27FC236}">
                  <a16:creationId xmlns:a16="http://schemas.microsoft.com/office/drawing/2014/main" id="{7186FC00-A865-4939-6D5A-F67123C0B922}"/>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4" name="TextBox 173">
              <a:extLst>
                <a:ext uri="{FF2B5EF4-FFF2-40B4-BE49-F238E27FC236}">
                  <a16:creationId xmlns:a16="http://schemas.microsoft.com/office/drawing/2014/main" id="{E7BD78FF-A1EF-DF51-7F2E-2CA7EF6EFA7F}"/>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5" name="TextBox 174">
              <a:extLst>
                <a:ext uri="{FF2B5EF4-FFF2-40B4-BE49-F238E27FC236}">
                  <a16:creationId xmlns:a16="http://schemas.microsoft.com/office/drawing/2014/main" id="{F7F739F8-CA98-C809-6C90-3114BD1894E8}"/>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6" name="TextBox 175">
              <a:extLst>
                <a:ext uri="{FF2B5EF4-FFF2-40B4-BE49-F238E27FC236}">
                  <a16:creationId xmlns:a16="http://schemas.microsoft.com/office/drawing/2014/main" id="{1D9C23B1-78B8-125B-4DC3-29E1A881A2FF}"/>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177" name="TextBox 176">
            <a:extLst>
              <a:ext uri="{FF2B5EF4-FFF2-40B4-BE49-F238E27FC236}">
                <a16:creationId xmlns:a16="http://schemas.microsoft.com/office/drawing/2014/main" id="{53773F11-85CD-2E34-2ACB-69D646B10E78}"/>
              </a:ext>
            </a:extLst>
          </p:cNvPr>
          <p:cNvSpPr txBox="1"/>
          <p:nvPr/>
        </p:nvSpPr>
        <p:spPr>
          <a:xfrm>
            <a:off x="6647474" y="464444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8" name="TextBox 177">
            <a:extLst>
              <a:ext uri="{FF2B5EF4-FFF2-40B4-BE49-F238E27FC236}">
                <a16:creationId xmlns:a16="http://schemas.microsoft.com/office/drawing/2014/main" id="{0CCAE168-A045-7549-C2FE-1187E0F3D00B}"/>
              </a:ext>
            </a:extLst>
          </p:cNvPr>
          <p:cNvSpPr txBox="1"/>
          <p:nvPr/>
        </p:nvSpPr>
        <p:spPr>
          <a:xfrm>
            <a:off x="6647474" y="3602558"/>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9" name="TextBox 178">
            <a:extLst>
              <a:ext uri="{FF2B5EF4-FFF2-40B4-BE49-F238E27FC236}">
                <a16:creationId xmlns:a16="http://schemas.microsoft.com/office/drawing/2014/main" id="{C4DAAB0C-245F-81C2-6F92-4AE8E4854896}"/>
              </a:ext>
            </a:extLst>
          </p:cNvPr>
          <p:cNvSpPr txBox="1"/>
          <p:nvPr/>
        </p:nvSpPr>
        <p:spPr>
          <a:xfrm>
            <a:off x="6542276" y="2830812"/>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87" name="TextBox 186">
            <a:extLst>
              <a:ext uri="{FF2B5EF4-FFF2-40B4-BE49-F238E27FC236}">
                <a16:creationId xmlns:a16="http://schemas.microsoft.com/office/drawing/2014/main" id="{EC1B0138-32CA-5D6F-3ABD-F183CDDF57BC}"/>
              </a:ext>
            </a:extLst>
          </p:cNvPr>
          <p:cNvSpPr txBox="1"/>
          <p:nvPr/>
        </p:nvSpPr>
        <p:spPr>
          <a:xfrm>
            <a:off x="283368" y="6813808"/>
            <a:ext cx="4216219"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완료 전 초기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 배당재원 확보를 위한 예비현금으로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 모집 예정</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기준일(’26.04) 기준 감정가(3,345억원), 매도인 제공(나라감정평가법인, `26.04.)</a:t>
            </a:r>
          </a:p>
        </p:txBody>
      </p:sp>
      <p:sp>
        <p:nvSpPr>
          <p:cNvPr id="189" name="직사각형 188">
            <a:extLst>
              <a:ext uri="{FF2B5EF4-FFF2-40B4-BE49-F238E27FC236}">
                <a16:creationId xmlns:a16="http://schemas.microsoft.com/office/drawing/2014/main" id="{C6F0F7C5-5EF0-2344-7CEF-9DCE027A20F3}"/>
              </a:ext>
            </a:extLst>
          </p:cNvPr>
          <p:cNvSpPr/>
          <p:nvPr/>
        </p:nvSpPr>
        <p:spPr>
          <a:xfrm>
            <a:off x="5269752" y="2369278"/>
            <a:ext cx="2448729" cy="345135"/>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케이라이프로지스</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호</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가칭</a:t>
            </a: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0" name="직사각형 189">
            <a:extLst>
              <a:ext uri="{FF2B5EF4-FFF2-40B4-BE49-F238E27FC236}">
                <a16:creationId xmlns:a16="http://schemas.microsoft.com/office/drawing/2014/main" id="{90C60EC4-768D-4E3B-D507-7A74D99BE933}"/>
              </a:ext>
            </a:extLst>
          </p:cNvPr>
          <p:cNvSpPr/>
          <p:nvPr/>
        </p:nvSpPr>
        <p:spPr>
          <a:xfrm>
            <a:off x="5279277" y="3133893"/>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70" name="TextBox 169">
            <a:extLst>
              <a:ext uri="{FF2B5EF4-FFF2-40B4-BE49-F238E27FC236}">
                <a16:creationId xmlns:a16="http://schemas.microsoft.com/office/drawing/2014/main" id="{ED43604E-65E6-AFC3-1121-9FD08A1A5F96}"/>
              </a:ext>
            </a:extLst>
          </p:cNvPr>
          <p:cNvSpPr txBox="1"/>
          <p:nvPr/>
        </p:nvSpPr>
        <p:spPr>
          <a:xfrm>
            <a:off x="5414486" y="4309263"/>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투자는 ㈜</a:t>
            </a:r>
            <a:r>
              <a:rPr lang="ko-KR" altLang="en-US" sz="1600" dirty="0" err="1">
                <a:solidFill>
                  <a:schemeClr val="tx1"/>
                </a:solidFill>
              </a:rPr>
              <a:t>코람코라이프인프라리츠의</a:t>
            </a:r>
            <a:r>
              <a:rPr lang="ko-KR" altLang="en-US" sz="1600" dirty="0">
                <a:solidFill>
                  <a:schemeClr val="tx1"/>
                </a:solidFill>
              </a:rPr>
              <a:t> 주도하에 </a:t>
            </a:r>
            <a:r>
              <a:rPr lang="ko-KR" altLang="en-US" sz="1600" dirty="0" err="1">
                <a:solidFill>
                  <a:schemeClr val="tx1"/>
                </a:solidFill>
              </a:rPr>
              <a:t>보통주</a:t>
            </a:r>
            <a:r>
              <a:rPr lang="ko-KR" altLang="en-US" sz="1600" dirty="0">
                <a:solidFill>
                  <a:schemeClr val="tx1"/>
                </a:solidFill>
              </a:rPr>
              <a:t> 투자 및 매입확약 조건부로 우선주 조달을 완료한 상태임</a:t>
            </a:r>
            <a:r>
              <a:rPr lang="en-US" altLang="ko-KR" sz="160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담보대출은 현재 기존 매도인 제공 감정평가액 기준으로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내에서 선</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중순위로 구성 조달할 계획임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63" name="연결선: 꺾임 62">
            <a:extLst>
              <a:ext uri="{FF2B5EF4-FFF2-40B4-BE49-F238E27FC236}">
                <a16:creationId xmlns:a16="http://schemas.microsoft.com/office/drawing/2014/main" id="{E9EE6A5E-C05F-B1C0-A1A0-79C5AE7CAB3B}"/>
              </a:ext>
            </a:extLst>
          </p:cNvPr>
          <p:cNvCxnSpPr>
            <a:cxnSpLocks/>
          </p:cNvCxnSpPr>
          <p:nvPr/>
        </p:nvCxnSpPr>
        <p:spPr>
          <a:xfrm rot="16200000" flipH="1">
            <a:off x="2765091" y="1802563"/>
            <a:ext cx="2" cy="2523017"/>
          </a:xfrm>
          <a:prstGeom prst="bentConnector3">
            <a:avLst>
              <a:gd name="adj1" fmla="val -11430000000"/>
            </a:avLst>
          </a:prstGeom>
          <a:ln w="9525">
            <a:solidFill>
              <a:schemeClr val="tx1">
                <a:lumMod val="50000"/>
                <a:lumOff val="50000"/>
              </a:schemeClr>
            </a:solidFill>
            <a:prstDash val="dash"/>
            <a:headEnd type="oval"/>
            <a:tailEnd type="arrow"/>
          </a:ln>
        </p:spPr>
        <p:style>
          <a:lnRef idx="1">
            <a:schemeClr val="accent1"/>
          </a:lnRef>
          <a:fillRef idx="0">
            <a:schemeClr val="accent1"/>
          </a:fillRef>
          <a:effectRef idx="0">
            <a:schemeClr val="accent1"/>
          </a:effectRef>
          <a:fontRef idx="minor">
            <a:schemeClr val="tx1"/>
          </a:fontRef>
        </p:style>
      </p:cxnSp>
      <p:sp>
        <p:nvSpPr>
          <p:cNvPr id="68" name="직사각형 67">
            <a:extLst>
              <a:ext uri="{FF2B5EF4-FFF2-40B4-BE49-F238E27FC236}">
                <a16:creationId xmlns:a16="http://schemas.microsoft.com/office/drawing/2014/main" id="{5029448E-833F-2679-C79C-7DA3F413277D}"/>
              </a:ext>
            </a:extLst>
          </p:cNvPr>
          <p:cNvSpPr>
            <a:spLocks/>
          </p:cNvSpPr>
          <p:nvPr/>
        </p:nvSpPr>
        <p:spPr>
          <a:xfrm>
            <a:off x="2441063" y="2686053"/>
            <a:ext cx="633508" cy="246221"/>
          </a:xfrm>
          <a:prstGeom prst="rect">
            <a:avLst/>
          </a:prstGeom>
          <a:solidFill>
            <a:schemeClr val="bg1"/>
          </a:solidFill>
        </p:spPr>
        <p:txBody>
          <a:bodyPr wrap="none">
            <a:spAutoFit/>
          </a:bodyPr>
          <a:lstStyle/>
          <a:p>
            <a:pPr algn="ctr" defTabSz="493456">
              <a:defRPr/>
            </a:pP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3" name="Picture 6" descr="CI기본형">
            <a:extLst>
              <a:ext uri="{FF2B5EF4-FFF2-40B4-BE49-F238E27FC236}">
                <a16:creationId xmlns:a16="http://schemas.microsoft.com/office/drawing/2014/main" id="{7CD72ABA-D81E-7D56-DD12-F718297749BC}"/>
              </a:ext>
            </a:extLst>
          </p:cNvPr>
          <p:cNvPicPr>
            <a:picLocks noChangeAspect="1" noChangeArrowheads="1"/>
          </p:cNvPicPr>
          <p:nvPr/>
        </p:nvPicPr>
        <p:blipFill rotWithShape="1">
          <a:blip r:embed="rId3" cstate="print"/>
          <a:srcRect l="7847" t="14815" r="9748" b="12407"/>
          <a:stretch/>
        </p:blipFill>
        <p:spPr bwMode="auto">
          <a:xfrm>
            <a:off x="558802" y="4604668"/>
            <a:ext cx="867844" cy="251883"/>
          </a:xfrm>
          <a:prstGeom prst="rect">
            <a:avLst/>
          </a:prstGeom>
        </p:spPr>
      </p:pic>
      <p:sp>
        <p:nvSpPr>
          <p:cNvPr id="14" name="TextBox 13">
            <a:extLst>
              <a:ext uri="{FF2B5EF4-FFF2-40B4-BE49-F238E27FC236}">
                <a16:creationId xmlns:a16="http://schemas.microsoft.com/office/drawing/2014/main" id="{D86340FF-1398-17C9-AD98-54B83CEE4730}"/>
              </a:ext>
            </a:extLst>
          </p:cNvPr>
          <p:cNvSpPr txBox="1"/>
          <p:nvPr/>
        </p:nvSpPr>
        <p:spPr>
          <a:xfrm>
            <a:off x="5091065" y="2917326"/>
            <a:ext cx="1517190" cy="246221"/>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매입부대비</a:t>
            </a:r>
            <a:r>
              <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8" name="연결선: 꺾임 87">
            <a:extLst>
              <a:ext uri="{FF2B5EF4-FFF2-40B4-BE49-F238E27FC236}">
                <a16:creationId xmlns:a16="http://schemas.microsoft.com/office/drawing/2014/main" id="{A7D758D7-D65E-159F-554F-3546D208831E}"/>
              </a:ext>
            </a:extLst>
          </p:cNvPr>
          <p:cNvCxnSpPr>
            <a:cxnSpLocks/>
          </p:cNvCxnSpPr>
          <p:nvPr/>
        </p:nvCxnSpPr>
        <p:spPr>
          <a:xfrm>
            <a:off x="9068980" y="4192519"/>
            <a:ext cx="173084" cy="1101099"/>
          </a:xfrm>
          <a:prstGeom prst="bentConnector3">
            <a:avLst>
              <a:gd name="adj1" fmla="val 232075"/>
            </a:avLst>
          </a:prstGeom>
          <a:ln w="9525">
            <a:solidFill>
              <a:srgbClr val="222A35"/>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7" name="차트 56">
            <a:extLst>
              <a:ext uri="{FF2B5EF4-FFF2-40B4-BE49-F238E27FC236}">
                <a16:creationId xmlns:a16="http://schemas.microsoft.com/office/drawing/2014/main" id="{96EDEAB2-9336-A95C-A174-E3A9E0FF0C6C}"/>
              </a:ext>
            </a:extLst>
          </p:cNvPr>
          <p:cNvGraphicFramePr/>
          <p:nvPr>
            <p:extLst>
              <p:ext uri="{D42A27DB-BD31-4B8C-83A1-F6EECF244321}">
                <p14:modId xmlns:p14="http://schemas.microsoft.com/office/powerpoint/2010/main" val="2767027267"/>
              </p:ext>
            </p:extLst>
          </p:nvPr>
        </p:nvGraphicFramePr>
        <p:xfrm>
          <a:off x="5776065" y="2601540"/>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64" name="TextBox 63">
            <a:extLst>
              <a:ext uri="{FF2B5EF4-FFF2-40B4-BE49-F238E27FC236}">
                <a16:creationId xmlns:a16="http://schemas.microsoft.com/office/drawing/2014/main" id="{A39DDAD7-0820-01F9-309F-4A4840F74463}"/>
              </a:ext>
            </a:extLst>
          </p:cNvPr>
          <p:cNvSpPr txBox="1"/>
          <p:nvPr/>
        </p:nvSpPr>
        <p:spPr>
          <a:xfrm>
            <a:off x="6871916" y="4499114"/>
            <a:ext cx="1030426"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8" name="화살표: 오른쪽 137">
            <a:extLst>
              <a:ext uri="{FF2B5EF4-FFF2-40B4-BE49-F238E27FC236}">
                <a16:creationId xmlns:a16="http://schemas.microsoft.com/office/drawing/2014/main" id="{88006F3C-DA29-CF0D-A76A-8041470BA19D}"/>
              </a:ext>
            </a:extLst>
          </p:cNvPr>
          <p:cNvSpPr/>
          <p:nvPr/>
        </p:nvSpPr>
        <p:spPr>
          <a:xfrm>
            <a:off x="3342942" y="5226940"/>
            <a:ext cx="4727342" cy="1107201"/>
          </a:xfrm>
          <a:prstGeom prst="rightArrow">
            <a:avLst>
              <a:gd name="adj1" fmla="val 65263"/>
              <a:gd name="adj2" fmla="val 36236"/>
            </a:avLst>
          </a:prstGeom>
          <a:pattFill prst="dkVert">
            <a:fgClr>
              <a:schemeClr val="tx2">
                <a:lumMod val="20000"/>
                <a:lumOff val="80000"/>
              </a:schemeClr>
            </a:fgClr>
            <a:bgClr>
              <a:schemeClr val="bg1"/>
            </a:bgClr>
          </a:patt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D9EECEFD-A16D-5F2A-A4E4-4161401590A8}"/>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grpSp>
        <p:nvGrpSpPr>
          <p:cNvPr id="3" name="그룹 2">
            <a:extLst>
              <a:ext uri="{FF2B5EF4-FFF2-40B4-BE49-F238E27FC236}">
                <a16:creationId xmlns:a16="http://schemas.microsoft.com/office/drawing/2014/main" id="{4360DBA7-9F6A-167C-45CF-1F330A85D966}"/>
              </a:ext>
            </a:extLst>
          </p:cNvPr>
          <p:cNvGrpSpPr/>
          <p:nvPr/>
        </p:nvGrpSpPr>
        <p:grpSpPr>
          <a:xfrm>
            <a:off x="458887" y="1987916"/>
            <a:ext cx="9783663" cy="247712"/>
            <a:chOff x="458887" y="1987916"/>
            <a:chExt cx="9783663" cy="247712"/>
          </a:xfrm>
        </p:grpSpPr>
        <p:sp>
          <p:nvSpPr>
            <p:cNvPr id="4" name="직사각형 3">
              <a:extLst>
                <a:ext uri="{FF2B5EF4-FFF2-40B4-BE49-F238E27FC236}">
                  <a16:creationId xmlns:a16="http://schemas.microsoft.com/office/drawing/2014/main" id="{40D74FE3-25BB-57E5-E79B-B7042AF2B6A8}"/>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 name="직선 연결선 4">
              <a:extLst>
                <a:ext uri="{FF2B5EF4-FFF2-40B4-BE49-F238E27FC236}">
                  <a16:creationId xmlns:a16="http://schemas.microsoft.com/office/drawing/2014/main" id="{E3F93AC6-5E08-591E-8F50-9D8A88C6E95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6" name="자유형 6">
              <a:extLst>
                <a:ext uri="{FF2B5EF4-FFF2-40B4-BE49-F238E27FC236}">
                  <a16:creationId xmlns:a16="http://schemas.microsoft.com/office/drawing/2014/main" id="{4FCE6457-F375-AF59-754A-0D0343347492}"/>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자유형 7">
              <a:extLst>
                <a:ext uri="{FF2B5EF4-FFF2-40B4-BE49-F238E27FC236}">
                  <a16:creationId xmlns:a16="http://schemas.microsoft.com/office/drawing/2014/main" id="{D621EAAD-1928-1F1C-D4C0-7CCA5A891770}"/>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TextBox 7">
              <a:extLst>
                <a:ext uri="{FF2B5EF4-FFF2-40B4-BE49-F238E27FC236}">
                  <a16:creationId xmlns:a16="http://schemas.microsoft.com/office/drawing/2014/main" id="{AD736753-0192-CB6E-F1A1-E0CC1582F4FB}"/>
                </a:ext>
              </a:extLst>
            </p:cNvPr>
            <p:cNvSpPr txBox="1"/>
            <p:nvPr/>
          </p:nvSpPr>
          <p:spPr>
            <a:xfrm>
              <a:off x="458887" y="2034828"/>
              <a:ext cx="8587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9" name="그룹 8">
            <a:extLst>
              <a:ext uri="{FF2B5EF4-FFF2-40B4-BE49-F238E27FC236}">
                <a16:creationId xmlns:a16="http://schemas.microsoft.com/office/drawing/2014/main" id="{0B34782E-80E2-DFC6-5663-EBE13DDFDFEC}"/>
              </a:ext>
            </a:extLst>
          </p:cNvPr>
          <p:cNvGrpSpPr/>
          <p:nvPr/>
        </p:nvGrpSpPr>
        <p:grpSpPr>
          <a:xfrm>
            <a:off x="3117911" y="3013490"/>
            <a:ext cx="633186" cy="3312085"/>
            <a:chOff x="3085411" y="2375206"/>
            <a:chExt cx="633186" cy="3312085"/>
          </a:xfrm>
        </p:grpSpPr>
        <p:cxnSp>
          <p:nvCxnSpPr>
            <p:cNvPr id="10" name="직선 연결선 9">
              <a:extLst>
                <a:ext uri="{FF2B5EF4-FFF2-40B4-BE49-F238E27FC236}">
                  <a16:creationId xmlns:a16="http://schemas.microsoft.com/office/drawing/2014/main" id="{C0EEF65A-B088-6EE0-A186-8383CC9A5556}"/>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8B629C98-5F4F-D569-1BCB-035481F2D851}"/>
                </a:ext>
              </a:extLst>
            </p:cNvPr>
            <p:cNvGrpSpPr/>
            <p:nvPr/>
          </p:nvGrpSpPr>
          <p:grpSpPr>
            <a:xfrm>
              <a:off x="3236003" y="2375206"/>
              <a:ext cx="332003" cy="2224055"/>
              <a:chOff x="1091841" y="2179661"/>
              <a:chExt cx="92967" cy="758928"/>
            </a:xfrm>
          </p:grpSpPr>
          <p:cxnSp>
            <p:nvCxnSpPr>
              <p:cNvPr id="14" name="직선 연결선 13">
                <a:extLst>
                  <a:ext uri="{FF2B5EF4-FFF2-40B4-BE49-F238E27FC236}">
                    <a16:creationId xmlns:a16="http://schemas.microsoft.com/office/drawing/2014/main" id="{267F5535-4B22-1AB6-89EF-BFD06A5ACC0D}"/>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D05E930A-E899-2C35-EC51-DD1759DC208C}"/>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D4788A8A-6B1F-51E4-73CD-7A7E0D7E4BED}"/>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2" name="직선 연결선 11">
              <a:extLst>
                <a:ext uri="{FF2B5EF4-FFF2-40B4-BE49-F238E27FC236}">
                  <a16:creationId xmlns:a16="http://schemas.microsoft.com/office/drawing/2014/main" id="{3BB4160A-598A-F170-D8AD-5BD41FB04684}"/>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829D300-B0B7-8DF8-63F3-3F8299983EBE}"/>
                </a:ext>
              </a:extLst>
            </p:cNvPr>
            <p:cNvSpPr txBox="1"/>
            <p:nvPr/>
          </p:nvSpPr>
          <p:spPr>
            <a:xfrm>
              <a:off x="3085411" y="3260438"/>
              <a:ext cx="633186"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7" name="그룹 16">
            <a:extLst>
              <a:ext uri="{FF2B5EF4-FFF2-40B4-BE49-F238E27FC236}">
                <a16:creationId xmlns:a16="http://schemas.microsoft.com/office/drawing/2014/main" id="{66DC9FFB-C4E5-5CB4-0A6A-6966086B4C3F}"/>
              </a:ext>
            </a:extLst>
          </p:cNvPr>
          <p:cNvGrpSpPr/>
          <p:nvPr/>
        </p:nvGrpSpPr>
        <p:grpSpPr>
          <a:xfrm>
            <a:off x="746051" y="2957618"/>
            <a:ext cx="2896484" cy="3706021"/>
            <a:chOff x="4892443" y="2366959"/>
            <a:chExt cx="2896484" cy="3706021"/>
          </a:xfrm>
        </p:grpSpPr>
        <p:cxnSp>
          <p:nvCxnSpPr>
            <p:cNvPr id="18" name="직선 연결선 17">
              <a:extLst>
                <a:ext uri="{FF2B5EF4-FFF2-40B4-BE49-F238E27FC236}">
                  <a16:creationId xmlns:a16="http://schemas.microsoft.com/office/drawing/2014/main" id="{3F754A23-F24B-0A1D-F0A9-6887948D7D9B}"/>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9" name="직선 연결선 18">
              <a:extLst>
                <a:ext uri="{FF2B5EF4-FFF2-40B4-BE49-F238E27FC236}">
                  <a16:creationId xmlns:a16="http://schemas.microsoft.com/office/drawing/2014/main" id="{9FEA629D-5AB8-9CFA-E60E-8F5A6F78D2F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20" name="TextBox 19">
              <a:extLst>
                <a:ext uri="{FF2B5EF4-FFF2-40B4-BE49-F238E27FC236}">
                  <a16:creationId xmlns:a16="http://schemas.microsoft.com/office/drawing/2014/main" id="{48DB8298-BF25-BD2D-347E-09B42EEEABD8}"/>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21" name="차트 20">
            <a:extLst>
              <a:ext uri="{FF2B5EF4-FFF2-40B4-BE49-F238E27FC236}">
                <a16:creationId xmlns:a16="http://schemas.microsoft.com/office/drawing/2014/main" id="{438DE96B-43DB-EFD8-E175-169D9690507D}"/>
              </a:ext>
            </a:extLst>
          </p:cNvPr>
          <p:cNvGraphicFramePr/>
          <p:nvPr>
            <p:extLst>
              <p:ext uri="{D42A27DB-BD31-4B8C-83A1-F6EECF244321}">
                <p14:modId xmlns:p14="http://schemas.microsoft.com/office/powerpoint/2010/main" val="917670431"/>
              </p:ext>
            </p:extLst>
          </p:nvPr>
        </p:nvGraphicFramePr>
        <p:xfrm>
          <a:off x="-356437" y="2703122"/>
          <a:ext cx="3667768" cy="4751917"/>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a:extLst>
              <a:ext uri="{FF2B5EF4-FFF2-40B4-BE49-F238E27FC236}">
                <a16:creationId xmlns:a16="http://schemas.microsoft.com/office/drawing/2014/main" id="{99C3DFBA-8B7D-50D5-D1B8-967C3F200917}"/>
              </a:ext>
            </a:extLst>
          </p:cNvPr>
          <p:cNvSpPr txBox="1"/>
          <p:nvPr/>
        </p:nvSpPr>
        <p:spPr>
          <a:xfrm>
            <a:off x="807194" y="2961248"/>
            <a:ext cx="873818"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부대비용</a:t>
            </a:r>
            <a:endParaRPr lang="en-US" altLang="ko-KR"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3" name="그룹 22">
            <a:extLst>
              <a:ext uri="{FF2B5EF4-FFF2-40B4-BE49-F238E27FC236}">
                <a16:creationId xmlns:a16="http://schemas.microsoft.com/office/drawing/2014/main" id="{3C9B1EB1-75AC-38C5-2CCE-B9BC8B82A450}"/>
              </a:ext>
            </a:extLst>
          </p:cNvPr>
          <p:cNvGrpSpPr/>
          <p:nvPr/>
        </p:nvGrpSpPr>
        <p:grpSpPr>
          <a:xfrm>
            <a:off x="1794596" y="5285119"/>
            <a:ext cx="1541229" cy="1132364"/>
            <a:chOff x="2247604" y="4646835"/>
            <a:chExt cx="1541229" cy="1132364"/>
          </a:xfrm>
        </p:grpSpPr>
        <p:sp>
          <p:nvSpPr>
            <p:cNvPr id="24" name="TextBox 23">
              <a:extLst>
                <a:ext uri="{FF2B5EF4-FFF2-40B4-BE49-F238E27FC236}">
                  <a16:creationId xmlns:a16="http://schemas.microsoft.com/office/drawing/2014/main" id="{610B755E-5687-716B-8F0D-14B1A28E5899}"/>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5" name="TextBox 24">
              <a:extLst>
                <a:ext uri="{FF2B5EF4-FFF2-40B4-BE49-F238E27FC236}">
                  <a16:creationId xmlns:a16="http://schemas.microsoft.com/office/drawing/2014/main" id="{43508A10-9D39-9B2F-ECB2-5D1C46B09B63}"/>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6" name="TextBox 25">
              <a:extLst>
                <a:ext uri="{FF2B5EF4-FFF2-40B4-BE49-F238E27FC236}">
                  <a16:creationId xmlns:a16="http://schemas.microsoft.com/office/drawing/2014/main" id="{8477C1FB-475D-31FE-1415-89F12C555994}"/>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7" name="TextBox 26">
              <a:extLst>
                <a:ext uri="{FF2B5EF4-FFF2-40B4-BE49-F238E27FC236}">
                  <a16:creationId xmlns:a16="http://schemas.microsoft.com/office/drawing/2014/main" id="{ED41C60D-0C55-59A2-D759-3B369E8D3C76}"/>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28" name="TextBox 27">
            <a:extLst>
              <a:ext uri="{FF2B5EF4-FFF2-40B4-BE49-F238E27FC236}">
                <a16:creationId xmlns:a16="http://schemas.microsoft.com/office/drawing/2014/main" id="{7089418C-72A7-2963-CDE5-6B78E666FD62}"/>
              </a:ext>
            </a:extLst>
          </p:cNvPr>
          <p:cNvSpPr txBox="1"/>
          <p:nvPr/>
        </p:nvSpPr>
        <p:spPr>
          <a:xfrm>
            <a:off x="2025251" y="4834295"/>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9" name="TextBox 28">
            <a:extLst>
              <a:ext uri="{FF2B5EF4-FFF2-40B4-BE49-F238E27FC236}">
                <a16:creationId xmlns:a16="http://schemas.microsoft.com/office/drawing/2014/main" id="{486D41DF-C7D5-FFC2-18F3-5D93F20236EA}"/>
              </a:ext>
            </a:extLst>
          </p:cNvPr>
          <p:cNvSpPr txBox="1"/>
          <p:nvPr/>
        </p:nvSpPr>
        <p:spPr>
          <a:xfrm>
            <a:off x="2025251" y="3792409"/>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0" name="TextBox 29">
            <a:extLst>
              <a:ext uri="{FF2B5EF4-FFF2-40B4-BE49-F238E27FC236}">
                <a16:creationId xmlns:a16="http://schemas.microsoft.com/office/drawing/2014/main" id="{8E4AB489-0B84-BB94-AC6E-89A49CD5AD8E}"/>
              </a:ext>
            </a:extLst>
          </p:cNvPr>
          <p:cNvSpPr txBox="1"/>
          <p:nvPr/>
        </p:nvSpPr>
        <p:spPr>
          <a:xfrm>
            <a:off x="1920053" y="3020663"/>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2" name="직사각형 31">
            <a:extLst>
              <a:ext uri="{FF2B5EF4-FFF2-40B4-BE49-F238E27FC236}">
                <a16:creationId xmlns:a16="http://schemas.microsoft.com/office/drawing/2014/main" id="{DD6ECFAA-1F36-449E-1771-BF5E529A5C2B}"/>
              </a:ext>
            </a:extLst>
          </p:cNvPr>
          <p:cNvSpPr/>
          <p:nvPr/>
        </p:nvSpPr>
        <p:spPr>
          <a:xfrm>
            <a:off x="657054" y="3323744"/>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ACF80394-194C-7746-7632-66AB3D8A1AC9}"/>
              </a:ext>
            </a:extLst>
          </p:cNvPr>
          <p:cNvSpPr txBox="1"/>
          <p:nvPr/>
        </p:nvSpPr>
        <p:spPr>
          <a:xfrm>
            <a:off x="792263" y="4499114"/>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grpSp>
        <p:nvGrpSpPr>
          <p:cNvPr id="58" name="그룹 57">
            <a:extLst>
              <a:ext uri="{FF2B5EF4-FFF2-40B4-BE49-F238E27FC236}">
                <a16:creationId xmlns:a16="http://schemas.microsoft.com/office/drawing/2014/main" id="{CB013052-F65E-AAFC-2B64-0E90F7F46E6E}"/>
              </a:ext>
            </a:extLst>
          </p:cNvPr>
          <p:cNvGrpSpPr/>
          <p:nvPr/>
        </p:nvGrpSpPr>
        <p:grpSpPr>
          <a:xfrm>
            <a:off x="6774346" y="2957618"/>
            <a:ext cx="3012272" cy="3706021"/>
            <a:chOff x="4776655" y="2366959"/>
            <a:chExt cx="3012272" cy="3706021"/>
          </a:xfrm>
        </p:grpSpPr>
        <p:cxnSp>
          <p:nvCxnSpPr>
            <p:cNvPr id="59" name="직선 연결선 58">
              <a:extLst>
                <a:ext uri="{FF2B5EF4-FFF2-40B4-BE49-F238E27FC236}">
                  <a16:creationId xmlns:a16="http://schemas.microsoft.com/office/drawing/2014/main" id="{4D5233BB-E31F-9E30-344B-DBD56AE46BEF}"/>
                </a:ext>
              </a:extLst>
            </p:cNvPr>
            <p:cNvCxnSpPr>
              <a:cxnSpLocks/>
            </p:cNvCxnSpPr>
            <p:nvPr/>
          </p:nvCxnSpPr>
          <p:spPr>
            <a:xfrm>
              <a:off x="4776655" y="5820952"/>
              <a:ext cx="3012272" cy="0"/>
            </a:xfrm>
            <a:prstGeom prst="line">
              <a:avLst/>
            </a:prstGeom>
            <a:noFill/>
            <a:ln w="6350" cap="flat" cmpd="sng" algn="ctr">
              <a:solidFill>
                <a:srgbClr val="B2B2B2"/>
              </a:solidFill>
              <a:prstDash val="solid"/>
              <a:miter lim="800000"/>
            </a:ln>
            <a:effectLst/>
          </p:spPr>
        </p:cxnSp>
        <p:cxnSp>
          <p:nvCxnSpPr>
            <p:cNvPr id="60" name="직선 연결선 59">
              <a:extLst>
                <a:ext uri="{FF2B5EF4-FFF2-40B4-BE49-F238E27FC236}">
                  <a16:creationId xmlns:a16="http://schemas.microsoft.com/office/drawing/2014/main" id="{73AF25FE-6E18-F2AA-9C9E-849B952FD25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61" name="TextBox 60">
              <a:extLst>
                <a:ext uri="{FF2B5EF4-FFF2-40B4-BE49-F238E27FC236}">
                  <a16:creationId xmlns:a16="http://schemas.microsoft.com/office/drawing/2014/main" id="{89AAB27A-4C49-99C2-0C39-CF43F7FF93AB}"/>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[3,039]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5" name="그룹 64">
            <a:extLst>
              <a:ext uri="{FF2B5EF4-FFF2-40B4-BE49-F238E27FC236}">
                <a16:creationId xmlns:a16="http://schemas.microsoft.com/office/drawing/2014/main" id="{268E5462-C44F-E442-913F-BB6D4A0DE7FC}"/>
              </a:ext>
            </a:extLst>
          </p:cNvPr>
          <p:cNvGrpSpPr/>
          <p:nvPr/>
        </p:nvGrpSpPr>
        <p:grpSpPr>
          <a:xfrm>
            <a:off x="9353611" y="2953817"/>
            <a:ext cx="676467" cy="3371758"/>
            <a:chOff x="3063771" y="2375207"/>
            <a:chExt cx="676467" cy="3312084"/>
          </a:xfrm>
        </p:grpSpPr>
        <p:cxnSp>
          <p:nvCxnSpPr>
            <p:cNvPr id="66" name="직선 연결선 65">
              <a:extLst>
                <a:ext uri="{FF2B5EF4-FFF2-40B4-BE49-F238E27FC236}">
                  <a16:creationId xmlns:a16="http://schemas.microsoft.com/office/drawing/2014/main" id="{6459BE25-4D04-589C-2D53-83400CAD5A5D}"/>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7" name="그룹 66">
              <a:extLst>
                <a:ext uri="{FF2B5EF4-FFF2-40B4-BE49-F238E27FC236}">
                  <a16:creationId xmlns:a16="http://schemas.microsoft.com/office/drawing/2014/main" id="{C5A2CB37-1B86-FC60-FF11-BB9DA353CB29}"/>
                </a:ext>
              </a:extLst>
            </p:cNvPr>
            <p:cNvGrpSpPr/>
            <p:nvPr/>
          </p:nvGrpSpPr>
          <p:grpSpPr>
            <a:xfrm>
              <a:off x="3236003" y="2375207"/>
              <a:ext cx="332003" cy="2341830"/>
              <a:chOff x="1091841" y="2179661"/>
              <a:chExt cx="92967" cy="799117"/>
            </a:xfrm>
          </p:grpSpPr>
          <p:cxnSp>
            <p:nvCxnSpPr>
              <p:cNvPr id="70" name="직선 연결선 69">
                <a:extLst>
                  <a:ext uri="{FF2B5EF4-FFF2-40B4-BE49-F238E27FC236}">
                    <a16:creationId xmlns:a16="http://schemas.microsoft.com/office/drawing/2014/main" id="{14C46D64-EFD6-2EF6-E1E8-195801B97FE2}"/>
                  </a:ext>
                </a:extLst>
              </p:cNvPr>
              <p:cNvCxnSpPr>
                <a:cxnSpLocks/>
              </p:cNvCxnSpPr>
              <p:nvPr/>
            </p:nvCxnSpPr>
            <p:spPr>
              <a:xfrm>
                <a:off x="1138325" y="2179661"/>
                <a:ext cx="0" cy="799117"/>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직선 연결선 70">
                <a:extLst>
                  <a:ext uri="{FF2B5EF4-FFF2-40B4-BE49-F238E27FC236}">
                    <a16:creationId xmlns:a16="http://schemas.microsoft.com/office/drawing/2014/main" id="{59C4CFB7-8ACD-5BCA-1513-F792270995B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2" name="직선 연결선 71">
                <a:extLst>
                  <a:ext uri="{FF2B5EF4-FFF2-40B4-BE49-F238E27FC236}">
                    <a16:creationId xmlns:a16="http://schemas.microsoft.com/office/drawing/2014/main" id="{3ED6B3FF-9922-6BB6-F8F8-BB7D79467CE2}"/>
                  </a:ext>
                </a:extLst>
              </p:cNvPr>
              <p:cNvCxnSpPr>
                <a:cxnSpLocks/>
              </p:cNvCxnSpPr>
              <p:nvPr/>
            </p:nvCxnSpPr>
            <p:spPr>
              <a:xfrm>
                <a:off x="1091841" y="2978778"/>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68" name="직선 연결선 67">
              <a:extLst>
                <a:ext uri="{FF2B5EF4-FFF2-40B4-BE49-F238E27FC236}">
                  <a16:creationId xmlns:a16="http://schemas.microsoft.com/office/drawing/2014/main" id="{965A7B5A-23AE-89F4-ED3D-A13BA8A88F2D}"/>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E235B4-137E-07D8-FC0C-8D5C61DD067E}"/>
                </a:ext>
              </a:extLst>
            </p:cNvPr>
            <p:cNvSpPr txBox="1"/>
            <p:nvPr/>
          </p:nvSpPr>
          <p:spPr>
            <a:xfrm>
              <a:off x="3063771" y="3159949"/>
              <a:ext cx="676467" cy="272097"/>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61.8%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4" name="TextBox 73">
            <a:extLst>
              <a:ext uri="{FF2B5EF4-FFF2-40B4-BE49-F238E27FC236}">
                <a16:creationId xmlns:a16="http://schemas.microsoft.com/office/drawing/2014/main" id="{A8E5062E-08EC-569D-8DCD-6389BD0B28B7}"/>
              </a:ext>
            </a:extLst>
          </p:cNvPr>
          <p:cNvSpPr txBox="1"/>
          <p:nvPr/>
        </p:nvSpPr>
        <p:spPr>
          <a:xfrm>
            <a:off x="8181208" y="399246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93" name="TextBox 92">
            <a:extLst>
              <a:ext uri="{FF2B5EF4-FFF2-40B4-BE49-F238E27FC236}">
                <a16:creationId xmlns:a16="http://schemas.microsoft.com/office/drawing/2014/main" id="{0DA61352-75CD-376E-5669-84E0FA94BBF5}"/>
              </a:ext>
            </a:extLst>
          </p:cNvPr>
          <p:cNvSpPr txBox="1"/>
          <p:nvPr/>
        </p:nvSpPr>
        <p:spPr>
          <a:xfrm>
            <a:off x="8104128" y="5740122"/>
            <a:ext cx="1079124"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aphicFrame>
        <p:nvGraphicFramePr>
          <p:cNvPr id="137" name="표 136">
            <a:extLst>
              <a:ext uri="{FF2B5EF4-FFF2-40B4-BE49-F238E27FC236}">
                <a16:creationId xmlns:a16="http://schemas.microsoft.com/office/drawing/2014/main" id="{5F33A49C-AA03-98FE-3131-AD9EDA76A1CD}"/>
              </a:ext>
            </a:extLst>
          </p:cNvPr>
          <p:cNvGraphicFramePr>
            <a:graphicFrameLocks noGrp="1"/>
          </p:cNvGraphicFramePr>
          <p:nvPr>
            <p:extLst>
              <p:ext uri="{D42A27DB-BD31-4B8C-83A1-F6EECF244321}">
                <p14:modId xmlns:p14="http://schemas.microsoft.com/office/powerpoint/2010/main" val="605217279"/>
              </p:ext>
            </p:extLst>
          </p:nvPr>
        </p:nvGraphicFramePr>
        <p:xfrm>
          <a:off x="3682516" y="4888326"/>
          <a:ext cx="3205924" cy="1122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801481">
                  <a:extLst>
                    <a:ext uri="{9D8B030D-6E8A-4147-A177-3AD203B41FA5}">
                      <a16:colId xmlns:a16="http://schemas.microsoft.com/office/drawing/2014/main" val="3425775602"/>
                    </a:ext>
                  </a:extLst>
                </a:gridCol>
                <a:gridCol w="801481">
                  <a:extLst>
                    <a:ext uri="{9D8B030D-6E8A-4147-A177-3AD203B41FA5}">
                      <a16:colId xmlns:a16="http://schemas.microsoft.com/office/drawing/2014/main" val="2553458198"/>
                    </a:ext>
                  </a:extLst>
                </a:gridCol>
                <a:gridCol w="801481">
                  <a:extLst>
                    <a:ext uri="{9D8B030D-6E8A-4147-A177-3AD203B41FA5}">
                      <a16:colId xmlns:a16="http://schemas.microsoft.com/office/drawing/2014/main" val="2038272616"/>
                    </a:ext>
                  </a:extLst>
                </a:gridCol>
                <a:gridCol w="801481">
                  <a:extLst>
                    <a:ext uri="{9D8B030D-6E8A-4147-A177-3AD203B41FA5}">
                      <a16:colId xmlns:a16="http://schemas.microsoft.com/office/drawing/2014/main" val="1739333396"/>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BE5D6"/>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5460510"/>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4B183"/>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삼성증권</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63832476"/>
                  </a:ext>
                </a:extLst>
              </a:tr>
              <a:tr h="144565">
                <a:tc>
                  <a:txBody>
                    <a:bodyPr/>
                    <a:lstStyle/>
                    <a:p>
                      <a:pPr algn="ctr" latinLnBrk="1">
                        <a:buNone/>
                      </a:pP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C55A1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[TBD]</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[TBD]</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원본감자</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43C0C"/>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82036029"/>
                  </a:ext>
                </a:extLst>
              </a:tr>
            </a:tbl>
          </a:graphicData>
        </a:graphic>
      </p:graphicFrame>
      <p:grpSp>
        <p:nvGrpSpPr>
          <p:cNvPr id="75" name="그룹 74">
            <a:extLst>
              <a:ext uri="{FF2B5EF4-FFF2-40B4-BE49-F238E27FC236}">
                <a16:creationId xmlns:a16="http://schemas.microsoft.com/office/drawing/2014/main" id="{3FF72005-120D-581B-97E6-3C18E96604D8}"/>
              </a:ext>
            </a:extLst>
          </p:cNvPr>
          <p:cNvGrpSpPr/>
          <p:nvPr/>
        </p:nvGrpSpPr>
        <p:grpSpPr>
          <a:xfrm>
            <a:off x="8045308" y="5183708"/>
            <a:ext cx="1196756" cy="246221"/>
            <a:chOff x="12753471" y="5844631"/>
            <a:chExt cx="1351626" cy="246221"/>
          </a:xfrm>
        </p:grpSpPr>
        <p:sp>
          <p:nvSpPr>
            <p:cNvPr id="62" name="직사각형 61">
              <a:extLst>
                <a:ext uri="{FF2B5EF4-FFF2-40B4-BE49-F238E27FC236}">
                  <a16:creationId xmlns:a16="http://schemas.microsoft.com/office/drawing/2014/main" id="{7E5BDBC0-328D-F532-2CDD-F4C897CC1BAE}"/>
                </a:ext>
              </a:extLst>
            </p:cNvPr>
            <p:cNvSpPr/>
            <p:nvPr/>
          </p:nvSpPr>
          <p:spPr bwMode="auto">
            <a:xfrm>
              <a:off x="12753471" y="5879975"/>
              <a:ext cx="1351626" cy="149132"/>
            </a:xfrm>
            <a:prstGeom prst="rect">
              <a:avLst/>
            </a:prstGeom>
            <a:solidFill>
              <a:schemeClr val="bg1"/>
            </a:solidFill>
            <a:ln w="12700" cap="flat" cmpd="sng" algn="ctr">
              <a:solidFill>
                <a:schemeClr val="tx1">
                  <a:lumMod val="50000"/>
                  <a:lumOff val="5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1000" b="1" i="0" u="none" strike="noStrike" cap="none" normalizeH="0" baseline="0">
                <a:ln>
                  <a:noFill/>
                </a:ln>
                <a:solidFill>
                  <a:schemeClr val="tx1">
                    <a:lumMod val="75000"/>
                    <a:lumOff val="25000"/>
                  </a:schemeClr>
                </a:solidFill>
                <a:effectLst>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3" name="TextBox 72">
              <a:extLst>
                <a:ext uri="{FF2B5EF4-FFF2-40B4-BE49-F238E27FC236}">
                  <a16:creationId xmlns:a16="http://schemas.microsoft.com/office/drawing/2014/main" id="{615BF782-BFD8-153B-F5B2-1F9086E90551}"/>
                </a:ext>
              </a:extLst>
            </p:cNvPr>
            <p:cNvSpPr txBox="1"/>
            <p:nvPr/>
          </p:nvSpPr>
          <p:spPr>
            <a:xfrm>
              <a:off x="13019078" y="5844631"/>
              <a:ext cx="835328"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7" name="직사각형 76">
            <a:extLst>
              <a:ext uri="{FF2B5EF4-FFF2-40B4-BE49-F238E27FC236}">
                <a16:creationId xmlns:a16="http://schemas.microsoft.com/office/drawing/2014/main" id="{3747145C-8B3E-00D8-57D8-317ECC4F7F5F}"/>
              </a:ext>
            </a:extLst>
          </p:cNvPr>
          <p:cNvSpPr/>
          <p:nvPr/>
        </p:nvSpPr>
        <p:spPr>
          <a:xfrm>
            <a:off x="9312500" y="4351879"/>
            <a:ext cx="936475" cy="769441"/>
          </a:xfrm>
          <a:prstGeom prst="rect">
            <a:avLst/>
          </a:prstGeom>
          <a:solidFill>
            <a:schemeClr val="bg1"/>
          </a:solid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② </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Re-fi</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시점</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추가차입으로</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유상감자</a:t>
            </a:r>
            <a:endParaRPr kumimoji="0" lang="en-US" altLang="ko-KR"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81" name="그룹 80">
            <a:extLst>
              <a:ext uri="{FF2B5EF4-FFF2-40B4-BE49-F238E27FC236}">
                <a16:creationId xmlns:a16="http://schemas.microsoft.com/office/drawing/2014/main" id="{6FD76439-40DB-7F2C-3611-C792AFD249C5}"/>
              </a:ext>
            </a:extLst>
          </p:cNvPr>
          <p:cNvGrpSpPr/>
          <p:nvPr/>
        </p:nvGrpSpPr>
        <p:grpSpPr>
          <a:xfrm>
            <a:off x="5168892" y="4319268"/>
            <a:ext cx="1379169" cy="676183"/>
            <a:chOff x="5057874" y="3517857"/>
            <a:chExt cx="1379169" cy="676183"/>
          </a:xfrm>
          <a:solidFill>
            <a:schemeClr val="tx2">
              <a:lumMod val="75000"/>
            </a:schemeClr>
          </a:solidFill>
          <a:effectLst>
            <a:outerShdw blurRad="50800" dist="38100" dir="2700000" algn="tl" rotWithShape="0">
              <a:prstClr val="black">
                <a:alpha val="40000"/>
              </a:prstClr>
            </a:outerShdw>
          </a:effectLst>
        </p:grpSpPr>
        <p:sp>
          <p:nvSpPr>
            <p:cNvPr id="80" name="이등변 삼각형 79">
              <a:extLst>
                <a:ext uri="{FF2B5EF4-FFF2-40B4-BE49-F238E27FC236}">
                  <a16:creationId xmlns:a16="http://schemas.microsoft.com/office/drawing/2014/main" id="{2983E957-FDC6-4C00-4034-CD9E0247C934}"/>
                </a:ext>
              </a:extLst>
            </p:cNvPr>
            <p:cNvSpPr/>
            <p:nvPr/>
          </p:nvSpPr>
          <p:spPr>
            <a:xfrm rot="10800000">
              <a:off x="5231986" y="3890141"/>
              <a:ext cx="131519" cy="303899"/>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8" name="직사각형 77">
              <a:extLst>
                <a:ext uri="{FF2B5EF4-FFF2-40B4-BE49-F238E27FC236}">
                  <a16:creationId xmlns:a16="http://schemas.microsoft.com/office/drawing/2014/main" id="{91D004F9-88AB-29A7-6720-74CFDC2834A9}"/>
                </a:ext>
              </a:extLst>
            </p:cNvPr>
            <p:cNvSpPr/>
            <p:nvPr/>
          </p:nvSpPr>
          <p:spPr>
            <a:xfrm>
              <a:off x="5057874" y="3517857"/>
              <a:ext cx="1379169" cy="43591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지분율</a:t>
              </a:r>
              <a:endPar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65.2%</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확보</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사모리츠</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3" name="TextBox 82">
            <a:extLst>
              <a:ext uri="{FF2B5EF4-FFF2-40B4-BE49-F238E27FC236}">
                <a16:creationId xmlns:a16="http://schemas.microsoft.com/office/drawing/2014/main" id="{8069C023-CDAF-F1EF-1FB3-C621BA53BAA3}"/>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거래종결 후 </a:t>
            </a:r>
            <a:r>
              <a:rPr lang="en-US" altLang="ko-KR" sz="1600" dirty="0">
                <a:solidFill>
                  <a:schemeClr val="tx1"/>
                </a:solidFill>
              </a:rPr>
              <a:t>2</a:t>
            </a:r>
            <a:r>
              <a:rPr lang="ko-KR" altLang="en-US" sz="1600" dirty="0">
                <a:solidFill>
                  <a:schemeClr val="tx1"/>
                </a:solidFill>
              </a:rPr>
              <a:t>년간 </a:t>
            </a:r>
            <a:r>
              <a:rPr lang="en-US" altLang="ko-KR" sz="1600" dirty="0">
                <a:solidFill>
                  <a:schemeClr val="tx1"/>
                </a:solidFill>
              </a:rPr>
              <a:t>1</a:t>
            </a:r>
            <a:r>
              <a:rPr lang="ko-KR" altLang="en-US" sz="1600" dirty="0">
                <a:solidFill>
                  <a:schemeClr val="tx1"/>
                </a:solidFill>
              </a:rPr>
              <a:t>종 및 </a:t>
            </a:r>
            <a:r>
              <a:rPr lang="en-US" altLang="ko-KR" sz="1600" dirty="0">
                <a:solidFill>
                  <a:schemeClr val="tx1"/>
                </a:solidFill>
              </a:rPr>
              <a:t>2</a:t>
            </a:r>
            <a:r>
              <a:rPr lang="ko-KR" altLang="en-US" sz="1600" dirty="0">
                <a:solidFill>
                  <a:schemeClr val="tx1"/>
                </a:solidFill>
              </a:rPr>
              <a:t>종 우선주 지분 매입을 통하여 ㈜</a:t>
            </a:r>
            <a:r>
              <a:rPr lang="ko-KR" altLang="en-US" sz="1600" dirty="0" err="1">
                <a:solidFill>
                  <a:schemeClr val="tx1"/>
                </a:solidFill>
              </a:rPr>
              <a:t>코람코라이프인프라리츠의</a:t>
            </a:r>
            <a:r>
              <a:rPr lang="ko-KR" altLang="en-US" sz="1600" dirty="0">
                <a:solidFill>
                  <a:schemeClr val="tx1"/>
                </a:solidFill>
              </a:rPr>
              <a:t> </a:t>
            </a:r>
            <a:r>
              <a:rPr lang="ko-KR" altLang="en-US" sz="1600" dirty="0" err="1">
                <a:solidFill>
                  <a:schemeClr val="tx1"/>
                </a:solidFill>
              </a:rPr>
              <a:t>자리츠로</a:t>
            </a:r>
            <a:r>
              <a:rPr lang="ko-KR" altLang="en-US" sz="1600" dirty="0">
                <a:solidFill>
                  <a:schemeClr val="tx1"/>
                </a:solidFill>
              </a:rPr>
              <a:t> 편입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주주간계약 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감자에 대한 내용 합의 및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주주와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투자자 간 매매에 대한 내용 주주간계약 상 포함 예정</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 name="TextBox 89">
            <a:extLst>
              <a:ext uri="{FF2B5EF4-FFF2-40B4-BE49-F238E27FC236}">
                <a16:creationId xmlns:a16="http://schemas.microsoft.com/office/drawing/2014/main" id="{222BB8C3-0503-F17C-E568-AF73266C601A}"/>
              </a:ext>
            </a:extLst>
          </p:cNvPr>
          <p:cNvSpPr txBox="1"/>
          <p:nvPr/>
        </p:nvSpPr>
        <p:spPr>
          <a:xfrm>
            <a:off x="6916976"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92" name="TextBox 91">
            <a:extLst>
              <a:ext uri="{FF2B5EF4-FFF2-40B4-BE49-F238E27FC236}">
                <a16:creationId xmlns:a16="http://schemas.microsoft.com/office/drawing/2014/main" id="{58493E33-299C-B9D1-317B-C757082538F6}"/>
              </a:ext>
            </a:extLst>
          </p:cNvPr>
          <p:cNvSpPr txBox="1"/>
          <p:nvPr/>
        </p:nvSpPr>
        <p:spPr>
          <a:xfrm>
            <a:off x="765274"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r>
              <a:rPr lang="ko-KR" altLang="en-US" sz="1100" b="1" kern="0" dirty="0">
                <a:solidFill>
                  <a:prstClr val="black"/>
                </a:solidFill>
              </a:rPr>
              <a:t>시점</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34" name="TextBox 33">
            <a:extLst>
              <a:ext uri="{FF2B5EF4-FFF2-40B4-BE49-F238E27FC236}">
                <a16:creationId xmlns:a16="http://schemas.microsoft.com/office/drawing/2014/main" id="{0043697D-E269-CF1D-9A7A-C5F3EBA35980}"/>
              </a:ext>
            </a:extLst>
          </p:cNvPr>
          <p:cNvSpPr txBox="1"/>
          <p:nvPr/>
        </p:nvSpPr>
        <p:spPr>
          <a:xfrm>
            <a:off x="283368" y="6813808"/>
            <a:ext cx="3942105"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기준일(’26.04) 기준 감정가(3,345억원)에 24개월 경과 분 물가상승률(2%) 반영 </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1" name="TextBox 30">
            <a:extLst>
              <a:ext uri="{FF2B5EF4-FFF2-40B4-BE49-F238E27FC236}">
                <a16:creationId xmlns:a16="http://schemas.microsoft.com/office/drawing/2014/main" id="{9CF209F6-99C9-69AB-CF4D-BCE9ADD89425}"/>
              </a:ext>
            </a:extLst>
          </p:cNvPr>
          <p:cNvSpPr txBox="1"/>
          <p:nvPr/>
        </p:nvSpPr>
        <p:spPr>
          <a:xfrm>
            <a:off x="8066938" y="3020663"/>
            <a:ext cx="1116314"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Tree>
    <p:extLst>
      <p:ext uri="{BB962C8B-B14F-4D97-AF65-F5344CB8AC3E}">
        <p14:creationId xmlns:p14="http://schemas.microsoft.com/office/powerpoint/2010/main" val="330000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8955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코람코라이프인프라리츠는</a:t>
            </a:r>
            <a:r>
              <a:rPr lang="ko-KR" altLang="en-US" sz="1600" dirty="0">
                <a:solidFill>
                  <a:schemeClr val="tx1"/>
                </a:solidFill>
              </a:rPr>
              <a:t> </a:t>
            </a:r>
            <a:r>
              <a:rPr lang="ko-KR" altLang="en-US" sz="1600" dirty="0" err="1">
                <a:solidFill>
                  <a:schemeClr val="tx1"/>
                </a:solidFill>
              </a:rPr>
              <a:t>상장리츠로써</a:t>
            </a:r>
            <a:r>
              <a:rPr lang="ko-KR" altLang="en-US" sz="1600" dirty="0">
                <a:solidFill>
                  <a:schemeClr val="tx1"/>
                </a:solidFill>
              </a:rPr>
              <a:t> 금번 투자 시 별도 유상증자 없이 </a:t>
            </a:r>
            <a:r>
              <a:rPr lang="en-US" altLang="ko-KR" sz="1600" dirty="0">
                <a:solidFill>
                  <a:schemeClr val="tx1"/>
                </a:solidFill>
              </a:rPr>
              <a:t>2</a:t>
            </a:r>
            <a:r>
              <a:rPr lang="ko-KR" altLang="en-US" sz="1600" dirty="0">
                <a:solidFill>
                  <a:schemeClr val="tx1"/>
                </a:solidFill>
              </a:rPr>
              <a:t>년의 기간에 걸쳐 단계적으로 매입할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extLst>
              <p:ext uri="{D42A27DB-BD31-4B8C-83A1-F6EECF244321}">
                <p14:modId xmlns:p14="http://schemas.microsoft.com/office/powerpoint/2010/main" val="2267097233"/>
              </p:ext>
            </p:extLst>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인수확약 조건 주요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인수 확약조건 주요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extLst>
              <p:ext uri="{D42A27DB-BD31-4B8C-83A1-F6EECF244321}">
                <p14:modId xmlns:p14="http://schemas.microsoft.com/office/powerpoint/2010/main" val="1058166299"/>
              </p:ext>
            </p:extLst>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endPar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 </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36309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508E5575-D5AB-00E9-29F6-A1601741F2C0}"/>
              </a:ext>
            </a:extLst>
          </p:cNvPr>
          <p:cNvGrpSpPr/>
          <p:nvPr/>
        </p:nvGrpSpPr>
        <p:grpSpPr>
          <a:xfrm>
            <a:off x="389037" y="4571925"/>
            <a:ext cx="707245" cy="246221"/>
            <a:chOff x="458886" y="1467302"/>
            <a:chExt cx="707245" cy="246221"/>
          </a:xfrm>
        </p:grpSpPr>
        <p:sp>
          <p:nvSpPr>
            <p:cNvPr id="21" name="TextBox 20">
              <a:extLst>
                <a:ext uri="{FF2B5EF4-FFF2-40B4-BE49-F238E27FC236}">
                  <a16:creationId xmlns:a16="http://schemas.microsoft.com/office/drawing/2014/main" id="{E23B6F95-3490-8A45-F64D-D280D7A6DDBA}"/>
                </a:ext>
              </a:extLst>
            </p:cNvPr>
            <p:cNvSpPr txBox="1"/>
            <p:nvPr/>
          </p:nvSpPr>
          <p:spPr>
            <a:xfrm>
              <a:off x="458886" y="1467302"/>
              <a:ext cx="70724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a:t>
              </a:r>
            </a:p>
          </p:txBody>
        </p:sp>
        <p:sp>
          <p:nvSpPr>
            <p:cNvPr id="22" name="직사각형 21">
              <a:extLst>
                <a:ext uri="{FF2B5EF4-FFF2-40B4-BE49-F238E27FC236}">
                  <a16:creationId xmlns:a16="http://schemas.microsoft.com/office/drawing/2014/main" id="{EA05539B-6C10-68D6-9686-87A693FFF344}"/>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92686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Sources &amp; Uses</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3" name="표 2">
            <a:extLst>
              <a:ext uri="{FF2B5EF4-FFF2-40B4-BE49-F238E27FC236}">
                <a16:creationId xmlns:a16="http://schemas.microsoft.com/office/drawing/2014/main" id="{3BAC653C-7EB9-4FE3-8625-E9C8D0D24234}"/>
              </a:ext>
            </a:extLst>
          </p:cNvPr>
          <p:cNvGraphicFramePr>
            <a:graphicFrameLocks noGrp="1"/>
          </p:cNvGraphicFramePr>
          <p:nvPr>
            <p:extLst>
              <p:ext uri="{D42A27DB-BD31-4B8C-83A1-F6EECF244321}">
                <p14:modId xmlns:p14="http://schemas.microsoft.com/office/powerpoint/2010/main" val="3970761121"/>
              </p:ext>
            </p:extLst>
          </p:nvPr>
        </p:nvGraphicFramePr>
        <p:xfrm>
          <a:off x="456670" y="2623054"/>
          <a:ext cx="9853513" cy="1840859"/>
        </p:xfrm>
        <a:graphic>
          <a:graphicData uri="http://schemas.openxmlformats.org/drawingml/2006/table">
            <a:tbl>
              <a:tblPr firstRow="1" bandRow="1">
                <a:tableStyleId>{5C22544A-7EE6-4342-B048-85BDC9FD1C3A}</a:tableStyleId>
              </a:tblPr>
              <a:tblGrid>
                <a:gridCol w="1521150">
                  <a:extLst>
                    <a:ext uri="{9D8B030D-6E8A-4147-A177-3AD203B41FA5}">
                      <a16:colId xmlns:a16="http://schemas.microsoft.com/office/drawing/2014/main" val="2497295097"/>
                    </a:ext>
                  </a:extLst>
                </a:gridCol>
                <a:gridCol w="1376652">
                  <a:extLst>
                    <a:ext uri="{9D8B030D-6E8A-4147-A177-3AD203B41FA5}">
                      <a16:colId xmlns:a16="http://schemas.microsoft.com/office/drawing/2014/main" val="3279365848"/>
                    </a:ext>
                  </a:extLst>
                </a:gridCol>
                <a:gridCol w="905691">
                  <a:extLst>
                    <a:ext uri="{9D8B030D-6E8A-4147-A177-3AD203B41FA5}">
                      <a16:colId xmlns:a16="http://schemas.microsoft.com/office/drawing/2014/main" val="2589598502"/>
                    </a:ext>
                  </a:extLst>
                </a:gridCol>
                <a:gridCol w="6050020">
                  <a:extLst>
                    <a:ext uri="{9D8B030D-6E8A-4147-A177-3AD203B41FA5}">
                      <a16:colId xmlns:a16="http://schemas.microsoft.com/office/drawing/2014/main" val="2413943451"/>
                    </a:ext>
                  </a:extLst>
                </a:gridCol>
              </a:tblGrid>
              <a:tr h="22950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154285342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부동산매입금액</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270,000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 2,700억원, 감정가 대비 −19.3%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66206917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매입수수료</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00134557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취득세</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12,498</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취득세 과세표준의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4.6%</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642168686"/>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및 예비비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662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감정평가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담보</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및 법률실사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재무실사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시장실사 수수료 견적금액 일식 반영</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63474393"/>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금융수수료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4,390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선순위 대출</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[1.45%]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중순위</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대출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[1.0%], 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및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우선주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2.0%,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보통주</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x 1.4%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4516291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예비현금</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재투자</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초기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Carry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기간 배당수익률 확보를 위한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Overfunding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84089643"/>
                  </a:ext>
                </a:extLst>
              </a:tr>
              <a:tr h="234359">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fontAlgn="ctr">
                        <a:buNone/>
                      </a:pPr>
                      <a:endPar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24031502"/>
                  </a:ext>
                </a:extLst>
              </a:tr>
            </a:tbl>
          </a:graphicData>
        </a:graphic>
      </p:graphicFrame>
      <p:sp>
        <p:nvSpPr>
          <p:cNvPr id="30" name="TextBox 29">
            <a:extLst>
              <a:ext uri="{FF2B5EF4-FFF2-40B4-BE49-F238E27FC236}">
                <a16:creationId xmlns:a16="http://schemas.microsoft.com/office/drawing/2014/main" id="{1CBFAC8C-F7FB-89FF-7E4A-93AEE815816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총 사업비 2,989억원으로 매입금액(90.3%), 매입부대비용(6.3%), 예비현금(3.3%)로 구성</a:t>
            </a:r>
          </a:p>
          <a:p>
            <a:pPr marL="432000" indent="-180000">
              <a:buFont typeface="Arial" panose="020B0604020202020204" pitchFamily="34" charset="0"/>
              <a:buChar char="•"/>
              <a:defRPr/>
            </a:pP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Carry기간 1종 우선주(7.0%) 및 2종 우선주(7.5%) 등 확정배당 지급을 위한 Overfunding금액 100억원 편성</a:t>
            </a:r>
            <a:endParaRPr lang="en-US" altLang="ko-KR" sz="1600" dirty="0">
              <a:solidFill>
                <a:schemeClr val="tx1"/>
              </a:solidFill>
            </a:endParaRPr>
          </a:p>
        </p:txBody>
      </p:sp>
      <p:graphicFrame>
        <p:nvGraphicFramePr>
          <p:cNvPr id="29" name="표 28">
            <a:extLst>
              <a:ext uri="{FF2B5EF4-FFF2-40B4-BE49-F238E27FC236}">
                <a16:creationId xmlns:a16="http://schemas.microsoft.com/office/drawing/2014/main" id="{18CFFE13-F129-EB3F-C382-28ACABA1C9C2}"/>
              </a:ext>
            </a:extLst>
          </p:cNvPr>
          <p:cNvGraphicFramePr>
            <a:graphicFrameLocks noGrp="1"/>
          </p:cNvGraphicFramePr>
          <p:nvPr>
            <p:extLst>
              <p:ext uri="{D42A27DB-BD31-4B8C-83A1-F6EECF244321}">
                <p14:modId xmlns:p14="http://schemas.microsoft.com/office/powerpoint/2010/main" val="2694859468"/>
              </p:ext>
            </p:extLst>
          </p:nvPr>
        </p:nvGraphicFramePr>
        <p:xfrm>
          <a:off x="458887" y="4823953"/>
          <a:ext cx="9853513" cy="1729740"/>
        </p:xfrm>
        <a:graphic>
          <a:graphicData uri="http://schemas.openxmlformats.org/drawingml/2006/table">
            <a:tbl>
              <a:tblPr firstRow="1" bandRow="1">
                <a:tableStyleId>{5C22544A-7EE6-4342-B048-85BDC9FD1C3A}</a:tableStyleId>
              </a:tblPr>
              <a:tblGrid>
                <a:gridCol w="1517858">
                  <a:extLst>
                    <a:ext uri="{9D8B030D-6E8A-4147-A177-3AD203B41FA5}">
                      <a16:colId xmlns:a16="http://schemas.microsoft.com/office/drawing/2014/main" val="111567077"/>
                    </a:ext>
                  </a:extLst>
                </a:gridCol>
                <a:gridCol w="1373670">
                  <a:extLst>
                    <a:ext uri="{9D8B030D-6E8A-4147-A177-3AD203B41FA5}">
                      <a16:colId xmlns:a16="http://schemas.microsoft.com/office/drawing/2014/main" val="4230421169"/>
                    </a:ext>
                  </a:extLst>
                </a:gridCol>
                <a:gridCol w="903731">
                  <a:extLst>
                    <a:ext uri="{9D8B030D-6E8A-4147-A177-3AD203B41FA5}">
                      <a16:colId xmlns:a16="http://schemas.microsoft.com/office/drawing/2014/main" val="1121758613"/>
                    </a:ext>
                  </a:extLst>
                </a:gridCol>
                <a:gridCol w="1771312">
                  <a:extLst>
                    <a:ext uri="{9D8B030D-6E8A-4147-A177-3AD203B41FA5}">
                      <a16:colId xmlns:a16="http://schemas.microsoft.com/office/drawing/2014/main" val="3132496807"/>
                    </a:ext>
                  </a:extLst>
                </a:gridCol>
                <a:gridCol w="1192924">
                  <a:extLst>
                    <a:ext uri="{9D8B030D-6E8A-4147-A177-3AD203B41FA5}">
                      <a16:colId xmlns:a16="http://schemas.microsoft.com/office/drawing/2014/main" val="3876656458"/>
                    </a:ext>
                  </a:extLst>
                </a:gridCol>
                <a:gridCol w="3094018">
                  <a:extLst>
                    <a:ext uri="{9D8B030D-6E8A-4147-A177-3AD203B41FA5}">
                      <a16:colId xmlns:a16="http://schemas.microsoft.com/office/drawing/2014/main" val="1684827944"/>
                    </a:ext>
                  </a:extLst>
                </a:gridCol>
              </a:tblGrid>
              <a:tr h="16002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조달비용</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만기</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200330321"/>
                  </a:ext>
                </a:extLst>
              </a:tr>
              <a:tr h="16002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임차인 질권설정금액 제외</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978929039"/>
                  </a:ext>
                </a:extLst>
              </a:tr>
              <a:tr h="298196">
                <a:tc>
                  <a:txBody>
                    <a:bodyPr/>
                    <a:lstStyle/>
                    <a:p>
                      <a:pPr algn="l">
                        <a:buNone/>
                      </a:pPr>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Tr.A</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53.5%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4.78%, 수수료 1.45% (All-in 5.50%)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rowSpan="2">
                  <a:txBody>
                    <a:bodyPr/>
                    <a:lstStyle/>
                    <a:p>
                      <a:pPr algn="l">
                        <a:buNone/>
                      </a:pPr>
                      <a:r>
                        <a:rPr lang="ko-KR" altLang="en-US" sz="1000" dirty="0">
                          <a:solidFill>
                            <a:srgbClr val="1F1F1F"/>
                          </a:solidFill>
                          <a:latin typeface="KoPubWorld돋움체 Light"/>
                          <a:ea typeface="KoPubWorld돋움체 Light"/>
                          <a:cs typeface="KoPubWorld돋움체 Light"/>
                        </a:rPr>
                        <a:t>우리은행 심사 완료</a:t>
                      </a:r>
                      <a:r>
                        <a:rPr lang="en-US" altLang="ko-KR" sz="1000" dirty="0">
                          <a:solidFill>
                            <a:srgbClr val="1F1F1F"/>
                          </a:solidFill>
                          <a:latin typeface="KoPubWorld돋움체 Light"/>
                          <a:ea typeface="KoPubWorld돋움체 Light"/>
                          <a:cs typeface="KoPubWorld돋움체 Light"/>
                        </a:rPr>
                        <a:t>(9/18), LOC </a:t>
                      </a:r>
                      <a:r>
                        <a:rPr lang="ko-KR" altLang="en-US" sz="1000" dirty="0">
                          <a:solidFill>
                            <a:srgbClr val="1F1F1F"/>
                          </a:solidFill>
                          <a:latin typeface="KoPubWorld돋움체 Light"/>
                          <a:ea typeface="KoPubWorld돋움체 Light"/>
                          <a:cs typeface="KoPubWorld돋움체 Light"/>
                        </a:rPr>
                        <a:t>확보 예정</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916333272"/>
                  </a:ext>
                </a:extLst>
              </a:tr>
              <a:tr h="298196">
                <a:tc>
                  <a:txBody>
                    <a:bodyPr/>
                    <a:lstStyle/>
                    <a:p>
                      <a:pPr algn="l">
                        <a:buNone/>
                      </a:pPr>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Tr.B</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6.00%, 수수료 1.00% (All-in 6.50%)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vMerge="1">
                  <a:txBody>
                    <a:bodyPr/>
                    <a:lstStyle/>
                    <a:p>
                      <a:pPr algn="l">
                        <a:buNone/>
                      </a:pPr>
                      <a:r>
                        <a:rPr sz="1000"/>
                        <a:t>우리은행 등, 심사 완료</a:t>
                      </a:r>
                      <a:endParaRPr lang="ko-KR" altLang="en-US" sz="1200" dirty="0">
                        <a:solidFill>
                          <a:srgbClr val="1F1F1F"/>
                        </a:solidFill>
                        <a:latin typeface="KoPubWorld돋움체 Light"/>
                        <a:ea typeface="KoPubWorld돋움체 Light"/>
                        <a:cs typeface="KoPubWorld돋움체 Light"/>
                      </a:endParaRPr>
                    </a:p>
                  </a:txBody>
                  <a:tcPr anchor="ctr">
                    <a:solidFill>
                      <a:srgbClr val="FAFAFA"/>
                    </a:solidFill>
                  </a:tcPr>
                </a:tc>
                <a:extLst>
                  <a:ext uri="{0D108BD9-81ED-4DB2-BD59-A6C34878D82A}">
                    <a16:rowId xmlns:a16="http://schemas.microsoft.com/office/drawing/2014/main" val="741951830"/>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en-US" altLang="ko-KR" sz="1000" dirty="0">
                          <a:solidFill>
                            <a:srgbClr val="1F1F1F"/>
                          </a:solidFill>
                          <a:latin typeface="KoPubWorld돋움체 Light"/>
                          <a:ea typeface="KoPubWorld돋움체 Light"/>
                          <a:cs typeface="KoPubWorld돋움체 Light"/>
                        </a:rPr>
                        <a:t>CoC 7.0% C.G</a:t>
                      </a:r>
                      <a:r>
                        <a:rPr lang="ko-KR" altLang="en-US" sz="1000" dirty="0">
                          <a:solidFill>
                            <a:srgbClr val="1F1F1F"/>
                          </a:solidFill>
                          <a:latin typeface="KoPubWorld돋움체 Light"/>
                          <a:ea typeface="KoPubWorld돋움체 Light"/>
                          <a:cs typeface="KoPubWorld돋움체 Light"/>
                        </a:rPr>
                        <a:t>배분 없음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24+96</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ko-KR" altLang="en-US" sz="1000" dirty="0">
                          <a:solidFill>
                            <a:srgbClr val="1F1F1F"/>
                          </a:solidFill>
                          <a:latin typeface="KoPubWorld돋움체 Light"/>
                          <a:ea typeface="KoPubWorld돋움체 Light"/>
                          <a:cs typeface="KoPubWorld돋움체 Light"/>
                        </a:rPr>
                        <a:t>우리투자증권 인수확약서(LOC) 확보</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119820624"/>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solidFill>
                            <a:srgbClr val="1F1F1F"/>
                          </a:solidFill>
                          <a:latin typeface="KoPubWorld돋움체 Light"/>
                          <a:ea typeface="KoPubWorld돋움체 Light"/>
                          <a:cs typeface="KoPubWorld돋움체 Light"/>
                        </a:rPr>
                        <a:t>CoC 7.5%,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20%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12+108</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삼성증권 인수확약서(LOC) 확보</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920661005"/>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무배당</a:t>
                      </a:r>
                      <a:r>
                        <a:rPr lang="en-US" altLang="ko-KR" sz="1000" dirty="0">
                          <a:solidFill>
                            <a:srgbClr val="1F1F1F"/>
                          </a:solidFill>
                          <a:latin typeface="KoPubWorld돋움체 Light"/>
                          <a:ea typeface="KoPubWorld돋움체 Light"/>
                          <a:cs typeface="KoPubWorld돋움체 Light"/>
                        </a:rPr>
                        <a:t>, </a:t>
                      </a:r>
                      <a:r>
                        <a:rPr lang="ko-KR" altLang="en-US" sz="1000" dirty="0">
                          <a:solidFill>
                            <a:srgbClr val="1F1F1F"/>
                          </a:solidFill>
                          <a:latin typeface="KoPubWorld돋움체 Light"/>
                          <a:ea typeface="KoPubWorld돋움체 Light"/>
                          <a:cs typeface="KoPubWorld돋움체 Light"/>
                        </a:rPr>
                        <a:t>무의결권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㈜엘에프 재투자 (주주간계약 협의 중)</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039941698"/>
                  </a:ext>
                </a:extLst>
              </a:tr>
              <a:tr h="160020">
                <a:tc>
                  <a:txBody>
                    <a:bodyPr/>
                    <a:lstStyle/>
                    <a:p>
                      <a:pPr algn="l">
                        <a:buNone/>
                      </a:pPr>
                      <a:r>
                        <a:rPr lang="ko-KR" altLang="en-US"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잔여배당</a:t>
                      </a:r>
                      <a:r>
                        <a:rPr lang="en-US" altLang="ko-KR" sz="1000" dirty="0">
                          <a:solidFill>
                            <a:srgbClr val="1F1F1F"/>
                          </a:solidFill>
                          <a:latin typeface="KoPubWorld돋움체 Light"/>
                          <a:ea typeface="KoPubWorld돋움체 Light"/>
                          <a:cs typeface="KoPubWorld돋움체 Light"/>
                        </a:rPr>
                        <a:t>,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80%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120</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KLI리츠 이사회 승인 예정(10/1)</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98411354"/>
                  </a:ext>
                </a:extLst>
              </a:tr>
              <a:tr h="160020">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 합계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636007217"/>
                  </a:ext>
                </a:extLst>
              </a:tr>
            </a:tbl>
          </a:graphicData>
        </a:graphic>
      </p:graphicFrame>
      <p:sp>
        <p:nvSpPr>
          <p:cNvPr id="32" name="TextBox 31">
            <a:extLst>
              <a:ext uri="{FF2B5EF4-FFF2-40B4-BE49-F238E27FC236}">
                <a16:creationId xmlns:a16="http://schemas.microsoft.com/office/drawing/2014/main" id="{82F5B5FD-7A2B-9D98-F1A6-B7297F9593AE}"/>
              </a:ext>
            </a:extLst>
          </p:cNvPr>
          <p:cNvSpPr txBox="1"/>
          <p:nvPr/>
        </p:nvSpPr>
        <p:spPr>
          <a:xfrm>
            <a:off x="458887" y="6825369"/>
            <a:ext cx="4577832"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
        <p:nvSpPr>
          <p:cNvPr id="33" name="TextBox 32">
            <a:extLst>
              <a:ext uri="{FF2B5EF4-FFF2-40B4-BE49-F238E27FC236}">
                <a16:creationId xmlns:a16="http://schemas.microsoft.com/office/drawing/2014/main" id="{FEC03FB0-4CA8-874F-1FCC-130BA63F11D9}"/>
              </a:ext>
            </a:extLst>
          </p:cNvPr>
          <p:cNvSpPr txBox="1"/>
          <p:nvPr/>
        </p:nvSpPr>
        <p:spPr>
          <a:xfrm>
            <a:off x="5671924" y="239952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17" name="그룹 16">
            <a:extLst>
              <a:ext uri="{FF2B5EF4-FFF2-40B4-BE49-F238E27FC236}">
                <a16:creationId xmlns:a16="http://schemas.microsoft.com/office/drawing/2014/main" id="{9FF0DD20-01D3-5C12-3E10-B529B51E693A}"/>
              </a:ext>
            </a:extLst>
          </p:cNvPr>
          <p:cNvGrpSpPr/>
          <p:nvPr/>
        </p:nvGrpSpPr>
        <p:grpSpPr>
          <a:xfrm>
            <a:off x="396243" y="2342930"/>
            <a:ext cx="729687" cy="253916"/>
            <a:chOff x="458886" y="1467302"/>
            <a:chExt cx="729687" cy="253916"/>
          </a:xfrm>
        </p:grpSpPr>
        <p:sp>
          <p:nvSpPr>
            <p:cNvPr id="18" name="TextBox 17">
              <a:extLst>
                <a:ext uri="{FF2B5EF4-FFF2-40B4-BE49-F238E27FC236}">
                  <a16:creationId xmlns:a16="http://schemas.microsoft.com/office/drawing/2014/main" id="{89F2B059-32B3-B838-CD26-C9A49DC4103A}"/>
                </a:ext>
              </a:extLst>
            </p:cNvPr>
            <p:cNvSpPr txBox="1"/>
            <p:nvPr/>
          </p:nvSpPr>
          <p:spPr>
            <a:xfrm>
              <a:off x="458886" y="1467302"/>
              <a:ext cx="729687" cy="253916"/>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투자내역</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5B1A2F6F-C5F9-DC5C-0827-818DA4EE648C}"/>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3" name="TextBox 22">
            <a:extLst>
              <a:ext uri="{FF2B5EF4-FFF2-40B4-BE49-F238E27FC236}">
                <a16:creationId xmlns:a16="http://schemas.microsoft.com/office/drawing/2014/main" id="{68290DFA-89B8-1109-C315-10D5FA44982C}"/>
              </a:ext>
            </a:extLst>
          </p:cNvPr>
          <p:cNvSpPr txBox="1"/>
          <p:nvPr/>
        </p:nvSpPr>
        <p:spPr>
          <a:xfrm>
            <a:off x="5681101" y="4587314"/>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11" name="TextBox 10">
            <a:extLst>
              <a:ext uri="{FF2B5EF4-FFF2-40B4-BE49-F238E27FC236}">
                <a16:creationId xmlns:a16="http://schemas.microsoft.com/office/drawing/2014/main" id="{C85FF404-E895-49B7-B28A-50DC5D1ED1F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87327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4680-D29D-3A4C-FF68-7B385C563EC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7F1FF104-2274-F964-B991-108B6607CC3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FCEF6034-07BA-D0D9-A751-CC3DBE747A9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F851294B-FCF4-F092-3A56-35D4F2E56D4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DFF9C142-60B2-A49A-D25A-DF1E8FB5C98C}"/>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9A1EF4F8-F026-1166-624F-201D9687892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ED194853-17C0-4B78-7D60-5457D4C7C496}"/>
                </a:ext>
              </a:extLst>
            </p:cNvPr>
            <p:cNvSpPr txBox="1"/>
            <p:nvPr/>
          </p:nvSpPr>
          <p:spPr>
            <a:xfrm>
              <a:off x="417444" y="1652332"/>
              <a:ext cx="137286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임차인별 임대차 조건</a:t>
              </a:r>
            </a:p>
          </p:txBody>
        </p:sp>
      </p:grpSp>
      <p:grpSp>
        <p:nvGrpSpPr>
          <p:cNvPr id="28" name="그룹 27">
            <a:extLst>
              <a:ext uri="{FF2B5EF4-FFF2-40B4-BE49-F238E27FC236}">
                <a16:creationId xmlns:a16="http://schemas.microsoft.com/office/drawing/2014/main" id="{C6770A5C-B611-8DFF-8536-54C11C7E837B}"/>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34203D52-77B3-23A1-0845-317CB5B4ADB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1A163A70-BD41-D11B-6A7F-7BEF143E54E3}"/>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40131F4E-4FD3-ECD8-7D8D-57A3A15BA4F8}"/>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7854115B-E1E1-09B5-0568-C7361A7E785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46" name="Table 6">
            <a:extLst>
              <a:ext uri="{FF2B5EF4-FFF2-40B4-BE49-F238E27FC236}">
                <a16:creationId xmlns:a16="http://schemas.microsoft.com/office/drawing/2014/main" id="{781FD788-4980-437E-2DAC-E255001AA1B4}"/>
              </a:ext>
            </a:extLst>
          </p:cNvPr>
          <p:cNvGraphicFramePr>
            <a:graphicFrameLocks noGrp="1"/>
          </p:cNvGraphicFramePr>
          <p:nvPr>
            <p:extLst>
              <p:ext uri="{D42A27DB-BD31-4B8C-83A1-F6EECF244321}">
                <p14:modId xmlns:p14="http://schemas.microsoft.com/office/powerpoint/2010/main" val="3888442869"/>
              </p:ext>
            </p:extLst>
          </p:nvPr>
        </p:nvGraphicFramePr>
        <p:xfrm>
          <a:off x="457200" y="2374901"/>
          <a:ext cx="7048946" cy="3839736"/>
        </p:xfrm>
        <a:graphic>
          <a:graphicData uri="http://schemas.openxmlformats.org/drawingml/2006/table">
            <a:tbl>
              <a:tblPr>
                <a:tableStyleId>{5C22544A-7EE6-4342-B048-85BDC9FD1C3A}</a:tableStyleId>
              </a:tblPr>
              <a:tblGrid>
                <a:gridCol w="397904">
                  <a:extLst>
                    <a:ext uri="{9D8B030D-6E8A-4147-A177-3AD203B41FA5}">
                      <a16:colId xmlns:a16="http://schemas.microsoft.com/office/drawing/2014/main" val="646663967"/>
                    </a:ext>
                  </a:extLst>
                </a:gridCol>
                <a:gridCol w="804995">
                  <a:extLst>
                    <a:ext uri="{9D8B030D-6E8A-4147-A177-3AD203B41FA5}">
                      <a16:colId xmlns:a16="http://schemas.microsoft.com/office/drawing/2014/main" val="1425530335"/>
                    </a:ext>
                  </a:extLst>
                </a:gridCol>
                <a:gridCol w="658970">
                  <a:extLst>
                    <a:ext uri="{9D8B030D-6E8A-4147-A177-3AD203B41FA5}">
                      <a16:colId xmlns:a16="http://schemas.microsoft.com/office/drawing/2014/main" val="413513969"/>
                    </a:ext>
                  </a:extLst>
                </a:gridCol>
                <a:gridCol w="849524">
                  <a:extLst>
                    <a:ext uri="{9D8B030D-6E8A-4147-A177-3AD203B41FA5}">
                      <a16:colId xmlns:a16="http://schemas.microsoft.com/office/drawing/2014/main" val="1127324243"/>
                    </a:ext>
                  </a:extLst>
                </a:gridCol>
                <a:gridCol w="936265">
                  <a:extLst>
                    <a:ext uri="{9D8B030D-6E8A-4147-A177-3AD203B41FA5}">
                      <a16:colId xmlns:a16="http://schemas.microsoft.com/office/drawing/2014/main" val="2697937942"/>
                    </a:ext>
                  </a:extLst>
                </a:gridCol>
                <a:gridCol w="936265">
                  <a:extLst>
                    <a:ext uri="{9D8B030D-6E8A-4147-A177-3AD203B41FA5}">
                      <a16:colId xmlns:a16="http://schemas.microsoft.com/office/drawing/2014/main" val="2263992824"/>
                    </a:ext>
                  </a:extLst>
                </a:gridCol>
                <a:gridCol w="936265">
                  <a:extLst>
                    <a:ext uri="{9D8B030D-6E8A-4147-A177-3AD203B41FA5}">
                      <a16:colId xmlns:a16="http://schemas.microsoft.com/office/drawing/2014/main" val="1076015135"/>
                    </a:ext>
                  </a:extLst>
                </a:gridCol>
                <a:gridCol w="936265">
                  <a:extLst>
                    <a:ext uri="{9D8B030D-6E8A-4147-A177-3AD203B41FA5}">
                      <a16:colId xmlns:a16="http://schemas.microsoft.com/office/drawing/2014/main" val="4128469592"/>
                    </a:ext>
                  </a:extLst>
                </a:gridCol>
                <a:gridCol w="592493">
                  <a:extLst>
                    <a:ext uri="{9D8B030D-6E8A-4147-A177-3AD203B41FA5}">
                      <a16:colId xmlns:a16="http://schemas.microsoft.com/office/drawing/2014/main" val="347705897"/>
                    </a:ext>
                  </a:extLst>
                </a:gridCol>
              </a:tblGrid>
              <a:tr h="192492">
                <a:tc row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임대료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관리비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만료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인상률</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192492">
                <a:tc vMerge="1">
                  <a:txBody>
                    <a:bodyPr/>
                    <a:lstStyle/>
                    <a:p>
                      <a:pPr algn="ctr" latinLnBrk="0">
                        <a:spcBef>
                          <a:spcPts val="200"/>
                        </a:spcBef>
                        <a:spcAft>
                          <a:spcPts val="200"/>
                        </a:spcAft>
                        <a:buNone/>
                      </a:pPr>
                      <a:endParaRPr lang="ko-KR" altLang="en-US" sz="800" b="1"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latinLnBrk="1">
                        <a:buNone/>
                      </a:pPr>
                      <a:endParaRPr lang="ko-KR" altLang="en-US"/>
                    </a:p>
                  </a:txBody>
                  <a:tcPr/>
                </a:tc>
                <a:tc vMerge="1">
                  <a:txBody>
                    <a:bodyPr/>
                    <a:lstStyle/>
                    <a:p>
                      <a:pPr algn="ctr" latinLnBrk="0">
                        <a:spcBef>
                          <a:spcPts val="200"/>
                        </a:spcBef>
                        <a:spcAft>
                          <a:spcPts val="200"/>
                        </a:spcAft>
                        <a:buNone/>
                      </a:pPr>
                      <a:endParaRPr lang="en-US" altLang="ko-KR" sz="800" b="1" baseline="3000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a:buNone/>
                      </a:pPr>
                      <a:endParaRPr dirty="0"/>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800" b="1" baseline="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extLst>
                  <a:ext uri="{0D108BD9-81ED-4DB2-BD59-A6C34878D82A}">
                    <a16:rowId xmlns:a16="http://schemas.microsoft.com/office/drawing/2014/main" val="2094504766"/>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78.09py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431636"/>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63.86py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479.38py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2029-12-31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207.40py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1,550.42py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4891647"/>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2,187.87py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02552">
                <a:tc>
                  <a:txBody>
                    <a:bodyPr/>
                    <a:lstStyle/>
                    <a:p>
                      <a:pPr marL="0" algn="ctr" defTabSz="1007943" rtl="0" eaLnBrk="1" fontAlgn="ctr" latinLnBrk="1" hangingPunct="1">
                        <a:buNone/>
                      </a:pPr>
                      <a:r>
                        <a:rPr 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농심</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294,000원/평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2029-07-29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1,092.94py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2035-01-31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856.05py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0757987"/>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2030-04-30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17166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141.01py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2036-10-31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973503"/>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2,745.32py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213920">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2,728.21py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202552">
                <a:tc gridSpan="3">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Total</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7,205</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1,203</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62,086</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bl>
          </a:graphicData>
        </a:graphic>
      </p:graphicFrame>
      <p:sp>
        <p:nvSpPr>
          <p:cNvPr id="59" name="TextBox 58">
            <a:extLst>
              <a:ext uri="{FF2B5EF4-FFF2-40B4-BE49-F238E27FC236}">
                <a16:creationId xmlns:a16="http://schemas.microsoft.com/office/drawing/2014/main" id="{834E7260-12A1-E2B6-7FFF-02EB5414F4B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임대율</a:t>
            </a:r>
            <a:r>
              <a:rPr lang="ko-KR" altLang="en-US" sz="1600" dirty="0">
                <a:solidFill>
                  <a:schemeClr val="tx1"/>
                </a:solidFill>
              </a:rPr>
              <a:t> </a:t>
            </a:r>
            <a:r>
              <a:rPr lang="en-US" altLang="ko-KR" sz="1600" dirty="0">
                <a:solidFill>
                  <a:schemeClr val="tx1"/>
                </a:solidFill>
              </a:rPr>
              <a:t>99.3%</a:t>
            </a:r>
            <a:r>
              <a:rPr lang="ko-KR" altLang="en-US" sz="1600" dirty="0">
                <a:solidFill>
                  <a:schemeClr val="tx1"/>
                </a:solidFill>
              </a:rPr>
              <a:t>로 안정적으로 운영 중인 자산이며</a:t>
            </a:r>
            <a:r>
              <a:rPr lang="en-US" altLang="ko-KR" sz="1600" dirty="0">
                <a:solidFill>
                  <a:schemeClr val="tx1"/>
                </a:solidFill>
              </a:rPr>
              <a:t>, </a:t>
            </a:r>
            <a:r>
              <a:rPr lang="ko-KR" altLang="en-US" sz="1600" dirty="0">
                <a:solidFill>
                  <a:schemeClr val="tx1"/>
                </a:solidFill>
              </a:rPr>
              <a:t>국내 최대 </a:t>
            </a:r>
            <a:r>
              <a:rPr lang="ko-KR" altLang="en-US" sz="1600" dirty="0" err="1">
                <a:solidFill>
                  <a:schemeClr val="tx1"/>
                </a:solidFill>
              </a:rPr>
              <a:t>이커머스</a:t>
            </a:r>
            <a:r>
              <a:rPr lang="ko-KR" altLang="en-US" sz="1600" dirty="0">
                <a:solidFill>
                  <a:schemeClr val="tx1"/>
                </a:solidFill>
              </a:rPr>
              <a:t> 기업 </a:t>
            </a:r>
            <a:r>
              <a:rPr lang="ko-KR" altLang="en-US" sz="1600" dirty="0" err="1">
                <a:solidFill>
                  <a:schemeClr val="tx1"/>
                </a:solidFill>
              </a:rPr>
              <a:t>쿠팡이</a:t>
            </a:r>
            <a:r>
              <a:rPr lang="ko-KR" altLang="en-US" sz="1600" dirty="0">
                <a:solidFill>
                  <a:schemeClr val="tx1"/>
                </a:solidFill>
              </a:rPr>
              <a:t> 전체 임대면적의 </a:t>
            </a:r>
            <a:r>
              <a:rPr lang="en-US" altLang="ko-KR" sz="1600" dirty="0">
                <a:solidFill>
                  <a:schemeClr val="tx1"/>
                </a:solidFill>
              </a:rPr>
              <a:t>77.2% </a:t>
            </a:r>
            <a:r>
              <a:rPr lang="ko-KR" altLang="en-US" sz="1600" dirty="0">
                <a:solidFill>
                  <a:schemeClr val="tx1"/>
                </a:solidFill>
              </a:rPr>
              <a:t>임차 </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`29-`30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만기 예정인 임차인</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을 활용한 추가 임대수익 기대됨</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60" name="TextBox 59">
            <a:extLst>
              <a:ext uri="{FF2B5EF4-FFF2-40B4-BE49-F238E27FC236}">
                <a16:creationId xmlns:a16="http://schemas.microsoft.com/office/drawing/2014/main" id="{41372F8E-3EC9-58AD-FE12-6A68FEA5BBFA}"/>
              </a:ext>
            </a:extLst>
          </p:cNvPr>
          <p:cNvSpPr txBox="1"/>
          <p:nvPr/>
        </p:nvSpPr>
        <p:spPr>
          <a:xfrm>
            <a:off x="465115" y="6228109"/>
            <a:ext cx="6120273" cy="400110"/>
          </a:xfrm>
          <a:prstGeom prst="rect">
            <a:avLst/>
          </a:prstGeom>
          <a:noFill/>
        </p:spPr>
        <p:txBody>
          <a:bodyPr wrap="square" rtlCol="0">
            <a:spAutoFit/>
          </a:bodyPr>
          <a:lstStyle/>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별 임대개시 시점 기준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임대차계약 상 만기는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월까지 임차인이 중도해지</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66" name="TextBox 65">
            <a:extLst>
              <a:ext uri="{FF2B5EF4-FFF2-40B4-BE49-F238E27FC236}">
                <a16:creationId xmlns:a16="http://schemas.microsoft.com/office/drawing/2014/main" id="{3C5D19D2-2F93-B186-0161-781B0B36E9AC}"/>
              </a:ext>
            </a:extLst>
          </p:cNvPr>
          <p:cNvSpPr txBox="1"/>
          <p:nvPr/>
        </p:nvSpPr>
        <p:spPr>
          <a:xfrm>
            <a:off x="489406" y="6804173"/>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매도인 제공</a:t>
            </a:r>
          </a:p>
        </p:txBody>
      </p:sp>
      <p:graphicFrame>
        <p:nvGraphicFramePr>
          <p:cNvPr id="10" name="표 9">
            <a:extLst>
              <a:ext uri="{FF2B5EF4-FFF2-40B4-BE49-F238E27FC236}">
                <a16:creationId xmlns:a16="http://schemas.microsoft.com/office/drawing/2014/main" id="{D894288A-0D8F-3146-7FF5-A48B02CF082C}"/>
              </a:ext>
            </a:extLst>
          </p:cNvPr>
          <p:cNvGraphicFramePr>
            <a:graphicFrameLocks noGrp="1"/>
          </p:cNvGraphicFramePr>
          <p:nvPr>
            <p:extLst>
              <p:ext uri="{D42A27DB-BD31-4B8C-83A1-F6EECF244321}">
                <p14:modId xmlns:p14="http://schemas.microsoft.com/office/powerpoint/2010/main" val="2803096935"/>
              </p:ext>
            </p:extLst>
          </p:nvPr>
        </p:nvGraphicFramePr>
        <p:xfrm>
          <a:off x="7650162" y="2374902"/>
          <a:ext cx="2772308" cy="4050792"/>
        </p:xfrm>
        <a:graphic>
          <a:graphicData uri="http://schemas.openxmlformats.org/drawingml/2006/table">
            <a:tbl>
              <a:tblPr/>
              <a:tblGrid>
                <a:gridCol w="219436">
                  <a:extLst>
                    <a:ext uri="{9D8B030D-6E8A-4147-A177-3AD203B41FA5}">
                      <a16:colId xmlns:a16="http://schemas.microsoft.com/office/drawing/2014/main" val="3467979851"/>
                    </a:ext>
                  </a:extLst>
                </a:gridCol>
                <a:gridCol w="29983">
                  <a:extLst>
                    <a:ext uri="{9D8B030D-6E8A-4147-A177-3AD203B41FA5}">
                      <a16:colId xmlns:a16="http://schemas.microsoft.com/office/drawing/2014/main" val="3846343154"/>
                    </a:ext>
                  </a:extLst>
                </a:gridCol>
                <a:gridCol w="247069">
                  <a:extLst>
                    <a:ext uri="{9D8B030D-6E8A-4147-A177-3AD203B41FA5}">
                      <a16:colId xmlns:a16="http://schemas.microsoft.com/office/drawing/2014/main" val="3447968702"/>
                    </a:ext>
                  </a:extLst>
                </a:gridCol>
                <a:gridCol w="475716">
                  <a:extLst>
                    <a:ext uri="{9D8B030D-6E8A-4147-A177-3AD203B41FA5}">
                      <a16:colId xmlns:a16="http://schemas.microsoft.com/office/drawing/2014/main" val="3579879218"/>
                    </a:ext>
                  </a:extLst>
                </a:gridCol>
                <a:gridCol w="265490">
                  <a:extLst>
                    <a:ext uri="{9D8B030D-6E8A-4147-A177-3AD203B41FA5}">
                      <a16:colId xmlns:a16="http://schemas.microsoft.com/office/drawing/2014/main" val="3904375968"/>
                    </a:ext>
                  </a:extLst>
                </a:gridCol>
                <a:gridCol w="341814">
                  <a:extLst>
                    <a:ext uri="{9D8B030D-6E8A-4147-A177-3AD203B41FA5}">
                      <a16:colId xmlns:a16="http://schemas.microsoft.com/office/drawing/2014/main" val="2083001267"/>
                    </a:ext>
                  </a:extLst>
                </a:gridCol>
                <a:gridCol w="409011">
                  <a:extLst>
                    <a:ext uri="{9D8B030D-6E8A-4147-A177-3AD203B41FA5}">
                      <a16:colId xmlns:a16="http://schemas.microsoft.com/office/drawing/2014/main" val="1671789582"/>
                    </a:ext>
                  </a:extLst>
                </a:gridCol>
                <a:gridCol w="124111">
                  <a:extLst>
                    <a:ext uri="{9D8B030D-6E8A-4147-A177-3AD203B41FA5}">
                      <a16:colId xmlns:a16="http://schemas.microsoft.com/office/drawing/2014/main" val="3287685345"/>
                    </a:ext>
                  </a:extLst>
                </a:gridCol>
                <a:gridCol w="135557">
                  <a:extLst>
                    <a:ext uri="{9D8B030D-6E8A-4147-A177-3AD203B41FA5}">
                      <a16:colId xmlns:a16="http://schemas.microsoft.com/office/drawing/2014/main" val="4121997976"/>
                    </a:ext>
                  </a:extLst>
                </a:gridCol>
                <a:gridCol w="29983">
                  <a:extLst>
                    <a:ext uri="{9D8B030D-6E8A-4147-A177-3AD203B41FA5}">
                      <a16:colId xmlns:a16="http://schemas.microsoft.com/office/drawing/2014/main" val="2117112774"/>
                    </a:ext>
                  </a:extLst>
                </a:gridCol>
                <a:gridCol w="247069">
                  <a:extLst>
                    <a:ext uri="{9D8B030D-6E8A-4147-A177-3AD203B41FA5}">
                      <a16:colId xmlns:a16="http://schemas.microsoft.com/office/drawing/2014/main" val="387710068"/>
                    </a:ext>
                  </a:extLst>
                </a:gridCol>
                <a:gridCol w="247069">
                  <a:extLst>
                    <a:ext uri="{9D8B030D-6E8A-4147-A177-3AD203B41FA5}">
                      <a16:colId xmlns:a16="http://schemas.microsoft.com/office/drawing/2014/main" val="1623982421"/>
                    </a:ext>
                  </a:extLst>
                </a:gridCol>
              </a:tblGrid>
              <a:tr h="298196">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err="1">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479평</a:t>
                      </a:r>
                      <a:endPar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lnL w="12700" cmpd="sng">
                      <a:noFill/>
                      <a:prstDash val="solid"/>
                    </a:ln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6DCE5"/>
                    </a:solid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207평</a:t>
                      </a:r>
                    </a:p>
                  </a:txBody>
                  <a:tcPr marL="0" marR="0" marT="0" marB="0" anchor="ctr">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3473861"/>
                  </a:ext>
                </a:extLst>
              </a:tr>
              <a:tr h="298196">
                <a:tc gridSpan="11">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lnT w="12700" cmpd="sng">
                      <a:noFill/>
                      <a:prstDash val="solid"/>
                    </a:lnT>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algn="ctr" rtl="0" fontAlgn="ctr">
                        <a:buNone/>
                      </a:pPr>
                      <a:r>
                        <a:rPr lang="en-US" altLang="ko-KR" sz="1000" b="0" i="0" u="none" strike="noStrike"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49853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355449"/>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78973"/>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561874"/>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906921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11239"/>
                  </a:ext>
                </a:extLst>
              </a:tr>
              <a:tr h="1009396">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 </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관재실</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tc>
                <a:tc hMerge="1">
                  <a:txBody>
                    <a:bodyPr/>
                    <a:lstStyle/>
                    <a:p>
                      <a:pPr latinLnBrk="1">
                        <a:buNone/>
                      </a:pPr>
                      <a:endParaRPr lang="ko-KR" altLang="en-US"/>
                    </a:p>
                  </a:txBody>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1,093평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lnL w="6350" cap="flat" cmpd="sng" algn="ctr">
                      <a:solidFill>
                        <a:schemeClr val="bg1">
                          <a:lumMod val="75000"/>
                        </a:schemeClr>
                      </a:solidFill>
                      <a:prstDash val="solid"/>
                      <a:round/>
                      <a:headEnd type="none" w="med" len="med"/>
                      <a:tailEnd type="none" w="med" len="med"/>
                    </a:lnL>
                  </a:tcPr>
                </a:tc>
                <a:tc hMerge="1">
                  <a:txBody>
                    <a:bodyPr/>
                    <a:lstStyle/>
                    <a:p>
                      <a:pPr latinLnBrk="1">
                        <a:buNone/>
                      </a:pPr>
                      <a:endParaRPr lang="ko-KR" altLang="en-US"/>
                    </a:p>
                  </a:txBody>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3280620"/>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4753348"/>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2374445"/>
                  </a:ext>
                </a:extLst>
              </a:tr>
              <a:tr h="298196">
                <a:tc gridSpan="11">
                  <a:txBody>
                    <a:bodyPr/>
                    <a:lstStyle/>
                    <a:p>
                      <a:pPr algn="ct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 </a:t>
                      </a: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면적표</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mpd="sng">
                      <a:noFill/>
                      <a:prstDash val="solid"/>
                    </a:lnL>
                  </a:tcPr>
                </a:tc>
                <a:tc hMerge="1">
                  <a:txBody>
                    <a:bodyPr/>
                    <a:lstStyle/>
                    <a:p>
                      <a:pPr latinLnBrk="1">
                        <a:buNone/>
                      </a:pPr>
                      <a:endParaRPr lang="ko-KR" altLang="en-US"/>
                    </a:p>
                  </a:txBody>
                  <a:tcPr>
                    <a:lnL w="12700" cmpd="sng">
                      <a:noFill/>
                      <a:prstDash val="solid"/>
                    </a:lnL>
                  </a:tcPr>
                </a:tc>
                <a:tc hMerge="1">
                  <a:txBody>
                    <a:bodyPr/>
                    <a:lstStyle/>
                    <a:p>
                      <a:pPr latinLnBrk="1">
                        <a:buNone/>
                      </a:pPr>
                      <a:endParaRPr lang="ko-KR" altLang="en-US"/>
                    </a:p>
                  </a:txBody>
                  <a:tcPr/>
                </a:tc>
                <a:tc hMerge="1">
                  <a:txBody>
                    <a:bodyPr/>
                    <a:lstStyle/>
                    <a:p>
                      <a:pPr latinLnBrk="1">
                        <a:buNone/>
                      </a:pPr>
                      <a:endParaRPr lang="ko-KR" altLang="en-US"/>
                    </a:p>
                  </a:txBody>
                  <a:tcPr>
                    <a:lnL w="12700" cmpd="sng">
                      <a:noFill/>
                      <a:prstDash val="soli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algn="ctr" latinLnBrk="1">
                        <a:buNone/>
                      </a:pPr>
                      <a:endParaRPr lang="ko-KR" altLang="en-US" sz="105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9746189"/>
                  </a:ext>
                </a:extLst>
              </a:tr>
            </a:tbl>
          </a:graphicData>
        </a:graphic>
      </p:graphicFrame>
      <p:sp>
        <p:nvSpPr>
          <p:cNvPr id="11" name="TextBox 10">
            <a:extLst>
              <a:ext uri="{FF2B5EF4-FFF2-40B4-BE49-F238E27FC236}">
                <a16:creationId xmlns:a16="http://schemas.microsoft.com/office/drawing/2014/main" id="{FA3D989B-54CA-9CF5-03AD-D828C99B0981}"/>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1688214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DE60F-8871-71CC-A765-C6BEEF68652E}"/>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8209DF53-4C12-CF87-B936-529C5A1DE3F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4FB849B0-5EC5-9263-9615-4F1C17D44B3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453201D-8EE9-8C04-F76E-F08F4B93016E}"/>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C9952915-E688-DAD0-A82D-D928981AF13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1D026281-D46F-6188-D7D8-F46306007D9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80D33718-676A-583C-AE4D-54DC90BC020A}"/>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운영가정</a:t>
              </a:r>
            </a:p>
          </p:txBody>
        </p:sp>
      </p:grpSp>
      <p:grpSp>
        <p:nvGrpSpPr>
          <p:cNvPr id="28" name="그룹 27">
            <a:extLst>
              <a:ext uri="{FF2B5EF4-FFF2-40B4-BE49-F238E27FC236}">
                <a16:creationId xmlns:a16="http://schemas.microsoft.com/office/drawing/2014/main" id="{B9A1897B-41F1-E20C-1E82-E3AF39BCEB3F}"/>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9E2D7FE2-DC55-5E4B-A6AA-769ECF920BA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3D0EBF9D-7F2E-B8C5-A044-8402DCBE30AC}"/>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CDC5449B-5924-EAD7-BEFA-BA3F179DE1AD}"/>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FBC609FA-E14C-F682-5E68-D85E58AC750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 name="TextBox 2">
            <a:extLst>
              <a:ext uri="{FF2B5EF4-FFF2-40B4-BE49-F238E27FC236}">
                <a16:creationId xmlns:a16="http://schemas.microsoft.com/office/drawing/2014/main" id="{C3A43639-F2FC-372E-E61A-326674953ED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6FD55216-9953-5F3A-2708-A7C56377DBF6}"/>
              </a:ext>
            </a:extLst>
          </p:cNvPr>
          <p:cNvGraphicFramePr>
            <a:graphicFrameLocks noGrp="1"/>
          </p:cNvGraphicFramePr>
          <p:nvPr>
            <p:extLst>
              <p:ext uri="{D42A27DB-BD31-4B8C-83A1-F6EECF244321}">
                <p14:modId xmlns:p14="http://schemas.microsoft.com/office/powerpoint/2010/main" val="2238865911"/>
              </p:ext>
            </p:extLst>
          </p:nvPr>
        </p:nvGraphicFramePr>
        <p:xfrm>
          <a:off x="464948" y="5081491"/>
          <a:ext cx="4888718" cy="1455815"/>
        </p:xfrm>
        <a:graphic>
          <a:graphicData uri="http://schemas.openxmlformats.org/drawingml/2006/table">
            <a:tbl>
              <a:tblPr>
                <a:tableStyleId>{5940675A-B579-460E-94D1-54222C63F5DA}</a:tableStyleId>
              </a:tblPr>
              <a:tblGrid>
                <a:gridCol w="1332723">
                  <a:extLst>
                    <a:ext uri="{9D8B030D-6E8A-4147-A177-3AD203B41FA5}">
                      <a16:colId xmlns:a16="http://schemas.microsoft.com/office/drawing/2014/main" val="20000"/>
                    </a:ext>
                  </a:extLst>
                </a:gridCol>
                <a:gridCol w="1856047">
                  <a:extLst>
                    <a:ext uri="{9D8B030D-6E8A-4147-A177-3AD203B41FA5}">
                      <a16:colId xmlns:a16="http://schemas.microsoft.com/office/drawing/2014/main" val="67997555"/>
                    </a:ext>
                  </a:extLst>
                </a:gridCol>
                <a:gridCol w="849974">
                  <a:extLst>
                    <a:ext uri="{9D8B030D-6E8A-4147-A177-3AD203B41FA5}">
                      <a16:colId xmlns:a16="http://schemas.microsoft.com/office/drawing/2014/main" val="20001"/>
                    </a:ext>
                  </a:extLst>
                </a:gridCol>
                <a:gridCol w="849974">
                  <a:extLst>
                    <a:ext uri="{9D8B030D-6E8A-4147-A177-3AD203B41FA5}">
                      <a16:colId xmlns:a16="http://schemas.microsoft.com/office/drawing/2014/main" val="1003711175"/>
                    </a:ext>
                  </a:extLst>
                </a:gridCol>
              </a:tblGrid>
              <a:tr h="21600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산정방식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자산관리수수료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0.223%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56백만원/월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사무수탁</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0.013%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3백만원/월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54258447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98460346"/>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임원보수</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2백만원/월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4217769"/>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67백만원/월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endParaRPr kumimoji="0" lang="en-US" altLang="ko-KR" sz="1000" b="0" i="0" u="none" strike="noStrike" kern="1200" cap="none" spc="0" normalizeH="0" baseline="0" noProof="0" dirty="0">
                        <a:ln>
                          <a:noFill/>
                        </a:ln>
                        <a:solidFill>
                          <a:srgbClr val="0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19" name="직사각형 18">
            <a:extLst>
              <a:ext uri="{FF2B5EF4-FFF2-40B4-BE49-F238E27FC236}">
                <a16:creationId xmlns:a16="http://schemas.microsoft.com/office/drawing/2014/main" id="{93EA5C81-0346-2B23-058B-91D86C6BA1C0}"/>
              </a:ext>
            </a:extLst>
          </p:cNvPr>
          <p:cNvSpPr/>
          <p:nvPr/>
        </p:nvSpPr>
        <p:spPr>
          <a:xfrm>
            <a:off x="413358" y="230367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운영관련 비용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A45EA772-B41E-C609-648A-87B52B4AE02F}"/>
              </a:ext>
            </a:extLst>
          </p:cNvPr>
          <p:cNvSpPr/>
          <p:nvPr/>
        </p:nvSpPr>
        <p:spPr>
          <a:xfrm>
            <a:off x="413358" y="4830579"/>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리츠비용</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D762B6E4-C2C4-B83F-5A92-14D60F6B8F79}"/>
              </a:ext>
            </a:extLst>
          </p:cNvPr>
          <p:cNvSpPr/>
          <p:nvPr/>
        </p:nvSpPr>
        <p:spPr>
          <a:xfrm>
            <a:off x="5546958" y="2467150"/>
            <a:ext cx="4625191" cy="4137988"/>
          </a:xfrm>
          <a:prstGeom prst="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3" name="그룹 22">
            <a:extLst>
              <a:ext uri="{FF2B5EF4-FFF2-40B4-BE49-F238E27FC236}">
                <a16:creationId xmlns:a16="http://schemas.microsoft.com/office/drawing/2014/main" id="{E2A9FA30-9A3A-72AB-6A5D-22857AB74487}"/>
              </a:ext>
            </a:extLst>
          </p:cNvPr>
          <p:cNvGrpSpPr/>
          <p:nvPr/>
        </p:nvGrpSpPr>
        <p:grpSpPr>
          <a:xfrm>
            <a:off x="5640041" y="2360542"/>
            <a:ext cx="1880643" cy="246221"/>
            <a:chOff x="455544" y="-592941"/>
            <a:chExt cx="1880643" cy="246221"/>
          </a:xfrm>
        </p:grpSpPr>
        <p:sp>
          <p:nvSpPr>
            <p:cNvPr id="24" name="TextBox 23">
              <a:extLst>
                <a:ext uri="{FF2B5EF4-FFF2-40B4-BE49-F238E27FC236}">
                  <a16:creationId xmlns:a16="http://schemas.microsoft.com/office/drawing/2014/main" id="{7D8FE3CC-FA7B-41E8-BB7F-B937C07555A2}"/>
                </a:ext>
              </a:extLst>
            </p:cNvPr>
            <p:cNvSpPr txBox="1"/>
            <p:nvPr/>
          </p:nvSpPr>
          <p:spPr>
            <a:xfrm>
              <a:off x="455544" y="-592941"/>
              <a:ext cx="1880643"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Initial Net Operating Income</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5" name="직사각형 24">
              <a:extLst>
                <a:ext uri="{FF2B5EF4-FFF2-40B4-BE49-F238E27FC236}">
                  <a16:creationId xmlns:a16="http://schemas.microsoft.com/office/drawing/2014/main" id="{E5FBC923-C8E2-B0CA-9A43-5FA25FFEDB7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7" name="직사각형 26">
            <a:extLst>
              <a:ext uri="{FF2B5EF4-FFF2-40B4-BE49-F238E27FC236}">
                <a16:creationId xmlns:a16="http://schemas.microsoft.com/office/drawing/2014/main" id="{C16EAB37-EFEF-5F2E-A59F-F2A2B81C0C5D}"/>
              </a:ext>
            </a:extLst>
          </p:cNvPr>
          <p:cNvSpPr/>
          <p:nvPr/>
        </p:nvSpPr>
        <p:spPr>
          <a:xfrm>
            <a:off x="9272567" y="2555164"/>
            <a:ext cx="757194" cy="19656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indent="9525" algn="r">
              <a:spcAft>
                <a:spcPts val="239"/>
              </a:spcAft>
              <a:tabLst>
                <a:tab pos="2066823" algn="l"/>
              </a:tabLst>
              <a:defRPr/>
            </a:pP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aphicFrame>
        <p:nvGraphicFramePr>
          <p:cNvPr id="39" name="Table 6">
            <a:extLst>
              <a:ext uri="{FF2B5EF4-FFF2-40B4-BE49-F238E27FC236}">
                <a16:creationId xmlns:a16="http://schemas.microsoft.com/office/drawing/2014/main" id="{22D92297-4FA7-851C-52FA-3AF7ACB59669}"/>
              </a:ext>
            </a:extLst>
          </p:cNvPr>
          <p:cNvGraphicFramePr>
            <a:graphicFrameLocks noGrp="1"/>
          </p:cNvGraphicFramePr>
          <p:nvPr>
            <p:extLst>
              <p:ext uri="{D42A27DB-BD31-4B8C-83A1-F6EECF244321}">
                <p14:modId xmlns:p14="http://schemas.microsoft.com/office/powerpoint/2010/main" val="2463499197"/>
              </p:ext>
            </p:extLst>
          </p:nvPr>
        </p:nvGraphicFramePr>
        <p:xfrm>
          <a:off x="457369" y="2617938"/>
          <a:ext cx="4884265" cy="2127448"/>
        </p:xfrm>
        <a:graphic>
          <a:graphicData uri="http://schemas.openxmlformats.org/drawingml/2006/table">
            <a:tbl>
              <a:tblPr>
                <a:tableStyleId>{5C22544A-7EE6-4342-B048-85BDC9FD1C3A}</a:tableStyleId>
              </a:tblPr>
              <a:tblGrid>
                <a:gridCol w="976853">
                  <a:extLst>
                    <a:ext uri="{9D8B030D-6E8A-4147-A177-3AD203B41FA5}">
                      <a16:colId xmlns:a16="http://schemas.microsoft.com/office/drawing/2014/main" val="646663967"/>
                    </a:ext>
                  </a:extLst>
                </a:gridCol>
                <a:gridCol w="976853">
                  <a:extLst>
                    <a:ext uri="{9D8B030D-6E8A-4147-A177-3AD203B41FA5}">
                      <a16:colId xmlns:a16="http://schemas.microsoft.com/office/drawing/2014/main" val="1425530335"/>
                    </a:ext>
                  </a:extLst>
                </a:gridCol>
                <a:gridCol w="976853">
                  <a:extLst>
                    <a:ext uri="{9D8B030D-6E8A-4147-A177-3AD203B41FA5}">
                      <a16:colId xmlns:a16="http://schemas.microsoft.com/office/drawing/2014/main" val="413513969"/>
                    </a:ext>
                  </a:extLst>
                </a:gridCol>
                <a:gridCol w="976853">
                  <a:extLst>
                    <a:ext uri="{9D8B030D-6E8A-4147-A177-3AD203B41FA5}">
                      <a16:colId xmlns:a16="http://schemas.microsoft.com/office/drawing/2014/main" val="2941370719"/>
                    </a:ext>
                  </a:extLst>
                </a:gridCol>
                <a:gridCol w="976853">
                  <a:extLst>
                    <a:ext uri="{9D8B030D-6E8A-4147-A177-3AD203B41FA5}">
                      <a16:colId xmlns:a16="http://schemas.microsoft.com/office/drawing/2014/main" val="1832880127"/>
                    </a:ext>
                  </a:extLst>
                </a:gridCol>
              </a:tblGrid>
              <a:tr h="265931">
                <a:tc>
                  <a:txBody>
                    <a:bodyPr/>
                    <a:lstStyle/>
                    <a:p>
                      <a:pPr algn="ctr" latinLnBrk="0">
                        <a:spcBef>
                          <a:spcPts val="200"/>
                        </a:spcBef>
                        <a:spcAft>
                          <a:spcPts val="200"/>
                        </a:spcAft>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평당가</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1,838원/평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65931">
                <a:tc>
                  <a:txBody>
                    <a:bodyPr/>
                    <a:lstStyle/>
                    <a:p>
                      <a:pPr algn="ctr"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65931">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보험료</a:t>
                      </a:r>
                      <a:endParaRPr lang="en-US" sz="105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2,142원/평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일식</a:t>
                      </a:r>
                      <a:endPar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r>
                        <a:rPr lang="en-US" altLang="ko-KR" sz="100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en-US" sz="105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2,169원/평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신규계약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1022431"/>
                  </a:ext>
                </a:extLst>
              </a:tr>
            </a:tbl>
          </a:graphicData>
        </a:graphic>
      </p:graphicFrame>
      <p:graphicFrame>
        <p:nvGraphicFramePr>
          <p:cNvPr id="40" name="표 39">
            <a:extLst>
              <a:ext uri="{FF2B5EF4-FFF2-40B4-BE49-F238E27FC236}">
                <a16:creationId xmlns:a16="http://schemas.microsoft.com/office/drawing/2014/main" id="{C3F17D8E-1236-4C2C-BF75-E4388435FF5E}"/>
              </a:ext>
            </a:extLst>
          </p:cNvPr>
          <p:cNvGraphicFramePr>
            <a:graphicFrameLocks noGrp="1"/>
          </p:cNvGraphicFramePr>
          <p:nvPr>
            <p:extLst>
              <p:ext uri="{D42A27DB-BD31-4B8C-83A1-F6EECF244321}">
                <p14:modId xmlns:p14="http://schemas.microsoft.com/office/powerpoint/2010/main" val="1209104274"/>
              </p:ext>
            </p:extLst>
          </p:nvPr>
        </p:nvGraphicFramePr>
        <p:xfrm>
          <a:off x="5718375" y="2751727"/>
          <a:ext cx="4311384" cy="3767850"/>
        </p:xfrm>
        <a:graphic>
          <a:graphicData uri="http://schemas.openxmlformats.org/drawingml/2006/table">
            <a:tbl>
              <a:tblPr/>
              <a:tblGrid>
                <a:gridCol w="1437128">
                  <a:extLst>
                    <a:ext uri="{9D8B030D-6E8A-4147-A177-3AD203B41FA5}">
                      <a16:colId xmlns:a16="http://schemas.microsoft.com/office/drawing/2014/main" val="348677626"/>
                    </a:ext>
                  </a:extLst>
                </a:gridCol>
                <a:gridCol w="1437128">
                  <a:extLst>
                    <a:ext uri="{9D8B030D-6E8A-4147-A177-3AD203B41FA5}">
                      <a16:colId xmlns:a16="http://schemas.microsoft.com/office/drawing/2014/main" val="3177189363"/>
                    </a:ext>
                  </a:extLst>
                </a:gridCol>
                <a:gridCol w="1437128">
                  <a:extLst>
                    <a:ext uri="{9D8B030D-6E8A-4147-A177-3AD203B41FA5}">
                      <a16:colId xmlns:a16="http://schemas.microsoft.com/office/drawing/2014/main" val="442396069"/>
                    </a:ext>
                  </a:extLst>
                </a:gridCol>
              </a:tblGrid>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구분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매출액 비율(%)</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71992466"/>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 </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02888989"/>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임대료수입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15,119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0463318"/>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Rent-Free</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(704)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6128393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관리비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779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25125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기타수입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143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63166637"/>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16410777"/>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PM수수료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8718291"/>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FM수수료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637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7038757"/>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수선유지비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16681674"/>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수도광열비</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7288281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보험료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742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4111140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제세공과금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750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41734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임대대행</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43956689"/>
                  </a:ext>
                </a:extLst>
              </a:tr>
              <a:tr h="209325">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85.4%</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9037187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임대보증금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06748227"/>
                  </a:ext>
                </a:extLst>
              </a:tr>
              <a:tr h="209325">
                <a:tc>
                  <a:txBody>
                    <a:bodyPr/>
                    <a:lstStyle/>
                    <a:p>
                      <a:pPr algn="ct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매입장부가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288,900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566911"/>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 </a:t>
                      </a: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4.57%</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매입장부가 기준</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613320530"/>
                  </a:ext>
                </a:extLst>
              </a:tr>
            </a:tbl>
          </a:graphicData>
        </a:graphic>
      </p:graphicFrame>
      <p:sp>
        <p:nvSpPr>
          <p:cNvPr id="49" name="TextBox 48">
            <a:extLst>
              <a:ext uri="{FF2B5EF4-FFF2-40B4-BE49-F238E27FC236}">
                <a16:creationId xmlns:a16="http://schemas.microsoft.com/office/drawing/2014/main" id="{41236BFD-C45B-3D4E-3502-2087DA6A6002}"/>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매도인 측 운영비용 검토 후 </a:t>
            </a:r>
            <a:r>
              <a:rPr lang="en-US" altLang="ko-KR" sz="1600" spc="-20" dirty="0">
                <a:solidFill>
                  <a:schemeClr val="tx1"/>
                </a:solidFill>
              </a:rPr>
              <a:t>CPM</a:t>
            </a:r>
            <a:r>
              <a:rPr lang="ko-KR" altLang="en-US" sz="1600" spc="-20" dirty="0">
                <a:solidFill>
                  <a:schemeClr val="tx1"/>
                </a:solidFill>
              </a:rPr>
              <a:t>을 활용한 </a:t>
            </a:r>
            <a:r>
              <a:rPr lang="en-US" altLang="ko-KR" sz="1600" spc="-20" dirty="0">
                <a:solidFill>
                  <a:schemeClr val="tx1"/>
                </a:solidFill>
              </a:rPr>
              <a:t>PM </a:t>
            </a:r>
            <a:r>
              <a:rPr lang="ko-KR" altLang="en-US" sz="1600" spc="-20" dirty="0">
                <a:solidFill>
                  <a:schemeClr val="tx1"/>
                </a:solidFill>
              </a:rPr>
              <a:t>및 </a:t>
            </a:r>
            <a:r>
              <a:rPr lang="en-US" altLang="ko-KR" sz="1600" spc="-20" dirty="0">
                <a:solidFill>
                  <a:schemeClr val="tx1"/>
                </a:solidFill>
              </a:rPr>
              <a:t>FM</a:t>
            </a:r>
            <a:r>
              <a:rPr lang="ko-KR" altLang="en-US" sz="1600" spc="-20" dirty="0">
                <a:solidFill>
                  <a:schemeClr val="tx1"/>
                </a:solidFill>
              </a:rPr>
              <a:t>수수료 절감 비용 적용하였으며</a:t>
            </a:r>
            <a:r>
              <a:rPr lang="en-US" altLang="ko-KR" sz="1600" spc="-20" dirty="0">
                <a:solidFill>
                  <a:schemeClr val="tx1"/>
                </a:solidFill>
              </a:rPr>
              <a:t>, </a:t>
            </a:r>
            <a:r>
              <a:rPr lang="ko-KR" altLang="en-US" sz="1600" spc="-20" dirty="0" err="1">
                <a:solidFill>
                  <a:schemeClr val="tx1"/>
                </a:solidFill>
              </a:rPr>
              <a:t>수도광열비는</a:t>
            </a:r>
            <a:r>
              <a:rPr lang="ko-KR" altLang="en-US" sz="1600" spc="-20" dirty="0">
                <a:solidFill>
                  <a:schemeClr val="tx1"/>
                </a:solidFill>
              </a:rPr>
              <a:t> 임차인 부담임</a:t>
            </a:r>
            <a:r>
              <a:rPr lang="en-US" altLang="ko-KR" sz="1600" spc="-2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보험료는 최근 화재로 인하여 높아진 단가 확인 후 반영</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이후 점진적으로 낮아질 것으로 예상</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4" name="TextBox 53">
            <a:extLst>
              <a:ext uri="{FF2B5EF4-FFF2-40B4-BE49-F238E27FC236}">
                <a16:creationId xmlns:a16="http://schemas.microsoft.com/office/drawing/2014/main" id="{B653BCDE-09E7-9A34-12F7-04600AEA73E6}"/>
              </a:ext>
            </a:extLst>
          </p:cNvPr>
          <p:cNvSpPr txBox="1"/>
          <p:nvPr/>
        </p:nvSpPr>
        <p:spPr>
          <a:xfrm>
            <a:off x="494890" y="6804173"/>
            <a:ext cx="9817510" cy="230832"/>
          </a:xfrm>
          <a:prstGeom prst="rect">
            <a:avLst/>
          </a:prstGeom>
          <a:noFill/>
        </p:spPr>
        <p:txBody>
          <a:bodyPr wrap="square" rtlCol="0">
            <a:spAutoFit/>
          </a:bodyPr>
          <a:lstStyle/>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제세공과금</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토지 및 </a:t>
            </a:r>
            <a:r>
              <a:rPr lang="ko-KR" altLang="en-US" sz="900" dirty="0" err="1">
                <a:latin typeface="KoPubWorld돋움체 Light" panose="00000300000000000000" pitchFamily="2" charset="-127"/>
                <a:ea typeface="KoPubWorld돋움체 Light" panose="00000300000000000000" pitchFamily="2" charset="-127"/>
              </a:rPr>
              <a:t>건물분</a:t>
            </a:r>
            <a:r>
              <a:rPr lang="ko-KR" altLang="en-US" sz="900" dirty="0">
                <a:latin typeface="KoPubWorld돋움체 Light" panose="00000300000000000000" pitchFamily="2" charset="-127"/>
                <a:ea typeface="KoPubWorld돋움체 Light" panose="00000300000000000000" pitchFamily="2" charset="-127"/>
              </a:rPr>
              <a:t> 재산세 및 종합부동산세</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간주임대료 부가세 포함</a:t>
            </a:r>
            <a:endParaRPr lang="en-US" altLang="ko-KR" sz="900" b="1"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87612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C4E4B-4110-5BC3-CBFD-B96C498CBA22}"/>
            </a:ext>
          </a:extLst>
        </p:cNvPr>
        <p:cNvGrpSpPr/>
        <p:nvPr/>
      </p:nvGrpSpPr>
      <p:grpSpPr>
        <a:xfrm>
          <a:off x="0" y="0"/>
          <a:ext cx="0" cy="0"/>
          <a:chOff x="0" y="0"/>
          <a:chExt cx="0" cy="0"/>
        </a:xfrm>
      </p:grpSpPr>
      <p:graphicFrame>
        <p:nvGraphicFramePr>
          <p:cNvPr id="12" name="Table 6">
            <a:extLst>
              <a:ext uri="{FF2B5EF4-FFF2-40B4-BE49-F238E27FC236}">
                <a16:creationId xmlns:a16="http://schemas.microsoft.com/office/drawing/2014/main" id="{1AC06AD3-C47C-B922-F603-46DEDB938532}"/>
              </a:ext>
            </a:extLst>
          </p:cNvPr>
          <p:cNvGraphicFramePr>
            <a:graphicFrameLocks noGrp="1"/>
          </p:cNvGraphicFramePr>
          <p:nvPr>
            <p:extLst>
              <p:ext uri="{D42A27DB-BD31-4B8C-83A1-F6EECF244321}">
                <p14:modId xmlns:p14="http://schemas.microsoft.com/office/powerpoint/2010/main" val="3627288703"/>
              </p:ext>
            </p:extLst>
          </p:nvPr>
        </p:nvGraphicFramePr>
        <p:xfrm>
          <a:off x="449263" y="2374900"/>
          <a:ext cx="9863140" cy="4094334"/>
        </p:xfrm>
        <a:graphic>
          <a:graphicData uri="http://schemas.openxmlformats.org/drawingml/2006/table">
            <a:tbl>
              <a:tblPr>
                <a:tableStyleId>{5C22544A-7EE6-4342-B048-85BDC9FD1C3A}</a:tableStyleId>
              </a:tblPr>
              <a:tblGrid>
                <a:gridCol w="1011994">
                  <a:extLst>
                    <a:ext uri="{9D8B030D-6E8A-4147-A177-3AD203B41FA5}">
                      <a16:colId xmlns:a16="http://schemas.microsoft.com/office/drawing/2014/main" val="2657387137"/>
                    </a:ext>
                  </a:extLst>
                </a:gridCol>
                <a:gridCol w="1011994">
                  <a:extLst>
                    <a:ext uri="{9D8B030D-6E8A-4147-A177-3AD203B41FA5}">
                      <a16:colId xmlns:a16="http://schemas.microsoft.com/office/drawing/2014/main" val="646663967"/>
                    </a:ext>
                  </a:extLst>
                </a:gridCol>
                <a:gridCol w="678919">
                  <a:extLst>
                    <a:ext uri="{9D8B030D-6E8A-4147-A177-3AD203B41FA5}">
                      <a16:colId xmlns:a16="http://schemas.microsoft.com/office/drawing/2014/main" val="1425530335"/>
                    </a:ext>
                  </a:extLst>
                </a:gridCol>
                <a:gridCol w="678919">
                  <a:extLst>
                    <a:ext uri="{9D8B030D-6E8A-4147-A177-3AD203B41FA5}">
                      <a16:colId xmlns:a16="http://schemas.microsoft.com/office/drawing/2014/main" val="413513969"/>
                    </a:ext>
                  </a:extLst>
                </a:gridCol>
                <a:gridCol w="694451">
                  <a:extLst>
                    <a:ext uri="{9D8B030D-6E8A-4147-A177-3AD203B41FA5}">
                      <a16:colId xmlns:a16="http://schemas.microsoft.com/office/drawing/2014/main" val="1127324243"/>
                    </a:ext>
                  </a:extLst>
                </a:gridCol>
                <a:gridCol w="678919">
                  <a:extLst>
                    <a:ext uri="{9D8B030D-6E8A-4147-A177-3AD203B41FA5}">
                      <a16:colId xmlns:a16="http://schemas.microsoft.com/office/drawing/2014/main" val="3372183182"/>
                    </a:ext>
                  </a:extLst>
                </a:gridCol>
                <a:gridCol w="678919">
                  <a:extLst>
                    <a:ext uri="{9D8B030D-6E8A-4147-A177-3AD203B41FA5}">
                      <a16:colId xmlns:a16="http://schemas.microsoft.com/office/drawing/2014/main" val="2366460184"/>
                    </a:ext>
                  </a:extLst>
                </a:gridCol>
                <a:gridCol w="678919">
                  <a:extLst>
                    <a:ext uri="{9D8B030D-6E8A-4147-A177-3AD203B41FA5}">
                      <a16:colId xmlns:a16="http://schemas.microsoft.com/office/drawing/2014/main" val="3036774309"/>
                    </a:ext>
                  </a:extLst>
                </a:gridCol>
                <a:gridCol w="678919">
                  <a:extLst>
                    <a:ext uri="{9D8B030D-6E8A-4147-A177-3AD203B41FA5}">
                      <a16:colId xmlns:a16="http://schemas.microsoft.com/office/drawing/2014/main" val="2695928432"/>
                    </a:ext>
                  </a:extLst>
                </a:gridCol>
                <a:gridCol w="678919">
                  <a:extLst>
                    <a:ext uri="{9D8B030D-6E8A-4147-A177-3AD203B41FA5}">
                      <a16:colId xmlns:a16="http://schemas.microsoft.com/office/drawing/2014/main" val="347705897"/>
                    </a:ext>
                  </a:extLst>
                </a:gridCol>
                <a:gridCol w="678919">
                  <a:extLst>
                    <a:ext uri="{9D8B030D-6E8A-4147-A177-3AD203B41FA5}">
                      <a16:colId xmlns:a16="http://schemas.microsoft.com/office/drawing/2014/main" val="3591845056"/>
                    </a:ext>
                  </a:extLst>
                </a:gridCol>
                <a:gridCol w="684097">
                  <a:extLst>
                    <a:ext uri="{9D8B030D-6E8A-4147-A177-3AD203B41FA5}">
                      <a16:colId xmlns:a16="http://schemas.microsoft.com/office/drawing/2014/main" val="1815909224"/>
                    </a:ext>
                  </a:extLst>
                </a:gridCol>
                <a:gridCol w="1029252">
                  <a:extLst>
                    <a:ext uri="{9D8B030D-6E8A-4147-A177-3AD203B41FA5}">
                      <a16:colId xmlns:a16="http://schemas.microsoft.com/office/drawing/2014/main" val="2941370719"/>
                    </a:ext>
                  </a:extLst>
                </a:gridCol>
              </a:tblGrid>
              <a:tr h="227463">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27463">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17,483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19,064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19,442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20,543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846312857"/>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16,618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17,906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18,133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18,828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19,418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a:t>
                      </a: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관리비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7463">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784891647"/>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임대대행</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7463">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18,284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4234171664"/>
                  </a:ext>
                </a:extLst>
              </a:tr>
              <a:tr h="227463">
                <a:tc gridSpan="2">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227463">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43864763"/>
                  </a:ext>
                </a:extLst>
              </a:tr>
              <a:tr h="227463">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매각가치</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375,861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589132857"/>
                  </a:ext>
                </a:extLst>
              </a:tr>
            </a:tbl>
          </a:graphicData>
        </a:graphic>
      </p:graphicFrame>
      <p:sp>
        <p:nvSpPr>
          <p:cNvPr id="10" name="TextBox 9">
            <a:extLst>
              <a:ext uri="{FF2B5EF4-FFF2-40B4-BE49-F238E27FC236}">
                <a16:creationId xmlns:a16="http://schemas.microsoft.com/office/drawing/2014/main" id="{5F945147-997C-342F-FD6B-4C104915C403}"/>
              </a:ext>
            </a:extLst>
          </p:cNvPr>
          <p:cNvSpPr txBox="1"/>
          <p:nvPr/>
        </p:nvSpPr>
        <p:spPr>
          <a:xfrm>
            <a:off x="5671926" y="215965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pSp>
        <p:nvGrpSpPr>
          <p:cNvPr id="3" name="그룹 2">
            <a:extLst>
              <a:ext uri="{FF2B5EF4-FFF2-40B4-BE49-F238E27FC236}">
                <a16:creationId xmlns:a16="http://schemas.microsoft.com/office/drawing/2014/main" id="{F0F94324-78F6-7037-27C2-926AA3482F2A}"/>
              </a:ext>
            </a:extLst>
          </p:cNvPr>
          <p:cNvGrpSpPr/>
          <p:nvPr/>
        </p:nvGrpSpPr>
        <p:grpSpPr>
          <a:xfrm>
            <a:off x="449263" y="1979613"/>
            <a:ext cx="9783663" cy="247712"/>
            <a:chOff x="417444" y="1605420"/>
            <a:chExt cx="8983731" cy="247712"/>
          </a:xfrm>
        </p:grpSpPr>
        <p:sp>
          <p:nvSpPr>
            <p:cNvPr id="11" name="직사각형 10">
              <a:extLst>
                <a:ext uri="{FF2B5EF4-FFF2-40B4-BE49-F238E27FC236}">
                  <a16:creationId xmlns:a16="http://schemas.microsoft.com/office/drawing/2014/main" id="{927E9757-8386-81E5-FD74-7C0E81E0FE0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5" name="직선 연결선 14">
              <a:extLst>
                <a:ext uri="{FF2B5EF4-FFF2-40B4-BE49-F238E27FC236}">
                  <a16:creationId xmlns:a16="http://schemas.microsoft.com/office/drawing/2014/main" id="{800565F6-2238-A647-9964-B5A2364E715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6" name="자유형 6">
              <a:extLst>
                <a:ext uri="{FF2B5EF4-FFF2-40B4-BE49-F238E27FC236}">
                  <a16:creationId xmlns:a16="http://schemas.microsoft.com/office/drawing/2014/main" id="{629A01AC-F9A8-B3EA-A077-5684BF45353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7" name="자유형 7">
              <a:extLst>
                <a:ext uri="{FF2B5EF4-FFF2-40B4-BE49-F238E27FC236}">
                  <a16:creationId xmlns:a16="http://schemas.microsoft.com/office/drawing/2014/main" id="{9F348573-4B54-01B0-10D0-EF1517A372E9}"/>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684BF5FB-D853-5C65-98FD-2CA7F5A7BE21}"/>
                </a:ext>
              </a:extLst>
            </p:cNvPr>
            <p:cNvSpPr txBox="1"/>
            <p:nvPr/>
          </p:nvSpPr>
          <p:spPr>
            <a:xfrm>
              <a:off x="417444" y="1652332"/>
              <a:ext cx="1421441"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 및 매각가치 추정</a:t>
              </a:r>
            </a:p>
          </p:txBody>
        </p:sp>
      </p:grpSp>
      <p:sp>
        <p:nvSpPr>
          <p:cNvPr id="21" name="TextBox 20">
            <a:extLst>
              <a:ext uri="{FF2B5EF4-FFF2-40B4-BE49-F238E27FC236}">
                <a16:creationId xmlns:a16="http://schemas.microsoft.com/office/drawing/2014/main" id="{70BC85D4-962D-C3C2-D7BE-537EEC7105F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임대료 상승으로 NOI는 1년차 13,105 → 10년차 17,673백만원 증가 예상</a:t>
            </a: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3년차는 쿠팡 연장 Rent-Free 5개월 적용으로 일시 감소 / 매각가치 375,861백만원</a:t>
            </a:r>
            <a:endParaRPr lang="en-US" altLang="ko-KR" sz="1600" spc="-20" dirty="0">
              <a:solidFill>
                <a:schemeClr val="tx1"/>
              </a:solidFill>
            </a:endParaRPr>
          </a:p>
        </p:txBody>
      </p:sp>
      <p:sp>
        <p:nvSpPr>
          <p:cNvPr id="8" name="TextBox 7">
            <a:extLst>
              <a:ext uri="{FF2B5EF4-FFF2-40B4-BE49-F238E27FC236}">
                <a16:creationId xmlns:a16="http://schemas.microsoft.com/office/drawing/2014/main" id="{A2927F33-E850-9554-02A0-741926CD8F83}"/>
              </a:ext>
            </a:extLst>
          </p:cNvPr>
          <p:cNvSpPr txBox="1"/>
          <p:nvPr/>
        </p:nvSpPr>
        <p:spPr>
          <a:xfrm>
            <a:off x="458886" y="6516141"/>
            <a:ext cx="4995032"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연장 시 임대차 연장 조건에 따라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일시 발생 </a:t>
            </a:r>
          </a:p>
        </p:txBody>
      </p:sp>
      <p:sp>
        <p:nvSpPr>
          <p:cNvPr id="27" name="직사각형 26">
            <a:extLst>
              <a:ext uri="{FF2B5EF4-FFF2-40B4-BE49-F238E27FC236}">
                <a16:creationId xmlns:a16="http://schemas.microsoft.com/office/drawing/2014/main" id="{0BFD0212-26CF-E650-A32C-F7235792880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46B67C96-6029-A319-1728-ECD37028FDA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3F5B0103-979D-CDAA-5BBE-33690AC1E96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D39FECD5-96CA-4EA0-D097-BB3E179F29E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BAF58361-93E1-89F0-00A4-3FC47624A525}"/>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DEB5C1BB-DBC6-C34A-406A-D814D8AEC0FF}"/>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0674014D-688D-C401-961A-EEC4EAF37F0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53306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6EA32-5064-976F-7A10-F149A7128D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4CCA83-9A22-1CB6-4F81-E017FC8936F5}"/>
              </a:ext>
            </a:extLst>
          </p:cNvPr>
          <p:cNvSpPr txBox="1"/>
          <p:nvPr/>
        </p:nvSpPr>
        <p:spPr>
          <a:xfrm>
            <a:off x="3344623"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 name="TextBox 3">
            <a:extLst>
              <a:ext uri="{FF2B5EF4-FFF2-40B4-BE49-F238E27FC236}">
                <a16:creationId xmlns:a16="http://schemas.microsoft.com/office/drawing/2014/main" id="{B4CB1B30-0EFA-169B-C42C-AB0054EC3753}"/>
              </a:ext>
            </a:extLst>
          </p:cNvPr>
          <p:cNvSpPr txBox="1"/>
          <p:nvPr/>
        </p:nvSpPr>
        <p:spPr>
          <a:xfrm>
            <a:off x="8310999" y="2339677"/>
            <a:ext cx="1993005"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5" name="TextBox 4">
            <a:extLst>
              <a:ext uri="{FF2B5EF4-FFF2-40B4-BE49-F238E27FC236}">
                <a16:creationId xmlns:a16="http://schemas.microsoft.com/office/drawing/2014/main" id="{E0857F45-EBA8-5263-8F37-6A486300817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사업기간 10년 가정 투자자별 수익률은 1종 IRR 7.12%, 2종 IRR 9.24% 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제1종·제2종 우선주는 누적적 확정 배당수익률 연 7.0%, 7.5%를 각각 지급 예정</a:t>
            </a:r>
          </a:p>
        </p:txBody>
      </p:sp>
      <p:sp>
        <p:nvSpPr>
          <p:cNvPr id="6" name="TextBox 5">
            <a:extLst>
              <a:ext uri="{FF2B5EF4-FFF2-40B4-BE49-F238E27FC236}">
                <a16:creationId xmlns:a16="http://schemas.microsoft.com/office/drawing/2014/main" id="{1131AC5F-CF17-F601-E40D-1D962581CB60}"/>
              </a:ext>
            </a:extLst>
          </p:cNvPr>
          <p:cNvSpPr txBox="1"/>
          <p:nvPr/>
        </p:nvSpPr>
        <p:spPr>
          <a:xfrm>
            <a:off x="5330249" y="6842354"/>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a:t>
            </a:r>
            <a:r>
              <a:rPr lang="ko-KR" altLang="en-US" sz="1000" dirty="0">
                <a:latin typeface="KoPubWorld돋움체 Light" panose="00000300000000000000" pitchFamily="2" charset="-127"/>
                <a:ea typeface="KoPubWorld돋움체 Light" panose="00000300000000000000" pitchFamily="2" charset="-127"/>
              </a:rPr>
              <a:t>전 </a:t>
            </a:r>
            <a:r>
              <a:rPr lang="ko-KR" altLang="en-US" sz="1000" dirty="0" err="1">
                <a:latin typeface="KoPubWorld돋움체 Light" panose="00000300000000000000" pitchFamily="2" charset="-127"/>
                <a:ea typeface="KoPubWorld돋움체 Light" panose="00000300000000000000" pitchFamily="2" charset="-127"/>
              </a:rPr>
              <a:t>무수익</a:t>
            </a:r>
            <a:r>
              <a:rPr lang="ko-KR" altLang="en-US" sz="1000" dirty="0">
                <a:latin typeface="KoPubWorld돋움체 Light" panose="00000300000000000000" pitchFamily="2" charset="-127"/>
                <a:ea typeface="KoPubWorld돋움체 Light" panose="00000300000000000000" pitchFamily="2" charset="-127"/>
              </a:rPr>
              <a:t> 기간 최소 배당수익률 확보를 위한 지급 </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자본준비금 감액</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8" name="직사각형 7">
            <a:extLst>
              <a:ext uri="{FF2B5EF4-FFF2-40B4-BE49-F238E27FC236}">
                <a16:creationId xmlns:a16="http://schemas.microsoft.com/office/drawing/2014/main" id="{0DDCA852-210E-83B3-897A-7B0F8D4F46EF}"/>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6A06E8B-3E69-F511-5920-4EECC3F314B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7B4C24A-A762-A4E2-AE7B-563910521E9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7E984794-E13A-D909-602C-C2F9ACB1573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F6CD38F5-ACF8-AC00-D93A-5D39FC0AED7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31">
            <a:extLst>
              <a:ext uri="{FF2B5EF4-FFF2-40B4-BE49-F238E27FC236}">
                <a16:creationId xmlns:a16="http://schemas.microsoft.com/office/drawing/2014/main" id="{DB27056B-44E9-9615-B86D-94BD96CCE3EE}"/>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36" name="Table 6">
            <a:extLst>
              <a:ext uri="{FF2B5EF4-FFF2-40B4-BE49-F238E27FC236}">
                <a16:creationId xmlns:a16="http://schemas.microsoft.com/office/drawing/2014/main" id="{B4DE0A11-9B94-585A-1BED-1DA07257A0DB}"/>
              </a:ext>
            </a:extLst>
          </p:cNvPr>
          <p:cNvGraphicFramePr>
            <a:graphicFrameLocks noGrp="1"/>
          </p:cNvGraphicFramePr>
          <p:nvPr>
            <p:extLst>
              <p:ext uri="{D42A27DB-BD31-4B8C-83A1-F6EECF244321}">
                <p14:modId xmlns:p14="http://schemas.microsoft.com/office/powerpoint/2010/main" val="3178394597"/>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7.12%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aphicFrame>
        <p:nvGraphicFramePr>
          <p:cNvPr id="38" name="Table 6">
            <a:extLst>
              <a:ext uri="{FF2B5EF4-FFF2-40B4-BE49-F238E27FC236}">
                <a16:creationId xmlns:a16="http://schemas.microsoft.com/office/drawing/2014/main" id="{446ECC06-05D8-1C90-8485-820ECD690FB6}"/>
              </a:ext>
            </a:extLst>
          </p:cNvPr>
          <p:cNvGraphicFramePr>
            <a:graphicFrameLocks noGrp="1"/>
          </p:cNvGraphicFramePr>
          <p:nvPr>
            <p:extLst>
              <p:ext uri="{D42A27DB-BD31-4B8C-83A1-F6EECF244321}">
                <p14:modId xmlns:p14="http://schemas.microsoft.com/office/powerpoint/2010/main" val="1664228264"/>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1,838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1,838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12,115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13,990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56.0%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37,500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12,115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49,615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9.24%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1.99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39" name="그룹 38">
            <a:extLst>
              <a:ext uri="{FF2B5EF4-FFF2-40B4-BE49-F238E27FC236}">
                <a16:creationId xmlns:a16="http://schemas.microsoft.com/office/drawing/2014/main" id="{B20CC547-1687-24E2-AE07-EEB7BEA2ACCB}"/>
              </a:ext>
            </a:extLst>
          </p:cNvPr>
          <p:cNvGrpSpPr/>
          <p:nvPr/>
        </p:nvGrpSpPr>
        <p:grpSpPr>
          <a:xfrm>
            <a:off x="438834" y="1977073"/>
            <a:ext cx="9783663" cy="247712"/>
            <a:chOff x="417444" y="1605420"/>
            <a:chExt cx="8983731" cy="247712"/>
          </a:xfrm>
        </p:grpSpPr>
        <p:sp>
          <p:nvSpPr>
            <p:cNvPr id="40" name="직사각형 39">
              <a:extLst>
                <a:ext uri="{FF2B5EF4-FFF2-40B4-BE49-F238E27FC236}">
                  <a16:creationId xmlns:a16="http://schemas.microsoft.com/office/drawing/2014/main" id="{6A9B32F5-949D-87E1-5846-91A3C60C7A3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1" name="직선 연결선 40">
              <a:extLst>
                <a:ext uri="{FF2B5EF4-FFF2-40B4-BE49-F238E27FC236}">
                  <a16:creationId xmlns:a16="http://schemas.microsoft.com/office/drawing/2014/main" id="{228756B4-C863-D2B8-6F94-8047C74757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2" name="자유형 6">
              <a:extLst>
                <a:ext uri="{FF2B5EF4-FFF2-40B4-BE49-F238E27FC236}">
                  <a16:creationId xmlns:a16="http://schemas.microsoft.com/office/drawing/2014/main" id="{D8097DA8-D9D4-8867-1DFB-EF8E350DE2C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4" name="자유형 7">
              <a:extLst>
                <a:ext uri="{FF2B5EF4-FFF2-40B4-BE49-F238E27FC236}">
                  <a16:creationId xmlns:a16="http://schemas.microsoft.com/office/drawing/2014/main" id="{2D3C6B5A-EF60-E2CB-8638-4F56054D556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5255F57C-FAA4-F5DA-FD8E-77C5D6989D7D}"/>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47" name="TextBox 46">
            <a:extLst>
              <a:ext uri="{FF2B5EF4-FFF2-40B4-BE49-F238E27FC236}">
                <a16:creationId xmlns:a16="http://schemas.microsoft.com/office/drawing/2014/main" id="{68D12BFB-CAE7-E3EA-0377-B16E52D51660}"/>
              </a:ext>
            </a:extLst>
          </p:cNvPr>
          <p:cNvSpPr txBox="1"/>
          <p:nvPr/>
        </p:nvSpPr>
        <p:spPr>
          <a:xfrm>
            <a:off x="458886" y="6840177"/>
            <a:ext cx="4630951" cy="246221"/>
          </a:xfrm>
          <a:prstGeom prst="rect">
            <a:avLst/>
          </a:prstGeom>
          <a:noFill/>
        </p:spPr>
        <p:txBody>
          <a:bodyPr wrap="square" rtlCol="0">
            <a:spAutoFit/>
          </a:bodyPr>
          <a:lstStyle/>
          <a:p>
            <a:r>
              <a:rPr lang="ko-KR" altLang="en-US" sz="1000" dirty="0">
                <a:latin typeface="KoPubWorld돋움체 Light" panose="00000300000000000000" pitchFamily="2" charset="-127"/>
                <a:ea typeface="KoPubWorld돋움체 Light" panose="00000300000000000000" pitchFamily="2" charset="-127"/>
              </a:rPr>
              <a:t>Source: 재무모델 2026-09-15 인가ver(v02) IM 탭(B25:N51)</a:t>
            </a:r>
          </a:p>
        </p:txBody>
      </p:sp>
      <p:sp>
        <p:nvSpPr>
          <p:cNvPr id="7" name="TextBox 6">
            <a:extLst>
              <a:ext uri="{FF2B5EF4-FFF2-40B4-BE49-F238E27FC236}">
                <a16:creationId xmlns:a16="http://schemas.microsoft.com/office/drawing/2014/main" id="{90CB5623-54CB-6B4A-63B5-37D78E23342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BCB7DFDF-E7EB-6545-2E08-D1A2771C0731}"/>
              </a:ext>
            </a:extLst>
          </p:cNvPr>
          <p:cNvGrpSpPr/>
          <p:nvPr/>
        </p:nvGrpSpPr>
        <p:grpSpPr>
          <a:xfrm>
            <a:off x="396243" y="2267669"/>
            <a:ext cx="816249" cy="246221"/>
            <a:chOff x="458886" y="1467302"/>
            <a:chExt cx="816249" cy="246221"/>
          </a:xfrm>
        </p:grpSpPr>
        <p:sp>
          <p:nvSpPr>
            <p:cNvPr id="9" name="TextBox 8">
              <a:extLst>
                <a:ext uri="{FF2B5EF4-FFF2-40B4-BE49-F238E27FC236}">
                  <a16:creationId xmlns:a16="http://schemas.microsoft.com/office/drawing/2014/main" id="{6E71CEED-25DD-67FB-C6AE-DAC8529BABE4}"/>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1" name="직사각형 10">
              <a:extLst>
                <a:ext uri="{FF2B5EF4-FFF2-40B4-BE49-F238E27FC236}">
                  <a16:creationId xmlns:a16="http://schemas.microsoft.com/office/drawing/2014/main" id="{9D32F461-E25B-B1ED-BCE9-75F7EBAF838A}"/>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3" name="그룹 12">
            <a:extLst>
              <a:ext uri="{FF2B5EF4-FFF2-40B4-BE49-F238E27FC236}">
                <a16:creationId xmlns:a16="http://schemas.microsoft.com/office/drawing/2014/main" id="{563F8D5C-F327-C657-FFF7-86E472BA5AE2}"/>
              </a:ext>
            </a:extLst>
          </p:cNvPr>
          <p:cNvGrpSpPr/>
          <p:nvPr/>
        </p:nvGrpSpPr>
        <p:grpSpPr>
          <a:xfrm>
            <a:off x="5346700" y="2267669"/>
            <a:ext cx="816249" cy="246221"/>
            <a:chOff x="458886" y="1467302"/>
            <a:chExt cx="816249" cy="246221"/>
          </a:xfrm>
        </p:grpSpPr>
        <p:sp>
          <p:nvSpPr>
            <p:cNvPr id="14" name="TextBox 13">
              <a:extLst>
                <a:ext uri="{FF2B5EF4-FFF2-40B4-BE49-F238E27FC236}">
                  <a16:creationId xmlns:a16="http://schemas.microsoft.com/office/drawing/2014/main" id="{622DECCC-ADA3-F238-AC10-DD1E844A3622}"/>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091F8A84-38F5-B37A-254F-D04DE7ACA6D3}"/>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80387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283A-2033-F3C4-8B04-12B7E22999B2}"/>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0A544DE-D7E9-5FD9-DDF8-C6DAC7A6D5C6}"/>
              </a:ext>
            </a:extLst>
          </p:cNvPr>
          <p:cNvGrpSpPr/>
          <p:nvPr/>
        </p:nvGrpSpPr>
        <p:grpSpPr>
          <a:xfrm>
            <a:off x="438834" y="1977073"/>
            <a:ext cx="9783663" cy="247712"/>
            <a:chOff x="417444" y="1605420"/>
            <a:chExt cx="8983731" cy="247712"/>
          </a:xfrm>
        </p:grpSpPr>
        <p:sp>
          <p:nvSpPr>
            <p:cNvPr id="21" name="직사각형 20">
              <a:extLst>
                <a:ext uri="{FF2B5EF4-FFF2-40B4-BE49-F238E27FC236}">
                  <a16:creationId xmlns:a16="http://schemas.microsoft.com/office/drawing/2014/main" id="{8ED560B5-7BF5-257A-6954-34312549C68C}"/>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593143FA-745C-549F-40FA-39023CCDF5C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89ADDAD3-FFFB-9563-40F3-A44FAEB32A0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B345B1D4-FC5A-4D1C-6D0C-5A2F6967094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33B4E242-A0E1-906E-B6A7-6BBAFE6026C7}"/>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9" name="TextBox 8">
            <a:extLst>
              <a:ext uri="{FF2B5EF4-FFF2-40B4-BE49-F238E27FC236}">
                <a16:creationId xmlns:a16="http://schemas.microsoft.com/office/drawing/2014/main" id="{5875226F-7915-E3B9-CD36-F571DBED04BC}"/>
              </a:ext>
            </a:extLst>
          </p:cNvPr>
          <p:cNvSpPr txBox="1"/>
          <p:nvPr/>
        </p:nvSpPr>
        <p:spPr>
          <a:xfrm>
            <a:off x="3255523" y="2366207"/>
            <a:ext cx="1832414"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10" name="TextBox 9">
            <a:extLst>
              <a:ext uri="{FF2B5EF4-FFF2-40B4-BE49-F238E27FC236}">
                <a16:creationId xmlns:a16="http://schemas.microsoft.com/office/drawing/2014/main" id="{BF6A044B-C94D-21E7-6B4B-B8A326C74369}"/>
              </a:ext>
            </a:extLst>
          </p:cNvPr>
          <p:cNvSpPr txBox="1"/>
          <p:nvPr/>
        </p:nvSpPr>
        <p:spPr>
          <a:xfrm>
            <a:off x="8407978" y="2361064"/>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11" name="TextBox 10">
            <a:extLst>
              <a:ext uri="{FF2B5EF4-FFF2-40B4-BE49-F238E27FC236}">
                <a16:creationId xmlns:a16="http://schemas.microsoft.com/office/drawing/2014/main" id="{A3366F3B-84B1-CFBB-5D44-DC5CBEB6C47A}"/>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3종은 무배당·2년 후 원본 유상감자, 보통주 IRR 16.44%·E.M 4.35x 예상</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보통주는 초기 1년 연 7.5% 배당 후 잔여배당, 매각차익의 80%(48,460백만원) 배분</a:t>
            </a:r>
          </a:p>
        </p:txBody>
      </p:sp>
      <p:graphicFrame>
        <p:nvGraphicFramePr>
          <p:cNvPr id="43" name="Table 6">
            <a:extLst>
              <a:ext uri="{FF2B5EF4-FFF2-40B4-BE49-F238E27FC236}">
                <a16:creationId xmlns:a16="http://schemas.microsoft.com/office/drawing/2014/main" id="{ED652B60-DBE5-2024-C416-7E0E928A8E8F}"/>
              </a:ext>
            </a:extLst>
          </p:cNvPr>
          <p:cNvGraphicFramePr>
            <a:graphicFrameLocks noGrp="1"/>
          </p:cNvGraphicFramePr>
          <p:nvPr>
            <p:extLst>
              <p:ext uri="{D42A27DB-BD31-4B8C-83A1-F6EECF244321}">
                <p14:modId xmlns:p14="http://schemas.microsoft.com/office/powerpoint/2010/main" val="3662657576"/>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48,460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48,460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654.9%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48,460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49,570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16.44%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4.35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5" name="직사각형 14">
            <a:extLst>
              <a:ext uri="{FF2B5EF4-FFF2-40B4-BE49-F238E27FC236}">
                <a16:creationId xmlns:a16="http://schemas.microsoft.com/office/drawing/2014/main" id="{C2B80131-6615-D9D1-0633-BD5BCDB233E8}"/>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5EBC88E4-FD40-8169-C764-9465A75BA2F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7B28D683-D6AA-A6F9-56C3-4875AFD59F7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B0A58C52-DC52-C74D-5F36-40310E66A26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08B48806-B99B-82F8-EAC3-61479542109D}"/>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A5D22D7D-16FE-CE65-706B-6158DF381EA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 name="Table 6">
            <a:extLst>
              <a:ext uri="{FF2B5EF4-FFF2-40B4-BE49-F238E27FC236}">
                <a16:creationId xmlns:a16="http://schemas.microsoft.com/office/drawing/2014/main" id="{B8F64417-8F5C-8472-D3D1-6E427CFA4F06}"/>
              </a:ext>
            </a:extLst>
          </p:cNvPr>
          <p:cNvGraphicFramePr>
            <a:graphicFrameLocks noGrp="1"/>
          </p:cNvGraphicFramePr>
          <p:nvPr>
            <p:extLst>
              <p:ext uri="{D42A27DB-BD31-4B8C-83A1-F6EECF244321}">
                <p14:modId xmlns:p14="http://schemas.microsoft.com/office/powerpoint/2010/main" val="983231355"/>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x 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8" name="TextBox 17">
            <a:extLst>
              <a:ext uri="{FF2B5EF4-FFF2-40B4-BE49-F238E27FC236}">
                <a16:creationId xmlns:a16="http://schemas.microsoft.com/office/drawing/2014/main" id="{6C4ADFE3-CCC6-3B74-A720-FBED609CE666}"/>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재무모델 2026-09-15 인가ver(v02) IM 탭(B77:N103). 3종 E.Multiple 0.00x는 배당·C.G 기준 산출값으로 FY4 원본 유상감자(100억원) 회수분 제외 (FY는 반기)</a:t>
            </a:r>
          </a:p>
        </p:txBody>
      </p:sp>
      <p:grpSp>
        <p:nvGrpSpPr>
          <p:cNvPr id="13" name="그룹 12">
            <a:extLst>
              <a:ext uri="{FF2B5EF4-FFF2-40B4-BE49-F238E27FC236}">
                <a16:creationId xmlns:a16="http://schemas.microsoft.com/office/drawing/2014/main" id="{F5BA392A-5A07-91D5-DA85-BC4932E6D9DB}"/>
              </a:ext>
            </a:extLst>
          </p:cNvPr>
          <p:cNvGrpSpPr/>
          <p:nvPr/>
        </p:nvGrpSpPr>
        <p:grpSpPr>
          <a:xfrm>
            <a:off x="396243" y="2267669"/>
            <a:ext cx="816249" cy="246221"/>
            <a:chOff x="458886" y="1467302"/>
            <a:chExt cx="816249" cy="246221"/>
          </a:xfrm>
        </p:grpSpPr>
        <p:sp>
          <p:nvSpPr>
            <p:cNvPr id="14" name="TextBox 13">
              <a:extLst>
                <a:ext uri="{FF2B5EF4-FFF2-40B4-BE49-F238E27FC236}">
                  <a16:creationId xmlns:a16="http://schemas.microsoft.com/office/drawing/2014/main" id="{4985AEEA-6848-A2A9-62D2-3C9DCC30184D}"/>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 name="직사각형 15">
              <a:extLst>
                <a:ext uri="{FF2B5EF4-FFF2-40B4-BE49-F238E27FC236}">
                  <a16:creationId xmlns:a16="http://schemas.microsoft.com/office/drawing/2014/main" id="{65AD65DB-27C5-E21A-E08D-DFC3658AC0F6}"/>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6" name="그룹 25">
            <a:extLst>
              <a:ext uri="{FF2B5EF4-FFF2-40B4-BE49-F238E27FC236}">
                <a16:creationId xmlns:a16="http://schemas.microsoft.com/office/drawing/2014/main" id="{27BB0D0E-07BE-9AC5-FABD-1C29FA05760B}"/>
              </a:ext>
            </a:extLst>
          </p:cNvPr>
          <p:cNvGrpSpPr/>
          <p:nvPr/>
        </p:nvGrpSpPr>
        <p:grpSpPr>
          <a:xfrm>
            <a:off x="5346700" y="2267669"/>
            <a:ext cx="595035" cy="246221"/>
            <a:chOff x="458886" y="1467302"/>
            <a:chExt cx="595035" cy="246221"/>
          </a:xfrm>
        </p:grpSpPr>
        <p:sp>
          <p:nvSpPr>
            <p:cNvPr id="28" name="TextBox 27">
              <a:extLst>
                <a:ext uri="{FF2B5EF4-FFF2-40B4-BE49-F238E27FC236}">
                  <a16:creationId xmlns:a16="http://schemas.microsoft.com/office/drawing/2014/main" id="{A5AD3CB7-C3B8-3961-9BF7-9E4F809E32F8}"/>
                </a:ext>
              </a:extLst>
            </p:cNvPr>
            <p:cNvSpPr txBox="1"/>
            <p:nvPr/>
          </p:nvSpPr>
          <p:spPr>
            <a:xfrm>
              <a:off x="458886" y="1467302"/>
              <a:ext cx="59503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0" name="직사각형 29">
              <a:extLst>
                <a:ext uri="{FF2B5EF4-FFF2-40B4-BE49-F238E27FC236}">
                  <a16:creationId xmlns:a16="http://schemas.microsoft.com/office/drawing/2014/main" id="{479EF538-056F-BDC0-17C0-1E7402E99847}"/>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01817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283A-2033-F3C4-8B04-12B7E22999B2}"/>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0A544DE-D7E9-5FD9-DDF8-C6DAC7A6D5C6}"/>
              </a:ext>
            </a:extLst>
          </p:cNvPr>
          <p:cNvGrpSpPr/>
          <p:nvPr/>
        </p:nvGrpSpPr>
        <p:grpSpPr>
          <a:xfrm>
            <a:off x="438834" y="1977073"/>
            <a:ext cx="9783663" cy="247712"/>
            <a:chOff x="417444" y="1605420"/>
            <a:chExt cx="8983731" cy="247712"/>
          </a:xfrm>
        </p:grpSpPr>
        <p:sp>
          <p:nvSpPr>
            <p:cNvPr id="21" name="직사각형 20">
              <a:extLst>
                <a:ext uri="{FF2B5EF4-FFF2-40B4-BE49-F238E27FC236}">
                  <a16:creationId xmlns:a16="http://schemas.microsoft.com/office/drawing/2014/main" id="{8ED560B5-7BF5-257A-6954-34312549C68C}"/>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593143FA-745C-549F-40FA-39023CCDF5C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89ADDAD3-FFFB-9563-40F3-A44FAEB32A0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B345B1D4-FC5A-4D1C-6D0C-5A2F6967094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33B4E242-A0E1-906E-B6A7-6BBAFE6026C7}"/>
                </a:ext>
              </a:extLst>
            </p:cNvPr>
            <p:cNvSpPr txBox="1"/>
            <p:nvPr/>
          </p:nvSpPr>
          <p:spPr>
            <a:xfrm>
              <a:off x="417444" y="1652332"/>
              <a:ext cx="1649591"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_KLI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단계적 출자</a:t>
              </a:r>
            </a:p>
          </p:txBody>
        </p:sp>
      </p:grpSp>
      <p:sp>
        <p:nvSpPr>
          <p:cNvPr id="9" name="TextBox 8">
            <a:extLst>
              <a:ext uri="{FF2B5EF4-FFF2-40B4-BE49-F238E27FC236}">
                <a16:creationId xmlns:a16="http://schemas.microsoft.com/office/drawing/2014/main" id="{5875226F-7915-E3B9-CD36-F571DBED04BC}"/>
              </a:ext>
            </a:extLst>
          </p:cNvPr>
          <p:cNvSpPr txBox="1"/>
          <p:nvPr/>
        </p:nvSpPr>
        <p:spPr>
          <a:xfrm>
            <a:off x="3255523" y="2366207"/>
            <a:ext cx="1832414"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10" name="TextBox 9">
            <a:extLst>
              <a:ext uri="{FF2B5EF4-FFF2-40B4-BE49-F238E27FC236}">
                <a16:creationId xmlns:a16="http://schemas.microsoft.com/office/drawing/2014/main" id="{BF6A044B-C94D-21E7-6B4B-B8A326C74369}"/>
              </a:ext>
            </a:extLst>
          </p:cNvPr>
          <p:cNvSpPr txBox="1"/>
          <p:nvPr/>
        </p:nvSpPr>
        <p:spPr>
          <a:xfrm>
            <a:off x="8407978" y="2361064"/>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11" name="TextBox 10">
            <a:extLst>
              <a:ext uri="{FF2B5EF4-FFF2-40B4-BE49-F238E27FC236}">
                <a16:creationId xmlns:a16="http://schemas.microsoft.com/office/drawing/2014/main" id="{A3366F3B-84B1-CFBB-5D44-DC5CBEB6C47A}"/>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KLI 통합 기준 투자잔액 895억원, IRR 10.98%, E.Multiple 2.21x 예상</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보통주(148억원)는 초기 출자, 2종·1종 매입 완료 후 FY5부터 통합 Yield 약 6.1% 수준</a:t>
            </a:r>
          </a:p>
        </p:txBody>
      </p:sp>
      <p:graphicFrame>
        <p:nvGraphicFramePr>
          <p:cNvPr id="43" name="Table 6">
            <a:extLst>
              <a:ext uri="{FF2B5EF4-FFF2-40B4-BE49-F238E27FC236}">
                <a16:creationId xmlns:a16="http://schemas.microsoft.com/office/drawing/2014/main" id="{ED652B60-DBE5-2024-C416-7E0E928A8E8F}"/>
              </a:ext>
            </a:extLst>
          </p:cNvPr>
          <p:cNvGraphicFramePr>
            <a:graphicFrameLocks noGrp="1"/>
          </p:cNvGraphicFramePr>
          <p:nvPr>
            <p:extLst>
              <p:ext uri="{D42A27DB-BD31-4B8C-83A1-F6EECF244321}">
                <p14:modId xmlns:p14="http://schemas.microsoft.com/office/powerpoint/2010/main" val="2857565118"/>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65,255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65,255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2,696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2,696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2,678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2,678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2,884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2,884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59,906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62,621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48,300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59,906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108,206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5.40%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10.98%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2.21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5" name="직사각형 14">
            <a:extLst>
              <a:ext uri="{FF2B5EF4-FFF2-40B4-BE49-F238E27FC236}">
                <a16:creationId xmlns:a16="http://schemas.microsoft.com/office/drawing/2014/main" id="{C2B80131-6615-D9D1-0633-BD5BCDB233E8}"/>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5EBC88E4-FD40-8169-C764-9465A75BA2F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7B28D683-D6AA-A6F9-56C3-4875AFD59F7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B0A58C52-DC52-C74D-5F36-40310E66A26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08B48806-B99B-82F8-EAC3-61479542109D}"/>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A5D22D7D-16FE-CE65-706B-6158DF381EA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 name="Table 6">
            <a:extLst>
              <a:ext uri="{FF2B5EF4-FFF2-40B4-BE49-F238E27FC236}">
                <a16:creationId xmlns:a16="http://schemas.microsoft.com/office/drawing/2014/main" id="{B8F64417-8F5C-8472-D3D1-6E427CFA4F06}"/>
              </a:ext>
            </a:extLst>
          </p:cNvPr>
          <p:cNvGraphicFramePr>
            <a:graphicFrameLocks noGrp="1"/>
          </p:cNvGraphicFramePr>
          <p:nvPr>
            <p:extLst>
              <p:ext uri="{D42A27DB-BD31-4B8C-83A1-F6EECF244321}">
                <p14:modId xmlns:p14="http://schemas.microsoft.com/office/powerpoint/2010/main" val="983231355"/>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48,460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48,460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654.9%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1,110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48,460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49,570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0.75%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16.44%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x 4.35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8" name="TextBox 17">
            <a:extLst>
              <a:ext uri="{FF2B5EF4-FFF2-40B4-BE49-F238E27FC236}">
                <a16:creationId xmlns:a16="http://schemas.microsoft.com/office/drawing/2014/main" id="{6C4ADFE3-CCC6-3B74-A720-FBED609CE666}"/>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a:t>
            </a:r>
            <a:r>
              <a:rPr kumimoji="0" lang="en-US" altLang="ko-KR"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재무모델 2026-09-15 인가ver(v02) Sell-down 탭. 통합 C.G 59,906백만원(1종 -215·2종 11,660·보통주 48,460)</a:t>
            </a:r>
          </a:p>
        </p:txBody>
      </p:sp>
      <p:grpSp>
        <p:nvGrpSpPr>
          <p:cNvPr id="12" name="그룹 11">
            <a:extLst>
              <a:ext uri="{FF2B5EF4-FFF2-40B4-BE49-F238E27FC236}">
                <a16:creationId xmlns:a16="http://schemas.microsoft.com/office/drawing/2014/main" id="{4C089463-124D-4C7C-52A1-41FD5916C7FB}"/>
              </a:ext>
            </a:extLst>
          </p:cNvPr>
          <p:cNvGrpSpPr/>
          <p:nvPr/>
        </p:nvGrpSpPr>
        <p:grpSpPr>
          <a:xfrm>
            <a:off x="396243" y="2267669"/>
            <a:ext cx="1160895" cy="246221"/>
            <a:chOff x="458886" y="1467302"/>
            <a:chExt cx="1160895" cy="246221"/>
          </a:xfrm>
        </p:grpSpPr>
        <p:sp>
          <p:nvSpPr>
            <p:cNvPr id="13" name="TextBox 12">
              <a:extLst>
                <a:ext uri="{FF2B5EF4-FFF2-40B4-BE49-F238E27FC236}">
                  <a16:creationId xmlns:a16="http://schemas.microsoft.com/office/drawing/2014/main" id="{44F82B7D-34E8-3815-3A9D-2EA0D803023E}"/>
                </a:ext>
              </a:extLst>
            </p:cNvPr>
            <p:cNvSpPr txBox="1"/>
            <p:nvPr/>
          </p:nvSpPr>
          <p:spPr>
            <a:xfrm>
              <a:off x="458886" y="1467302"/>
              <a:ext cx="116089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초기 출자</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4" name="직사각형 13">
              <a:extLst>
                <a:ext uri="{FF2B5EF4-FFF2-40B4-BE49-F238E27FC236}">
                  <a16:creationId xmlns:a16="http://schemas.microsoft.com/office/drawing/2014/main" id="{844C9A89-7EDE-6386-8A3E-D9A87C9C7532}"/>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6" name="그룹 15">
            <a:extLst>
              <a:ext uri="{FF2B5EF4-FFF2-40B4-BE49-F238E27FC236}">
                <a16:creationId xmlns:a16="http://schemas.microsoft.com/office/drawing/2014/main" id="{0509D3C8-DE18-977B-1453-742DA03ACFED}"/>
              </a:ext>
            </a:extLst>
          </p:cNvPr>
          <p:cNvGrpSpPr/>
          <p:nvPr/>
        </p:nvGrpSpPr>
        <p:grpSpPr>
          <a:xfrm>
            <a:off x="5346700" y="2267669"/>
            <a:ext cx="2281394" cy="246221"/>
            <a:chOff x="458886" y="1467302"/>
            <a:chExt cx="2281394" cy="246221"/>
          </a:xfrm>
        </p:grpSpPr>
        <p:sp>
          <p:nvSpPr>
            <p:cNvPr id="26" name="TextBox 25">
              <a:extLst>
                <a:ext uri="{FF2B5EF4-FFF2-40B4-BE49-F238E27FC236}">
                  <a16:creationId xmlns:a16="http://schemas.microsoft.com/office/drawing/2014/main" id="{F8341DA3-3FCB-B17E-B746-DC9AA8289FA1}"/>
                </a:ext>
              </a:extLst>
            </p:cNvPr>
            <p:cNvSpPr txBox="1"/>
            <p:nvPr/>
          </p:nvSpPr>
          <p:spPr>
            <a:xfrm>
              <a:off x="458886" y="1467302"/>
              <a:ext cx="2281394"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단계적 출자</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통합</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8" name="직사각형 27">
              <a:extLst>
                <a:ext uri="{FF2B5EF4-FFF2-40B4-BE49-F238E27FC236}">
                  <a16:creationId xmlns:a16="http://schemas.microsoft.com/office/drawing/2014/main" id="{2CEA961C-BF39-1AB4-40C4-44338D696D1B}"/>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01817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ACCC-742D-FB9C-022B-71BE3A7CCD5F}"/>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CB3219A-E9AA-6C73-25A5-25D5CF3E7659}"/>
              </a:ext>
            </a:extLst>
          </p:cNvPr>
          <p:cNvGrpSpPr/>
          <p:nvPr/>
        </p:nvGrpSpPr>
        <p:grpSpPr>
          <a:xfrm>
            <a:off x="438150" y="1981719"/>
            <a:ext cx="9783663" cy="247712"/>
            <a:chOff x="417444" y="1605420"/>
            <a:chExt cx="8983731" cy="247712"/>
          </a:xfrm>
        </p:grpSpPr>
        <p:sp>
          <p:nvSpPr>
            <p:cNvPr id="21" name="직사각형 20">
              <a:extLst>
                <a:ext uri="{FF2B5EF4-FFF2-40B4-BE49-F238E27FC236}">
                  <a16:creationId xmlns:a16="http://schemas.microsoft.com/office/drawing/2014/main" id="{99C142D0-4D09-6344-9624-5FE2AEACE0D1}"/>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3BE73124-5989-918C-C445-FD1FD9F8B4A6}"/>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0A9F52C-F02A-09B3-91EA-2678AA757E2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232AEB61-8AA4-59A6-46E6-0AF229FEE14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FF182166-D3C1-6CC8-342D-4A2FED926412}"/>
                </a:ext>
              </a:extLst>
            </p:cNvPr>
            <p:cNvSpPr txBox="1"/>
            <p:nvPr/>
          </p:nvSpPr>
          <p:spPr>
            <a:xfrm>
              <a:off x="417444" y="1652332"/>
              <a:ext cx="633953" cy="153888"/>
            </a:xfrm>
            <a:prstGeom prst="rect">
              <a:avLst/>
            </a:prstGeom>
            <a:noFill/>
          </p:spPr>
          <p:txBody>
            <a:bodyPr wrap="none" lIns="90000" tIns="0" rIns="0" bIns="0" rtlCol="0">
              <a:spAutoFit/>
            </a:bodyPr>
            <a:lstStyle/>
            <a:p>
              <a:pPr lvl="0">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p>
          </p:txBody>
        </p:sp>
      </p:grpSp>
      <p:sp>
        <p:nvSpPr>
          <p:cNvPr id="5" name="TextBox 4">
            <a:extLst>
              <a:ext uri="{FF2B5EF4-FFF2-40B4-BE49-F238E27FC236}">
                <a16:creationId xmlns:a16="http://schemas.microsoft.com/office/drawing/2014/main" id="{9F05E7ED-5621-5AD5-507B-26507341E73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선순위 단순 DSCR은 Carry 2개년 최소 1.72·평균 1.74, 중순위 최소 1.32 수준</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제1·2종 우선주 배당 재원 부족분은 3종 우선주 투자금(100억원) Overfunding으로 충당 예정</a:t>
            </a:r>
          </a:p>
        </p:txBody>
      </p:sp>
      <p:graphicFrame>
        <p:nvGraphicFramePr>
          <p:cNvPr id="8" name="표 7">
            <a:extLst>
              <a:ext uri="{FF2B5EF4-FFF2-40B4-BE49-F238E27FC236}">
                <a16:creationId xmlns:a16="http://schemas.microsoft.com/office/drawing/2014/main" id="{39E0CEBF-2CE1-0424-64AD-A83F185EF845}"/>
              </a:ext>
            </a:extLst>
          </p:cNvPr>
          <p:cNvGraphicFramePr>
            <a:graphicFrameLocks noGrp="1"/>
          </p:cNvGraphicFramePr>
          <p:nvPr>
            <p:extLst>
              <p:ext uri="{D42A27DB-BD31-4B8C-83A1-F6EECF244321}">
                <p14:modId xmlns:p14="http://schemas.microsoft.com/office/powerpoint/2010/main" val="3238604285"/>
              </p:ext>
            </p:extLst>
          </p:nvPr>
        </p:nvGraphicFramePr>
        <p:xfrm>
          <a:off x="438150" y="2374900"/>
          <a:ext cx="9890860" cy="4460880"/>
        </p:xfrm>
        <a:graphic>
          <a:graphicData uri="http://schemas.openxmlformats.org/drawingml/2006/table">
            <a:tbl>
              <a:tblPr/>
              <a:tblGrid>
                <a:gridCol w="1642847">
                  <a:extLst>
                    <a:ext uri="{9D8B030D-6E8A-4147-A177-3AD203B41FA5}">
                      <a16:colId xmlns:a16="http://schemas.microsoft.com/office/drawing/2014/main" val="720169518"/>
                    </a:ext>
                  </a:extLst>
                </a:gridCol>
                <a:gridCol w="569328">
                  <a:extLst>
                    <a:ext uri="{9D8B030D-6E8A-4147-A177-3AD203B41FA5}">
                      <a16:colId xmlns:a16="http://schemas.microsoft.com/office/drawing/2014/main" val="4174580032"/>
                    </a:ext>
                  </a:extLst>
                </a:gridCol>
                <a:gridCol w="673060">
                  <a:extLst>
                    <a:ext uri="{9D8B030D-6E8A-4147-A177-3AD203B41FA5}">
                      <a16:colId xmlns:a16="http://schemas.microsoft.com/office/drawing/2014/main" val="1766611776"/>
                    </a:ext>
                  </a:extLst>
                </a:gridCol>
                <a:gridCol w="636875">
                  <a:extLst>
                    <a:ext uri="{9D8B030D-6E8A-4147-A177-3AD203B41FA5}">
                      <a16:colId xmlns:a16="http://schemas.microsoft.com/office/drawing/2014/main" val="3847258506"/>
                    </a:ext>
                  </a:extLst>
                </a:gridCol>
                <a:gridCol w="636875">
                  <a:extLst>
                    <a:ext uri="{9D8B030D-6E8A-4147-A177-3AD203B41FA5}">
                      <a16:colId xmlns:a16="http://schemas.microsoft.com/office/drawing/2014/main" val="963441975"/>
                    </a:ext>
                  </a:extLst>
                </a:gridCol>
                <a:gridCol w="636875">
                  <a:extLst>
                    <a:ext uri="{9D8B030D-6E8A-4147-A177-3AD203B41FA5}">
                      <a16:colId xmlns:a16="http://schemas.microsoft.com/office/drawing/2014/main" val="391666216"/>
                    </a:ext>
                  </a:extLst>
                </a:gridCol>
                <a:gridCol w="636875">
                  <a:extLst>
                    <a:ext uri="{9D8B030D-6E8A-4147-A177-3AD203B41FA5}">
                      <a16:colId xmlns:a16="http://schemas.microsoft.com/office/drawing/2014/main" val="3952481583"/>
                    </a:ext>
                  </a:extLst>
                </a:gridCol>
                <a:gridCol w="636875">
                  <a:extLst>
                    <a:ext uri="{9D8B030D-6E8A-4147-A177-3AD203B41FA5}">
                      <a16:colId xmlns:a16="http://schemas.microsoft.com/office/drawing/2014/main" val="2617178856"/>
                    </a:ext>
                  </a:extLst>
                </a:gridCol>
                <a:gridCol w="636875">
                  <a:extLst>
                    <a:ext uri="{9D8B030D-6E8A-4147-A177-3AD203B41FA5}">
                      <a16:colId xmlns:a16="http://schemas.microsoft.com/office/drawing/2014/main" val="1954638999"/>
                    </a:ext>
                  </a:extLst>
                </a:gridCol>
                <a:gridCol w="636875">
                  <a:extLst>
                    <a:ext uri="{9D8B030D-6E8A-4147-A177-3AD203B41FA5}">
                      <a16:colId xmlns:a16="http://schemas.microsoft.com/office/drawing/2014/main" val="2120893545"/>
                    </a:ext>
                  </a:extLst>
                </a:gridCol>
                <a:gridCol w="636875">
                  <a:extLst>
                    <a:ext uri="{9D8B030D-6E8A-4147-A177-3AD203B41FA5}">
                      <a16:colId xmlns:a16="http://schemas.microsoft.com/office/drawing/2014/main" val="249970010"/>
                    </a:ext>
                  </a:extLst>
                </a:gridCol>
                <a:gridCol w="636875">
                  <a:extLst>
                    <a:ext uri="{9D8B030D-6E8A-4147-A177-3AD203B41FA5}">
                      <a16:colId xmlns:a16="http://schemas.microsoft.com/office/drawing/2014/main" val="498669545"/>
                    </a:ext>
                  </a:extLst>
                </a:gridCol>
                <a:gridCol w="636875">
                  <a:extLst>
                    <a:ext uri="{9D8B030D-6E8A-4147-A177-3AD203B41FA5}">
                      <a16:colId xmlns:a16="http://schemas.microsoft.com/office/drawing/2014/main" val="188691871"/>
                    </a:ext>
                  </a:extLst>
                </a:gridCol>
                <a:gridCol w="636875">
                  <a:extLst>
                    <a:ext uri="{9D8B030D-6E8A-4147-A177-3AD203B41FA5}">
                      <a16:colId xmlns:a16="http://schemas.microsoft.com/office/drawing/2014/main" val="558225088"/>
                    </a:ext>
                  </a:extLst>
                </a:gridCol>
              </a:tblGrid>
              <a:tr h="416702">
                <a:tc rowSpan="2" gridSpan="2">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72000" marR="72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hMerge="1">
                  <a:txBody>
                    <a:bodyPr/>
                    <a:lstStyle/>
                    <a:p>
                      <a:pPr>
                        <a:buNone/>
                      </a:pPr>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gridSpan="2">
                  <a:txBody>
                    <a:bodyPr/>
                    <a:lstStyle/>
                    <a:p>
                      <a:pPr algn="ctr"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기준</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a:txBody>
                    <a:bodyPr/>
                    <a:lstStyle/>
                    <a:p>
                      <a:pPr latinLnBrk="1">
                        <a:buNone/>
                      </a:pPr>
                      <a:endParaRPr lang="ko-KR" altLang="en-US"/>
                    </a:p>
                  </a:txBody>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Y2</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Y3</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Y4</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Y5</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Y6</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Y7</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Y8</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Y9</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Y10</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4211043708"/>
                  </a:ext>
                </a:extLst>
              </a:tr>
              <a:tr h="223614">
                <a:tc gridSpan="2" vMerge="1">
                  <a:txBody>
                    <a:bodyPr/>
                    <a:lstStyle/>
                    <a:p>
                      <a:pPr>
                        <a:buNone/>
                      </a:pPr>
                      <a:endParaRPr dirty="0"/>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vMerge="1">
                  <a:txBody>
                    <a:bodyPr/>
                    <a:lstStyle/>
                    <a:p>
                      <a:pPr>
                        <a:buNone/>
                      </a:pPr>
                      <a:endParaRPr dirty="0"/>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Min</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719629219"/>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영업이익</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13,311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7097775"/>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상환가능현금</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35,657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16,206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17,984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379,491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599265552"/>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endPar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762862353"/>
                  </a:ext>
                </a:extLst>
              </a:tr>
              <a:tr h="270629">
                <a:tc>
                  <a:txBody>
                    <a:bodyPr/>
                    <a:lstStyle/>
                    <a:p>
                      <a:pPr algn="l"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41736972"/>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388695476"/>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48432840"/>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60193877"/>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4378699"/>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248,265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64602035"/>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23097548"/>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0782175"/>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302,015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992560095"/>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564449429"/>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626517303"/>
                  </a:ext>
                </a:extLst>
              </a:tr>
            </a:tbl>
          </a:graphicData>
        </a:graphic>
      </p:graphicFrame>
      <p:sp>
        <p:nvSpPr>
          <p:cNvPr id="9" name="TextBox 8">
            <a:extLst>
              <a:ext uri="{FF2B5EF4-FFF2-40B4-BE49-F238E27FC236}">
                <a16:creationId xmlns:a16="http://schemas.microsoft.com/office/drawing/2014/main" id="{97943872-D7CF-3447-C6DF-3BC15A8C664E}"/>
              </a:ext>
            </a:extLst>
          </p:cNvPr>
          <p:cNvSpPr txBox="1"/>
          <p:nvPr/>
        </p:nvSpPr>
        <p:spPr>
          <a:xfrm>
            <a:off x="8424583" y="2152182"/>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3" name="직사각형 2">
            <a:extLst>
              <a:ext uri="{FF2B5EF4-FFF2-40B4-BE49-F238E27FC236}">
                <a16:creationId xmlns:a16="http://schemas.microsoft.com/office/drawing/2014/main" id="{B971D61C-C2BE-443B-D613-CBFF01FF91EB}"/>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BED0BF76-1769-A7E0-D73B-9A1948A5445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6D06F1EE-0AE0-1CF8-9BCA-2FA8768BF9C4}"/>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434FEB71-EE2E-594F-52A4-56ADC7257A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78E2F981-299F-1738-504D-D6D9AE517796}"/>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92742350-1E17-46FA-6C8A-CB145E075FF6}"/>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D5F1BAF9-3052-EA8A-3461-3EC5CE5F1DF4}"/>
              </a:ext>
            </a:extLst>
          </p:cNvPr>
          <p:cNvSpPr/>
          <p:nvPr/>
        </p:nvSpPr>
        <p:spPr>
          <a:xfrm>
            <a:off x="2644712" y="2411057"/>
            <a:ext cx="1296466" cy="4429120"/>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 name="TextBox 10">
            <a:extLst>
              <a:ext uri="{FF2B5EF4-FFF2-40B4-BE49-F238E27FC236}">
                <a16:creationId xmlns:a16="http://schemas.microsoft.com/office/drawing/2014/main" id="{008F00B4-A3AF-277A-04DA-82DC7A4A40FD}"/>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7.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p:txBody>
      </p:sp>
    </p:spTree>
    <p:extLst>
      <p:ext uri="{BB962C8B-B14F-4D97-AF65-F5344CB8AC3E}">
        <p14:creationId xmlns:p14="http://schemas.microsoft.com/office/powerpoint/2010/main" val="12137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21B3-8998-0875-716F-49DBAAB39449}"/>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A96505CE-D094-4FA2-8A4E-F851BCD4E2EA}"/>
              </a:ext>
            </a:extLst>
          </p:cNvPr>
          <p:cNvGrpSpPr/>
          <p:nvPr/>
        </p:nvGrpSpPr>
        <p:grpSpPr>
          <a:xfrm>
            <a:off x="438150" y="1984313"/>
            <a:ext cx="9783663" cy="247712"/>
            <a:chOff x="417444" y="1605420"/>
            <a:chExt cx="8983731" cy="247712"/>
          </a:xfrm>
        </p:grpSpPr>
        <p:sp>
          <p:nvSpPr>
            <p:cNvPr id="21" name="직사각형 20">
              <a:extLst>
                <a:ext uri="{FF2B5EF4-FFF2-40B4-BE49-F238E27FC236}">
                  <a16:creationId xmlns:a16="http://schemas.microsoft.com/office/drawing/2014/main" id="{95A8C2F8-81AD-283A-95B7-C55A82401D57}"/>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2D1D1C64-0A57-0D07-DF58-156568BE8EA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286CF17-9E5C-590E-F486-12690D9BF7B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9268BA00-E01C-4775-81DF-E93C70A3F7C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8DF1A857-EEA7-7DA9-7A96-3AF7534ACD61}"/>
                </a:ext>
              </a:extLst>
            </p:cNvPr>
            <p:cNvSpPr txBox="1"/>
            <p:nvPr/>
          </p:nvSpPr>
          <p:spPr>
            <a:xfrm>
              <a:off x="417444" y="1652332"/>
              <a:ext cx="632482"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민감도 분석</a:t>
              </a:r>
            </a:p>
          </p:txBody>
        </p:sp>
      </p:grpSp>
      <p:sp>
        <p:nvSpPr>
          <p:cNvPr id="5" name="TextBox 4">
            <a:extLst>
              <a:ext uri="{FF2B5EF4-FFF2-40B4-BE49-F238E27FC236}">
                <a16:creationId xmlns:a16="http://schemas.microsoft.com/office/drawing/2014/main" id="{0DB8C757-A457-69D5-7915-9AD2B2F21C8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임대료 및 </a:t>
            </a:r>
            <a:r>
              <a:rPr lang="ko-KR" altLang="en-US" sz="1600" dirty="0" err="1">
                <a:solidFill>
                  <a:schemeClr val="tx1"/>
                </a:solidFill>
              </a:rPr>
              <a:t>공실률</a:t>
            </a:r>
            <a:r>
              <a:rPr lang="en-US" altLang="ko-KR" sz="1600" dirty="0">
                <a:solidFill>
                  <a:schemeClr val="tx1"/>
                </a:solidFill>
              </a:rPr>
              <a:t>,</a:t>
            </a:r>
            <a:r>
              <a:rPr lang="ko-KR" altLang="en-US" sz="1600" dirty="0">
                <a:solidFill>
                  <a:schemeClr val="tx1"/>
                </a:solidFill>
              </a:rPr>
              <a:t> 금리 변동에 따른 민감도 분석은 다음과 같음</a:t>
            </a:r>
            <a:r>
              <a:rPr lang="en-US" altLang="ko-KR" sz="1600" dirty="0">
                <a:solidFill>
                  <a:schemeClr val="tx1"/>
                </a:solidFill>
              </a:rPr>
              <a:t> </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투자금을 통한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Buffer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확보로 외부 환경 변화에 따른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배당수익률 지급 불확실성 해소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43D8EF1D-06FE-BF82-A8CB-438BF810303F}"/>
              </a:ext>
            </a:extLst>
          </p:cNvPr>
          <p:cNvSpPr txBox="1"/>
          <p:nvPr/>
        </p:nvSpPr>
        <p:spPr>
          <a:xfrm>
            <a:off x="3370654" y="2376784"/>
            <a:ext cx="18893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p:txBody>
      </p:sp>
      <p:grpSp>
        <p:nvGrpSpPr>
          <p:cNvPr id="2" name="그룹 1">
            <a:extLst>
              <a:ext uri="{FF2B5EF4-FFF2-40B4-BE49-F238E27FC236}">
                <a16:creationId xmlns:a16="http://schemas.microsoft.com/office/drawing/2014/main" id="{E53096DE-FA1F-4B33-81E7-71189B7CC2B5}"/>
              </a:ext>
            </a:extLst>
          </p:cNvPr>
          <p:cNvGrpSpPr/>
          <p:nvPr/>
        </p:nvGrpSpPr>
        <p:grpSpPr>
          <a:xfrm>
            <a:off x="400214" y="2354910"/>
            <a:ext cx="2082621" cy="261610"/>
            <a:chOff x="455544" y="-592941"/>
            <a:chExt cx="2082621" cy="261610"/>
          </a:xfrm>
        </p:grpSpPr>
        <p:sp>
          <p:nvSpPr>
            <p:cNvPr id="3" name="TextBox 2">
              <a:extLst>
                <a:ext uri="{FF2B5EF4-FFF2-40B4-BE49-F238E27FC236}">
                  <a16:creationId xmlns:a16="http://schemas.microsoft.com/office/drawing/2014/main" id="{68FED236-9445-878F-161D-7CEB13D6302A}"/>
                </a:ext>
              </a:extLst>
            </p:cNvPr>
            <p:cNvSpPr txBox="1"/>
            <p:nvPr/>
          </p:nvSpPr>
          <p:spPr>
            <a:xfrm>
              <a:off x="455544" y="-592941"/>
              <a:ext cx="20826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 name="직사각형 3">
              <a:extLst>
                <a:ext uri="{FF2B5EF4-FFF2-40B4-BE49-F238E27FC236}">
                  <a16:creationId xmlns:a16="http://schemas.microsoft.com/office/drawing/2014/main" id="{03FBA183-7E1C-D9BA-0AE8-9E96C881E15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6" name="Table 6">
            <a:extLst>
              <a:ext uri="{FF2B5EF4-FFF2-40B4-BE49-F238E27FC236}">
                <a16:creationId xmlns:a16="http://schemas.microsoft.com/office/drawing/2014/main" id="{10F38DD9-835D-F586-6A48-E45ACA10A9F9}"/>
              </a:ext>
            </a:extLst>
          </p:cNvPr>
          <p:cNvGraphicFramePr>
            <a:graphicFrameLocks noGrp="1"/>
          </p:cNvGraphicFramePr>
          <p:nvPr>
            <p:extLst>
              <p:ext uri="{D42A27DB-BD31-4B8C-83A1-F6EECF244321}">
                <p14:modId xmlns:p14="http://schemas.microsoft.com/office/powerpoint/2010/main" val="3113462032"/>
              </p:ext>
            </p:extLst>
          </p:nvPr>
        </p:nvGraphicFramePr>
        <p:xfrm>
          <a:off x="461010" y="2603959"/>
          <a:ext cx="4799016" cy="1791261"/>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71653">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53268">
                <a:tc>
                  <a:txBody>
                    <a:bodyPr/>
                    <a:lstStyle/>
                    <a:p>
                      <a:pPr algn="ctr" rtl="0" fontAlgn="ctr">
                        <a:buNone/>
                      </a:pPr>
                      <a:r>
                        <a:rPr 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E.Rent</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51천원/평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53천원/평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59천원/평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65천원/평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68천원/평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46625484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53268">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-0.16%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12.95%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19.18%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21.46%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23.48%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7.65%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11.47%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12.49%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13.43%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bl>
          </a:graphicData>
        </a:graphic>
      </p:graphicFrame>
      <p:grpSp>
        <p:nvGrpSpPr>
          <p:cNvPr id="12" name="그룹 11">
            <a:extLst>
              <a:ext uri="{FF2B5EF4-FFF2-40B4-BE49-F238E27FC236}">
                <a16:creationId xmlns:a16="http://schemas.microsoft.com/office/drawing/2014/main" id="{B7A7E713-4A89-9731-E974-D345F61EB7DB}"/>
              </a:ext>
            </a:extLst>
          </p:cNvPr>
          <p:cNvGrpSpPr/>
          <p:nvPr/>
        </p:nvGrpSpPr>
        <p:grpSpPr>
          <a:xfrm>
            <a:off x="400214" y="4619745"/>
            <a:ext cx="2039341" cy="261610"/>
            <a:chOff x="455544" y="-592941"/>
            <a:chExt cx="2039341" cy="261610"/>
          </a:xfrm>
        </p:grpSpPr>
        <p:sp>
          <p:nvSpPr>
            <p:cNvPr id="14" name="TextBox 13">
              <a:extLst>
                <a:ext uri="{FF2B5EF4-FFF2-40B4-BE49-F238E27FC236}">
                  <a16:creationId xmlns:a16="http://schemas.microsoft.com/office/drawing/2014/main" id="{254F32DB-2F65-D618-56D9-2C469F276615}"/>
                </a:ext>
              </a:extLst>
            </p:cNvPr>
            <p:cNvSpPr txBox="1"/>
            <p:nvPr/>
          </p:nvSpPr>
          <p:spPr>
            <a:xfrm>
              <a:off x="455544" y="-592941"/>
              <a:ext cx="203934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 name="직사각형 14">
              <a:extLst>
                <a:ext uri="{FF2B5EF4-FFF2-40B4-BE49-F238E27FC236}">
                  <a16:creationId xmlns:a16="http://schemas.microsoft.com/office/drawing/2014/main" id="{3D6B8CC7-3559-EE26-DC41-EF1C65C424C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16" name="Table 6">
            <a:extLst>
              <a:ext uri="{FF2B5EF4-FFF2-40B4-BE49-F238E27FC236}">
                <a16:creationId xmlns:a16="http://schemas.microsoft.com/office/drawing/2014/main" id="{365E0BB2-6207-1BFB-EF7E-960E94706AA3}"/>
              </a:ext>
            </a:extLst>
          </p:cNvPr>
          <p:cNvGraphicFramePr>
            <a:graphicFrameLocks noGrp="1"/>
          </p:cNvGraphicFramePr>
          <p:nvPr>
            <p:extLst>
              <p:ext uri="{D42A27DB-BD31-4B8C-83A1-F6EECF244321}">
                <p14:modId xmlns:p14="http://schemas.microsoft.com/office/powerpoint/2010/main" val="257685054"/>
              </p:ext>
            </p:extLst>
          </p:nvPr>
        </p:nvGraphicFramePr>
        <p:xfrm>
          <a:off x="461010" y="4911262"/>
          <a:ext cx="4799016" cy="1617535"/>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8160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p>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(0.68%)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8.91%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8.50%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8.08%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7.65%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7.21%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62547">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14.58%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12.54%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10.19%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7.45%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-0.88%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9.64%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7.29%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6.43%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5.52%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bl>
          </a:graphicData>
        </a:graphic>
      </p:graphicFrame>
      <p:sp>
        <p:nvSpPr>
          <p:cNvPr id="18" name="TextBox 17">
            <a:extLst>
              <a:ext uri="{FF2B5EF4-FFF2-40B4-BE49-F238E27FC236}">
                <a16:creationId xmlns:a16="http://schemas.microsoft.com/office/drawing/2014/main" id="{AD11A013-F732-115E-AA23-390DE0DF0FE6}"/>
              </a:ext>
            </a:extLst>
          </p:cNvPr>
          <p:cNvSpPr txBox="1"/>
          <p:nvPr/>
        </p:nvSpPr>
        <p:spPr>
          <a:xfrm>
            <a:off x="3413092" y="4657406"/>
            <a:ext cx="1846931"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p:txBody>
      </p:sp>
      <p:grpSp>
        <p:nvGrpSpPr>
          <p:cNvPr id="19" name="그룹 18">
            <a:extLst>
              <a:ext uri="{FF2B5EF4-FFF2-40B4-BE49-F238E27FC236}">
                <a16:creationId xmlns:a16="http://schemas.microsoft.com/office/drawing/2014/main" id="{7405B876-05C8-D699-80B8-BF1EB734F840}"/>
              </a:ext>
            </a:extLst>
          </p:cNvPr>
          <p:cNvGrpSpPr/>
          <p:nvPr/>
        </p:nvGrpSpPr>
        <p:grpSpPr>
          <a:xfrm>
            <a:off x="5408452" y="2346155"/>
            <a:ext cx="2452916" cy="261610"/>
            <a:chOff x="455544" y="-592941"/>
            <a:chExt cx="2452916" cy="261610"/>
          </a:xfrm>
        </p:grpSpPr>
        <p:sp>
          <p:nvSpPr>
            <p:cNvPr id="26" name="TextBox 25">
              <a:extLst>
                <a:ext uri="{FF2B5EF4-FFF2-40B4-BE49-F238E27FC236}">
                  <a16:creationId xmlns:a16="http://schemas.microsoft.com/office/drawing/2014/main" id="{37DA01FB-9C3E-6EAC-6A71-7068485E96D1}"/>
                </a:ext>
              </a:extLst>
            </p:cNvPr>
            <p:cNvSpPr txBox="1"/>
            <p:nvPr/>
          </p:nvSpPr>
          <p:spPr>
            <a:xfrm>
              <a:off x="455544" y="-592941"/>
              <a:ext cx="2452916"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금리변동에 따른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 및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7" name="직사각형 26">
              <a:extLst>
                <a:ext uri="{FF2B5EF4-FFF2-40B4-BE49-F238E27FC236}">
                  <a16:creationId xmlns:a16="http://schemas.microsoft.com/office/drawing/2014/main" id="{B6CEC193-568F-1E7B-A9AE-23EEBE34D03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8" name="Table 6">
            <a:extLst>
              <a:ext uri="{FF2B5EF4-FFF2-40B4-BE49-F238E27FC236}">
                <a16:creationId xmlns:a16="http://schemas.microsoft.com/office/drawing/2014/main" id="{944C50EC-0BBE-FD2C-94A7-BE0CE3AC84DE}"/>
              </a:ext>
            </a:extLst>
          </p:cNvPr>
          <p:cNvGraphicFramePr>
            <a:graphicFrameLocks noGrp="1"/>
          </p:cNvGraphicFramePr>
          <p:nvPr>
            <p:extLst>
              <p:ext uri="{D42A27DB-BD31-4B8C-83A1-F6EECF244321}">
                <p14:modId xmlns:p14="http://schemas.microsoft.com/office/powerpoint/2010/main" val="2222468840"/>
              </p:ext>
            </p:extLst>
          </p:nvPr>
        </p:nvGraphicFramePr>
        <p:xfrm>
          <a:off x="5454648" y="2603958"/>
          <a:ext cx="4859809" cy="3924843"/>
        </p:xfrm>
        <a:graphic>
          <a:graphicData uri="http://schemas.openxmlformats.org/drawingml/2006/table">
            <a:tbl>
              <a:tblPr>
                <a:tableStyleId>{5C22544A-7EE6-4342-B048-85BDC9FD1C3A}</a:tableStyleId>
              </a:tblPr>
              <a:tblGrid>
                <a:gridCol w="607477">
                  <a:extLst>
                    <a:ext uri="{9D8B030D-6E8A-4147-A177-3AD203B41FA5}">
                      <a16:colId xmlns:a16="http://schemas.microsoft.com/office/drawing/2014/main" val="646663967"/>
                    </a:ext>
                  </a:extLst>
                </a:gridCol>
                <a:gridCol w="844074">
                  <a:extLst>
                    <a:ext uri="{9D8B030D-6E8A-4147-A177-3AD203B41FA5}">
                      <a16:colId xmlns:a16="http://schemas.microsoft.com/office/drawing/2014/main" val="1425530335"/>
                    </a:ext>
                  </a:extLst>
                </a:gridCol>
                <a:gridCol w="568043">
                  <a:extLst>
                    <a:ext uri="{9D8B030D-6E8A-4147-A177-3AD203B41FA5}">
                      <a16:colId xmlns:a16="http://schemas.microsoft.com/office/drawing/2014/main" val="4146044409"/>
                    </a:ext>
                  </a:extLst>
                </a:gridCol>
                <a:gridCol w="568043">
                  <a:extLst>
                    <a:ext uri="{9D8B030D-6E8A-4147-A177-3AD203B41FA5}">
                      <a16:colId xmlns:a16="http://schemas.microsoft.com/office/drawing/2014/main" val="119705304"/>
                    </a:ext>
                  </a:extLst>
                </a:gridCol>
                <a:gridCol w="568043">
                  <a:extLst>
                    <a:ext uri="{9D8B030D-6E8A-4147-A177-3AD203B41FA5}">
                      <a16:colId xmlns:a16="http://schemas.microsoft.com/office/drawing/2014/main" val="514384232"/>
                    </a:ext>
                  </a:extLst>
                </a:gridCol>
                <a:gridCol w="568043">
                  <a:extLst>
                    <a:ext uri="{9D8B030D-6E8A-4147-A177-3AD203B41FA5}">
                      <a16:colId xmlns:a16="http://schemas.microsoft.com/office/drawing/2014/main" val="2362585646"/>
                    </a:ext>
                  </a:extLst>
                </a:gridCol>
                <a:gridCol w="568043">
                  <a:extLst>
                    <a:ext uri="{9D8B030D-6E8A-4147-A177-3AD203B41FA5}">
                      <a16:colId xmlns:a16="http://schemas.microsoft.com/office/drawing/2014/main" val="1292078643"/>
                    </a:ext>
                  </a:extLst>
                </a:gridCol>
                <a:gridCol w="568043">
                  <a:extLst>
                    <a:ext uri="{9D8B030D-6E8A-4147-A177-3AD203B41FA5}">
                      <a16:colId xmlns:a16="http://schemas.microsoft.com/office/drawing/2014/main" val="1877187119"/>
                    </a:ext>
                  </a:extLst>
                </a:gridCol>
              </a:tblGrid>
              <a:tr h="307919">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rtl="0" fontAlgn="ctr">
                        <a:buNone/>
                      </a:pP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50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307919">
                <a:tc gridSpan="2">
                  <a:txBody>
                    <a:bodyPr/>
                    <a:lstStyle/>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466254845"/>
                  </a:ext>
                </a:extLst>
              </a:tr>
              <a:tr h="307919">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981435100"/>
                  </a:ext>
                </a:extLst>
              </a:tr>
              <a:tr h="333454">
                <a:tc rowSpan="5">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16.07%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15.41%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15.27%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15.14%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10.25%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9.97%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9.88%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8638635"/>
                  </a:ext>
                </a:extLst>
              </a:tr>
              <a:tr h="333454">
                <a:tc rowSpan="4">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DSCR*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6.56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5.24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4853501"/>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5.31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4.61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4.07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1271472"/>
                  </a:ext>
                </a:extLst>
              </a:tr>
              <a:tr h="333454">
                <a:tc vMerge="1">
                  <a:txBody>
                    <a:bodyPr/>
                    <a:lstStyle/>
                    <a:p>
                      <a:pPr>
                        <a:buNone/>
                      </a:pPr>
                      <a:endParaRPr dirty="0"/>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4.61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3530261"/>
                  </a:ext>
                </a:extLst>
              </a:tr>
              <a:tr h="333454">
                <a:tc vMerge="1">
                  <a:txBody>
                    <a:bodyPr/>
                    <a:lstStyle/>
                    <a:p>
                      <a:pPr algn="ctr" rtl="0" fontAlgn="ctr">
                        <a:buNone/>
                      </a:pP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3.59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3.08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0418783"/>
                  </a:ext>
                </a:extLst>
              </a:tr>
            </a:tbl>
          </a:graphicData>
        </a:graphic>
      </p:graphicFrame>
      <p:sp>
        <p:nvSpPr>
          <p:cNvPr id="29" name="TextBox 28">
            <a:extLst>
              <a:ext uri="{FF2B5EF4-FFF2-40B4-BE49-F238E27FC236}">
                <a16:creationId xmlns:a16="http://schemas.microsoft.com/office/drawing/2014/main" id="{ADAF028F-6E6E-0C41-D71C-AA0D4E4BF56C}"/>
              </a:ext>
            </a:extLst>
          </p:cNvPr>
          <p:cNvSpPr txBox="1"/>
          <p:nvPr/>
        </p:nvSpPr>
        <p:spPr>
          <a:xfrm>
            <a:off x="426324" y="6811466"/>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a:t>
            </a:r>
            <a:r>
              <a:rPr lang="ko-KR" altLang="en-US" sz="1000" dirty="0">
                <a:latin typeface="KoPubWorld돋움체 Light" panose="00000300000000000000" pitchFamily="2" charset="-127"/>
                <a:ea typeface="KoPubWorld돋움체 Light" panose="00000300000000000000" pitchFamily="2" charset="-127"/>
              </a:rPr>
              <a:t>기간</a:t>
            </a:r>
            <a:r>
              <a:rPr lang="en-US" altLang="ko-KR" sz="1000" dirty="0">
                <a:latin typeface="KoPubWorld돋움체 Light" panose="00000300000000000000" pitchFamily="2" charset="-127"/>
                <a:ea typeface="KoPubWorld돋움체 Light" panose="00000300000000000000" pitchFamily="2" charset="-127"/>
              </a:rPr>
              <a:t>(24</a:t>
            </a:r>
            <a:r>
              <a:rPr lang="ko-KR" altLang="en-US" sz="1000" dirty="0">
                <a:latin typeface="KoPubWorld돋움체 Light" panose="00000300000000000000" pitchFamily="2" charset="-127"/>
                <a:ea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내 </a:t>
            </a:r>
            <a:r>
              <a:rPr lang="en-US" altLang="ko-KR" sz="1000" dirty="0">
                <a:latin typeface="KoPubWorld돋움체 Light" panose="00000300000000000000" pitchFamily="2" charset="-127"/>
                <a:ea typeface="KoPubWorld돋움체 Light" panose="00000300000000000000" pitchFamily="2" charset="-127"/>
              </a:rPr>
              <a:t>DSCR </a:t>
            </a:r>
            <a:r>
              <a:rPr lang="ko-KR" altLang="en-US" sz="1000" dirty="0">
                <a:latin typeface="KoPubWorld돋움체 Light" panose="00000300000000000000" pitchFamily="2" charset="-127"/>
                <a:ea typeface="KoPubWorld돋움체 Light" panose="00000300000000000000" pitchFamily="2" charset="-127"/>
              </a:rPr>
              <a:t>중 최소 수치 반영</a:t>
            </a:r>
          </a:p>
        </p:txBody>
      </p:sp>
      <p:sp>
        <p:nvSpPr>
          <p:cNvPr id="30" name="TextBox 29">
            <a:extLst>
              <a:ext uri="{FF2B5EF4-FFF2-40B4-BE49-F238E27FC236}">
                <a16:creationId xmlns:a16="http://schemas.microsoft.com/office/drawing/2014/main" id="{D9DF41DE-95B1-9496-0C2C-AA73D25D3703}"/>
              </a:ext>
            </a:extLst>
          </p:cNvPr>
          <p:cNvSpPr txBox="1"/>
          <p:nvPr/>
        </p:nvSpPr>
        <p:spPr>
          <a:xfrm>
            <a:off x="8527131" y="2376495"/>
            <a:ext cx="17852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p:txBody>
      </p:sp>
      <p:sp>
        <p:nvSpPr>
          <p:cNvPr id="11" name="직사각형 10">
            <a:extLst>
              <a:ext uri="{FF2B5EF4-FFF2-40B4-BE49-F238E27FC236}">
                <a16:creationId xmlns:a16="http://schemas.microsoft.com/office/drawing/2014/main" id="{B35ECE18-68B5-B39E-1676-7295D2427F1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2B994EAF-7F47-D4EA-3537-E8BDB4ADE48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직사각형 32">
            <a:extLst>
              <a:ext uri="{FF2B5EF4-FFF2-40B4-BE49-F238E27FC236}">
                <a16:creationId xmlns:a16="http://schemas.microsoft.com/office/drawing/2014/main" id="{6168DEC3-993D-A324-913A-7245640388A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D31C1E90-8BA7-4BA0-CB38-9DF4C5BF981B}"/>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a:extLst>
              <a:ext uri="{FF2B5EF4-FFF2-40B4-BE49-F238E27FC236}">
                <a16:creationId xmlns:a16="http://schemas.microsoft.com/office/drawing/2014/main" id="{990C1DE8-2D0B-E062-97AE-EFAD6FD9A5FA}"/>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a:extLst>
              <a:ext uri="{FF2B5EF4-FFF2-40B4-BE49-F238E27FC236}">
                <a16:creationId xmlns:a16="http://schemas.microsoft.com/office/drawing/2014/main" id="{D8BE6087-49D7-1727-4B85-8EBF68D2F7F9}"/>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E174D93D-15AB-BE65-1857-D0D908D7B60E}"/>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8.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085F18B5-95EA-E843-E6E5-565A28421CCD}"/>
              </a:ext>
            </a:extLst>
          </p:cNvPr>
          <p:cNvSpPr txBox="1"/>
          <p:nvPr/>
        </p:nvSpPr>
        <p:spPr>
          <a:xfrm>
            <a:off x="5469634" y="6536498"/>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누적 </a:t>
            </a:r>
            <a:r>
              <a:rPr lang="en-US" altLang="ko-KR" sz="1000" dirty="0">
                <a:latin typeface="KoPubWorld돋움체 Light" panose="00000300000000000000" pitchFamily="2" charset="-127"/>
                <a:ea typeface="KoPubWorld돋움체 Light" panose="00000300000000000000" pitchFamily="2" charset="-127"/>
              </a:rPr>
              <a:t>DSCR = (</a:t>
            </a:r>
            <a:r>
              <a:rPr lang="ko-KR" altLang="en-US" sz="1000" dirty="0">
                <a:latin typeface="KoPubWorld돋움체 Light" panose="00000300000000000000" pitchFamily="2" charset="-127"/>
                <a:ea typeface="KoPubWorld돋움체 Light" panose="00000300000000000000" pitchFamily="2" charset="-127"/>
              </a:rPr>
              <a:t>이자지급가능액 </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기초현금</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이자상환액</a:t>
            </a:r>
          </a:p>
        </p:txBody>
      </p:sp>
    </p:spTree>
    <p:extLst>
      <p:ext uri="{BB962C8B-B14F-4D97-AF65-F5344CB8AC3E}">
        <p14:creationId xmlns:p14="http://schemas.microsoft.com/office/powerpoint/2010/main" val="30929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F5EF4E77-C7F7-518D-EEE4-16C11B566EE6}"/>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0" name="그룹 89">
            <a:extLst>
              <a:ext uri="{FF2B5EF4-FFF2-40B4-BE49-F238E27FC236}">
                <a16:creationId xmlns:a16="http://schemas.microsoft.com/office/drawing/2014/main" id="{50A7A592-8647-1E72-4315-D7BBFCD4B73C}"/>
              </a:ext>
            </a:extLst>
          </p:cNvPr>
          <p:cNvGrpSpPr/>
          <p:nvPr/>
        </p:nvGrpSpPr>
        <p:grpSpPr>
          <a:xfrm>
            <a:off x="458887" y="1987916"/>
            <a:ext cx="9783663" cy="247712"/>
            <a:chOff x="417444" y="1605420"/>
            <a:chExt cx="8983731" cy="247712"/>
          </a:xfrm>
        </p:grpSpPr>
        <p:sp>
          <p:nvSpPr>
            <p:cNvPr id="91" name="직사각형 90">
              <a:extLst>
                <a:ext uri="{FF2B5EF4-FFF2-40B4-BE49-F238E27FC236}">
                  <a16:creationId xmlns:a16="http://schemas.microsoft.com/office/drawing/2014/main" id="{23F30368-5CE4-D16D-A107-FC8DE5096A7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2" name="직선 연결선 91">
              <a:extLst>
                <a:ext uri="{FF2B5EF4-FFF2-40B4-BE49-F238E27FC236}">
                  <a16:creationId xmlns:a16="http://schemas.microsoft.com/office/drawing/2014/main" id="{835B8D4D-B2FD-CC5F-2B60-90173E675E3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93" name="자유형 6">
              <a:extLst>
                <a:ext uri="{FF2B5EF4-FFF2-40B4-BE49-F238E27FC236}">
                  <a16:creationId xmlns:a16="http://schemas.microsoft.com/office/drawing/2014/main" id="{EB919501-F480-4302-68BD-0FCAEE8221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4" name="자유형 7">
              <a:extLst>
                <a:ext uri="{FF2B5EF4-FFF2-40B4-BE49-F238E27FC236}">
                  <a16:creationId xmlns:a16="http://schemas.microsoft.com/office/drawing/2014/main" id="{15972271-2694-4738-667E-225505EE279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5" name="TextBox 94">
              <a:extLst>
                <a:ext uri="{FF2B5EF4-FFF2-40B4-BE49-F238E27FC236}">
                  <a16:creationId xmlns:a16="http://schemas.microsoft.com/office/drawing/2014/main" id="{D6A67D21-857E-07EE-EB7A-87520E1C971F}"/>
                </a:ext>
              </a:extLst>
            </p:cNvPr>
            <p:cNvSpPr txBox="1"/>
            <p:nvPr/>
          </p:nvSpPr>
          <p:spPr>
            <a:xfrm>
              <a:off x="417444" y="1652332"/>
              <a:ext cx="151858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Re-Tenanting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전략</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_Upside </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96" name="TextBox 95">
            <a:extLst>
              <a:ext uri="{FF2B5EF4-FFF2-40B4-BE49-F238E27FC236}">
                <a16:creationId xmlns:a16="http://schemas.microsoft.com/office/drawing/2014/main" id="{0B097054-35FE-0C79-5A2C-9FA207CF0413}"/>
              </a:ext>
            </a:extLst>
          </p:cNvPr>
          <p:cNvSpPr txBox="1"/>
          <p:nvPr/>
        </p:nvSpPr>
        <p:spPr>
          <a:xfrm>
            <a:off x="494890" y="6804173"/>
            <a:ext cx="9817510" cy="3693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Effective Rent: (</a:t>
            </a:r>
            <a:r>
              <a:rPr lang="ko-KR" altLang="en-US" sz="900" dirty="0">
                <a:latin typeface="KoPubWorld돋움체 Light" panose="00000300000000000000" pitchFamily="2" charset="-127"/>
                <a:ea typeface="KoPubWorld돋움체 Light" panose="00000300000000000000" pitchFamily="2" charset="-127"/>
              </a:rPr>
              <a:t>월임대료 </a:t>
            </a:r>
            <a:r>
              <a:rPr lang="en-US" altLang="ko-KR" sz="900" dirty="0">
                <a:latin typeface="KoPubWorld돋움체 Light" panose="00000300000000000000" pitchFamily="2" charset="-127"/>
                <a:ea typeface="KoPubWorld돋움체 Light" panose="00000300000000000000" pitchFamily="2" charset="-127"/>
              </a:rPr>
              <a:t>x (12-Rentfree) /12+ </a:t>
            </a:r>
            <a:r>
              <a:rPr lang="ko-KR" altLang="en-US" sz="900" dirty="0">
                <a:latin typeface="KoPubWorld돋움체 Light" panose="00000300000000000000" pitchFamily="2" charset="-127"/>
                <a:ea typeface="KoPubWorld돋움체 Light" panose="00000300000000000000" pitchFamily="2" charset="-127"/>
              </a:rPr>
              <a:t>월 관리비로 계산하였으며 시점 차이에 대한 물가상승률은 반영하지 않고 현재시점으로 보정하여 계산</a:t>
            </a:r>
            <a:endParaRPr lang="en-US" altLang="ko-KR" sz="900" dirty="0">
              <a:latin typeface="KoPubWorld돋움체 Light" panose="00000300000000000000" pitchFamily="2" charset="-127"/>
              <a:ea typeface="KoPubWorld돋움체 Light" panose="00000300000000000000" pitchFamily="2" charset="-127"/>
            </a:endParaRPr>
          </a:p>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유사 소비시장을 </a:t>
            </a:r>
            <a:r>
              <a:rPr lang="en-US" altLang="ko-KR" sz="900" dirty="0">
                <a:latin typeface="KoPubWorld돋움체 Light" panose="00000300000000000000" pitchFamily="2" charset="-127"/>
                <a:ea typeface="KoPubWorld돋움체 Light" panose="00000300000000000000" pitchFamily="2" charset="-127"/>
              </a:rPr>
              <a:t>Target</a:t>
            </a:r>
            <a:r>
              <a:rPr lang="ko-KR" altLang="en-US" sz="900" dirty="0">
                <a:latin typeface="KoPubWorld돋움체 Light" panose="00000300000000000000" pitchFamily="2" charset="-127"/>
                <a:ea typeface="KoPubWorld돋움체 Light" panose="00000300000000000000" pitchFamily="2" charset="-127"/>
              </a:rPr>
              <a:t>으로 하는 분당 </a:t>
            </a:r>
            <a:r>
              <a:rPr lang="ko-KR" altLang="en-US" sz="900" dirty="0" err="1">
                <a:latin typeface="KoPubWorld돋움체 Light" panose="00000300000000000000" pitchFamily="2" charset="-127"/>
                <a:ea typeface="KoPubWorld돋움체 Light" panose="00000300000000000000" pitchFamily="2" charset="-127"/>
              </a:rPr>
              <a:t>야탑</a:t>
            </a:r>
            <a:r>
              <a:rPr lang="ko-KR" altLang="en-US" sz="900" dirty="0">
                <a:latin typeface="KoPubWorld돋움체 Light" panose="00000300000000000000" pitchFamily="2" charset="-127"/>
                <a:ea typeface="KoPubWorld돋움체 Light" panose="00000300000000000000" pitchFamily="2" charset="-127"/>
              </a:rPr>
              <a:t> 물류센터</a:t>
            </a:r>
            <a:r>
              <a:rPr lang="en-US" altLang="ko-KR" sz="900" dirty="0">
                <a:latin typeface="KoPubWorld돋움체 Light" panose="00000300000000000000" pitchFamily="2" charset="-127"/>
                <a:ea typeface="KoPubWorld돋움체 Light" panose="00000300000000000000" pitchFamily="2" charset="-127"/>
              </a:rPr>
              <a:t>(63</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 </a:t>
            </a:r>
            <a:r>
              <a:rPr lang="ko-KR" altLang="en-US" sz="900" dirty="0">
                <a:latin typeface="KoPubWorld돋움체 Light" panose="00000300000000000000" pitchFamily="2" charset="-127"/>
                <a:ea typeface="KoPubWorld돋움체 Light" panose="00000300000000000000" pitchFamily="2" charset="-127"/>
              </a:rPr>
              <a:t>장지 복합물류센터</a:t>
            </a:r>
            <a:r>
              <a:rPr lang="en-US" altLang="ko-KR" sz="900" dirty="0">
                <a:latin typeface="KoPubWorld돋움체 Light" panose="00000300000000000000" pitchFamily="2" charset="-127"/>
                <a:ea typeface="KoPubWorld돋움체 Light" panose="00000300000000000000" pitchFamily="2" charset="-127"/>
              </a:rPr>
              <a:t>(60</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참고</a:t>
            </a:r>
            <a:r>
              <a:rPr lang="en-US" altLang="ko-KR" sz="900" dirty="0">
                <a:latin typeface="KoPubWorld돋움체 Light" panose="00000300000000000000" pitchFamily="2" charset="-127"/>
                <a:ea typeface="KoPubWorld돋움체 Light" panose="00000300000000000000" pitchFamily="2" charset="-127"/>
              </a:rPr>
              <a:t>, </a:t>
            </a:r>
            <a:r>
              <a:rPr lang="en-US" altLang="ko-KR" sz="900" b="1" dirty="0">
                <a:latin typeface="KoPubWorld돋움체 Light" panose="00000300000000000000" pitchFamily="2" charset="-127"/>
                <a:ea typeface="KoPubWorld돋움체 Light" panose="00000300000000000000" pitchFamily="2" charset="-127"/>
              </a:rPr>
              <a:t>Savills </a:t>
            </a:r>
            <a:r>
              <a:rPr lang="ko-KR" altLang="en-US" sz="900" b="1" dirty="0">
                <a:latin typeface="KoPubWorld돋움체 Light" panose="00000300000000000000" pitchFamily="2" charset="-127"/>
                <a:ea typeface="KoPubWorld돋움체 Light" panose="00000300000000000000" pitchFamily="2" charset="-127"/>
              </a:rPr>
              <a:t>시장실사 보고서 적정 </a:t>
            </a:r>
            <a:r>
              <a:rPr lang="en-US" altLang="ko-KR" sz="900" b="1" dirty="0">
                <a:latin typeface="KoPubWorld돋움체 Light" panose="00000300000000000000" pitchFamily="2" charset="-127"/>
                <a:ea typeface="KoPubWorld돋움체 Light" panose="00000300000000000000" pitchFamily="2" charset="-127"/>
              </a:rPr>
              <a:t>Effective </a:t>
            </a:r>
            <a:r>
              <a:rPr lang="ko-KR" altLang="en-US" sz="900" b="1" dirty="0">
                <a:latin typeface="KoPubWorld돋움체 Light" panose="00000300000000000000" pitchFamily="2" charset="-127"/>
                <a:ea typeface="KoPubWorld돋움체 Light" panose="00000300000000000000" pitchFamily="2" charset="-127"/>
              </a:rPr>
              <a:t>임대료</a:t>
            </a:r>
            <a:r>
              <a:rPr lang="en-US" altLang="ko-KR" sz="900" b="1" dirty="0">
                <a:latin typeface="KoPubWorld돋움체 Light" panose="00000300000000000000" pitchFamily="2" charset="-127"/>
                <a:ea typeface="KoPubWorld돋움체 Light" panose="00000300000000000000" pitchFamily="2" charset="-127"/>
              </a:rPr>
              <a:t>(61.4</a:t>
            </a:r>
            <a:r>
              <a:rPr lang="ko-KR" altLang="en-US" sz="900" b="1" dirty="0">
                <a:latin typeface="KoPubWorld돋움체 Light" panose="00000300000000000000" pitchFamily="2" charset="-127"/>
                <a:ea typeface="KoPubWorld돋움체 Light" panose="00000300000000000000" pitchFamily="2" charset="-127"/>
              </a:rPr>
              <a:t>천원</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평</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 갱신 가정 시</a:t>
            </a:r>
            <a:endParaRPr lang="en-US" altLang="ko-KR" sz="900" b="1" dirty="0">
              <a:latin typeface="KoPubWorld돋움체 Light" panose="00000300000000000000" pitchFamily="2" charset="-127"/>
              <a:ea typeface="KoPubWorld돋움체 Light" panose="00000300000000000000" pitchFamily="2" charset="-127"/>
            </a:endParaRPr>
          </a:p>
        </p:txBody>
      </p:sp>
      <p:graphicFrame>
        <p:nvGraphicFramePr>
          <p:cNvPr id="97" name="Table 6">
            <a:extLst>
              <a:ext uri="{FF2B5EF4-FFF2-40B4-BE49-F238E27FC236}">
                <a16:creationId xmlns:a16="http://schemas.microsoft.com/office/drawing/2014/main" id="{853E6DCB-F522-25AD-B481-AFC872C41EAF}"/>
              </a:ext>
            </a:extLst>
          </p:cNvPr>
          <p:cNvGraphicFramePr>
            <a:graphicFrameLocks noGrp="1"/>
          </p:cNvGraphicFramePr>
          <p:nvPr>
            <p:extLst>
              <p:ext uri="{D42A27DB-BD31-4B8C-83A1-F6EECF244321}">
                <p14:modId xmlns:p14="http://schemas.microsoft.com/office/powerpoint/2010/main" val="404515443"/>
              </p:ext>
            </p:extLst>
          </p:nvPr>
        </p:nvGraphicFramePr>
        <p:xfrm>
          <a:off x="489406" y="2591705"/>
          <a:ext cx="9745208" cy="2765838"/>
        </p:xfrm>
        <a:graphic>
          <a:graphicData uri="http://schemas.openxmlformats.org/drawingml/2006/table">
            <a:tbl>
              <a:tblPr>
                <a:tableStyleId>{5C22544A-7EE6-4342-B048-85BDC9FD1C3A}</a:tableStyleId>
              </a:tblPr>
              <a:tblGrid>
                <a:gridCol w="932064">
                  <a:extLst>
                    <a:ext uri="{9D8B030D-6E8A-4147-A177-3AD203B41FA5}">
                      <a16:colId xmlns:a16="http://schemas.microsoft.com/office/drawing/2014/main" val="646663967"/>
                    </a:ext>
                  </a:extLst>
                </a:gridCol>
                <a:gridCol w="839792">
                  <a:extLst>
                    <a:ext uri="{9D8B030D-6E8A-4147-A177-3AD203B41FA5}">
                      <a16:colId xmlns:a16="http://schemas.microsoft.com/office/drawing/2014/main" val="1425530335"/>
                    </a:ext>
                  </a:extLst>
                </a:gridCol>
                <a:gridCol w="885928">
                  <a:extLst>
                    <a:ext uri="{9D8B030D-6E8A-4147-A177-3AD203B41FA5}">
                      <a16:colId xmlns:a16="http://schemas.microsoft.com/office/drawing/2014/main" val="413513969"/>
                    </a:ext>
                  </a:extLst>
                </a:gridCol>
                <a:gridCol w="885928">
                  <a:extLst>
                    <a:ext uri="{9D8B030D-6E8A-4147-A177-3AD203B41FA5}">
                      <a16:colId xmlns:a16="http://schemas.microsoft.com/office/drawing/2014/main" val="1127324243"/>
                    </a:ext>
                  </a:extLst>
                </a:gridCol>
                <a:gridCol w="885928">
                  <a:extLst>
                    <a:ext uri="{9D8B030D-6E8A-4147-A177-3AD203B41FA5}">
                      <a16:colId xmlns:a16="http://schemas.microsoft.com/office/drawing/2014/main" val="3372183182"/>
                    </a:ext>
                  </a:extLst>
                </a:gridCol>
                <a:gridCol w="885928">
                  <a:extLst>
                    <a:ext uri="{9D8B030D-6E8A-4147-A177-3AD203B41FA5}">
                      <a16:colId xmlns:a16="http://schemas.microsoft.com/office/drawing/2014/main" val="2366460184"/>
                    </a:ext>
                  </a:extLst>
                </a:gridCol>
                <a:gridCol w="885928">
                  <a:extLst>
                    <a:ext uri="{9D8B030D-6E8A-4147-A177-3AD203B41FA5}">
                      <a16:colId xmlns:a16="http://schemas.microsoft.com/office/drawing/2014/main" val="3036774309"/>
                    </a:ext>
                  </a:extLst>
                </a:gridCol>
                <a:gridCol w="885928">
                  <a:extLst>
                    <a:ext uri="{9D8B030D-6E8A-4147-A177-3AD203B41FA5}">
                      <a16:colId xmlns:a16="http://schemas.microsoft.com/office/drawing/2014/main" val="2695928432"/>
                    </a:ext>
                  </a:extLst>
                </a:gridCol>
                <a:gridCol w="885928">
                  <a:extLst>
                    <a:ext uri="{9D8B030D-6E8A-4147-A177-3AD203B41FA5}">
                      <a16:colId xmlns:a16="http://schemas.microsoft.com/office/drawing/2014/main" val="347705897"/>
                    </a:ext>
                  </a:extLst>
                </a:gridCol>
                <a:gridCol w="885928">
                  <a:extLst>
                    <a:ext uri="{9D8B030D-6E8A-4147-A177-3AD203B41FA5}">
                      <a16:colId xmlns:a16="http://schemas.microsoft.com/office/drawing/2014/main" val="3591845056"/>
                    </a:ext>
                  </a:extLst>
                </a:gridCol>
                <a:gridCol w="885928">
                  <a:extLst>
                    <a:ext uri="{9D8B030D-6E8A-4147-A177-3AD203B41FA5}">
                      <a16:colId xmlns:a16="http://schemas.microsoft.com/office/drawing/2014/main" val="1815909224"/>
                    </a:ext>
                  </a:extLst>
                </a:gridCol>
              </a:tblGrid>
              <a:tr h="240649">
                <a:tc rowSpan="2">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240649">
                <a:tc vMerge="1">
                  <a:txBody>
                    <a:bodyPr/>
                    <a:lstStyle/>
                    <a:p>
                      <a:pPr algn="ctr" latinLnBrk="0">
                        <a:spcBef>
                          <a:spcPts val="200"/>
                        </a:spcBef>
                        <a:spcAft>
                          <a:spcPts val="200"/>
                        </a:spcAft>
                      </a:pP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2028</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2033</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2036</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2653392754"/>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8454">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8454">
                <a:tc>
                  <a:txBody>
                    <a:bodyPr/>
                    <a:lstStyle/>
                    <a:p>
                      <a:pPr algn="l" rtl="0" fontAlgn="ctr">
                        <a:buNone/>
                      </a:pPr>
                      <a:r>
                        <a:rPr lang="ko-KR" altLang="en-US" sz="8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8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28454">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8454">
                <a:tc>
                  <a:txBody>
                    <a:bodyPr/>
                    <a:lstStyle/>
                    <a:p>
                      <a:pPr algn="ctr" rtl="0" fontAlgn="ctr">
                        <a:buNone/>
                      </a:pP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a:t>
                      </a:r>
                      <a:r>
                        <a:rPr lang="en-US" altLang="ko-KR"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lang="en-US"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58천원/평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41천원/평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589132857"/>
                  </a:ext>
                </a:extLst>
              </a:tr>
              <a:tr h="228454">
                <a:tc>
                  <a:txBody>
                    <a:bodyPr/>
                    <a:lstStyle/>
                    <a:p>
                      <a:pPr algn="ctr" rtl="0" fontAlgn="ctr">
                        <a:buNone/>
                      </a:pP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임대수입</a:t>
                      </a: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114억원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190억원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196억원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210억원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3651129359"/>
                  </a:ext>
                </a:extLst>
              </a:tr>
              <a:tr h="228454">
                <a:tc>
                  <a:txBody>
                    <a:bodyPr/>
                    <a:lstStyle/>
                    <a:p>
                      <a:pPr algn="ctr" rtl="0" fontAlgn="ctr">
                        <a:buNone/>
                      </a:pPr>
                      <a:r>
                        <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159억원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2460124335"/>
                  </a:ext>
                </a:extLst>
              </a:tr>
              <a:tr h="228454">
                <a:tc>
                  <a:txBody>
                    <a:bodyPr/>
                    <a:lstStyle/>
                    <a:p>
                      <a:pPr algn="ctr" rtl="0" fontAlgn="ctr">
                        <a:buNone/>
                      </a:pPr>
                      <a:r>
                        <a:rPr lang="en-US" sz="11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5.73%</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6.08%</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6.25%</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6.76%</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648132200"/>
                  </a:ext>
                </a:extLst>
              </a:tr>
            </a:tbl>
          </a:graphicData>
        </a:graphic>
      </p:graphicFrame>
      <p:sp>
        <p:nvSpPr>
          <p:cNvPr id="98" name="화살표: 오각형 97">
            <a:extLst>
              <a:ext uri="{FF2B5EF4-FFF2-40B4-BE49-F238E27FC236}">
                <a16:creationId xmlns:a16="http://schemas.microsoft.com/office/drawing/2014/main" id="{2DA0FD75-AA63-9107-8907-8079E85C04B0}"/>
              </a:ext>
            </a:extLst>
          </p:cNvPr>
          <p:cNvSpPr/>
          <p:nvPr/>
        </p:nvSpPr>
        <p:spPr>
          <a:xfrm>
            <a:off x="1421470" y="3080388"/>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99" name="화살표: 오각형 98">
            <a:extLst>
              <a:ext uri="{FF2B5EF4-FFF2-40B4-BE49-F238E27FC236}">
                <a16:creationId xmlns:a16="http://schemas.microsoft.com/office/drawing/2014/main" id="{0C55859F-1EF0-452F-573C-81523064EFE0}"/>
              </a:ext>
            </a:extLst>
          </p:cNvPr>
          <p:cNvSpPr/>
          <p:nvPr/>
        </p:nvSpPr>
        <p:spPr>
          <a:xfrm>
            <a:off x="3163624" y="3080388"/>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0" name="화살표: 오각형 99">
            <a:extLst>
              <a:ext uri="{FF2B5EF4-FFF2-40B4-BE49-F238E27FC236}">
                <a16:creationId xmlns:a16="http://schemas.microsoft.com/office/drawing/2014/main" id="{014613D9-0232-54D0-EDE9-C83D710E0083}"/>
              </a:ext>
            </a:extLst>
          </p:cNvPr>
          <p:cNvSpPr/>
          <p:nvPr/>
        </p:nvSpPr>
        <p:spPr>
          <a:xfrm>
            <a:off x="7592116" y="308038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1" name="화살표: 오각형 100">
            <a:extLst>
              <a:ext uri="{FF2B5EF4-FFF2-40B4-BE49-F238E27FC236}">
                <a16:creationId xmlns:a16="http://schemas.microsoft.com/office/drawing/2014/main" id="{495FB45A-6E24-55F7-91D4-A98265A668D8}"/>
              </a:ext>
            </a:extLst>
          </p:cNvPr>
          <p:cNvSpPr/>
          <p:nvPr/>
        </p:nvSpPr>
        <p:spPr>
          <a:xfrm>
            <a:off x="1421470" y="3322893"/>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2" name="화살표: 오각형 101">
            <a:extLst>
              <a:ext uri="{FF2B5EF4-FFF2-40B4-BE49-F238E27FC236}">
                <a16:creationId xmlns:a16="http://schemas.microsoft.com/office/drawing/2014/main" id="{067DE65B-27EA-0021-EF8E-017C023A81EA}"/>
              </a:ext>
            </a:extLst>
          </p:cNvPr>
          <p:cNvSpPr/>
          <p:nvPr/>
        </p:nvSpPr>
        <p:spPr>
          <a:xfrm>
            <a:off x="3163624" y="3322893"/>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3" name="화살표: 오각형 102">
            <a:extLst>
              <a:ext uri="{FF2B5EF4-FFF2-40B4-BE49-F238E27FC236}">
                <a16:creationId xmlns:a16="http://schemas.microsoft.com/office/drawing/2014/main" id="{6614ACB6-D2D2-367D-5365-2D6FBC770439}"/>
              </a:ext>
            </a:extLst>
          </p:cNvPr>
          <p:cNvSpPr/>
          <p:nvPr/>
        </p:nvSpPr>
        <p:spPr>
          <a:xfrm>
            <a:off x="7592116" y="3322893"/>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4" name="화살표: 오각형 103">
            <a:extLst>
              <a:ext uri="{FF2B5EF4-FFF2-40B4-BE49-F238E27FC236}">
                <a16:creationId xmlns:a16="http://schemas.microsoft.com/office/drawing/2014/main" id="{67A4CE43-2DAA-C64E-B34F-3FEF63BEB944}"/>
              </a:ext>
            </a:extLst>
          </p:cNvPr>
          <p:cNvSpPr/>
          <p:nvPr/>
        </p:nvSpPr>
        <p:spPr>
          <a:xfrm>
            <a:off x="1421470" y="3545282"/>
            <a:ext cx="6156683"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5" name="화살표: 오각형 104">
            <a:extLst>
              <a:ext uri="{FF2B5EF4-FFF2-40B4-BE49-F238E27FC236}">
                <a16:creationId xmlns:a16="http://schemas.microsoft.com/office/drawing/2014/main" id="{0F7D9228-010B-88CE-577A-B39F189CE60B}"/>
              </a:ext>
            </a:extLst>
          </p:cNvPr>
          <p:cNvSpPr/>
          <p:nvPr/>
        </p:nvSpPr>
        <p:spPr>
          <a:xfrm>
            <a:off x="1421470" y="3784592"/>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6" name="화살표: 오각형 105">
            <a:extLst>
              <a:ext uri="{FF2B5EF4-FFF2-40B4-BE49-F238E27FC236}">
                <a16:creationId xmlns:a16="http://schemas.microsoft.com/office/drawing/2014/main" id="{6C1FA7E3-07B7-C62D-62D0-02B39C830714}"/>
              </a:ext>
            </a:extLst>
          </p:cNvPr>
          <p:cNvSpPr/>
          <p:nvPr/>
        </p:nvSpPr>
        <p:spPr>
          <a:xfrm>
            <a:off x="4038740" y="3784592"/>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7" name="화살표: 오각형 106">
            <a:extLst>
              <a:ext uri="{FF2B5EF4-FFF2-40B4-BE49-F238E27FC236}">
                <a16:creationId xmlns:a16="http://schemas.microsoft.com/office/drawing/2014/main" id="{0EF7E39B-59DD-657D-F325-6D6AB07CA4D7}"/>
              </a:ext>
            </a:extLst>
          </p:cNvPr>
          <p:cNvSpPr/>
          <p:nvPr/>
        </p:nvSpPr>
        <p:spPr>
          <a:xfrm>
            <a:off x="7584179" y="3542050"/>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8" name="화살표: 오각형 107">
            <a:extLst>
              <a:ext uri="{FF2B5EF4-FFF2-40B4-BE49-F238E27FC236}">
                <a16:creationId xmlns:a16="http://schemas.microsoft.com/office/drawing/2014/main" id="{F424937D-03F4-F4CF-54DF-5F04F271B8B4}"/>
              </a:ext>
            </a:extLst>
          </p:cNvPr>
          <p:cNvSpPr/>
          <p:nvPr/>
        </p:nvSpPr>
        <p:spPr>
          <a:xfrm>
            <a:off x="7574966" y="3788156"/>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화살표: 오각형 108">
            <a:extLst>
              <a:ext uri="{FF2B5EF4-FFF2-40B4-BE49-F238E27FC236}">
                <a16:creationId xmlns:a16="http://schemas.microsoft.com/office/drawing/2014/main" id="{AE716A66-3DB8-5AB3-AF65-880AFD1697FC}"/>
              </a:ext>
            </a:extLst>
          </p:cNvPr>
          <p:cNvSpPr/>
          <p:nvPr/>
        </p:nvSpPr>
        <p:spPr>
          <a:xfrm>
            <a:off x="1421470" y="4013090"/>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0" name="화살표: 오각형 109">
            <a:extLst>
              <a:ext uri="{FF2B5EF4-FFF2-40B4-BE49-F238E27FC236}">
                <a16:creationId xmlns:a16="http://schemas.microsoft.com/office/drawing/2014/main" id="{D6820452-3F86-0193-B1AF-F65311CAA885}"/>
              </a:ext>
            </a:extLst>
          </p:cNvPr>
          <p:cNvSpPr/>
          <p:nvPr/>
        </p:nvSpPr>
        <p:spPr>
          <a:xfrm>
            <a:off x="4038740" y="4013090"/>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1" name="화살표: 오각형 110">
            <a:extLst>
              <a:ext uri="{FF2B5EF4-FFF2-40B4-BE49-F238E27FC236}">
                <a16:creationId xmlns:a16="http://schemas.microsoft.com/office/drawing/2014/main" id="{8FEF9666-F564-3B20-2C7B-7B4A3666A783}"/>
              </a:ext>
            </a:extLst>
          </p:cNvPr>
          <p:cNvSpPr/>
          <p:nvPr/>
        </p:nvSpPr>
        <p:spPr>
          <a:xfrm>
            <a:off x="7574966" y="4016654"/>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2" name="화살표: 오각형 111">
            <a:extLst>
              <a:ext uri="{FF2B5EF4-FFF2-40B4-BE49-F238E27FC236}">
                <a16:creationId xmlns:a16="http://schemas.microsoft.com/office/drawing/2014/main" id="{67913790-E97E-7E17-D281-1AE935B5DBC1}"/>
              </a:ext>
            </a:extLst>
          </p:cNvPr>
          <p:cNvSpPr/>
          <p:nvPr/>
        </p:nvSpPr>
        <p:spPr>
          <a:xfrm>
            <a:off x="1421470" y="4241588"/>
            <a:ext cx="6143263"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3" name="화살표: 오각형 112">
            <a:extLst>
              <a:ext uri="{FF2B5EF4-FFF2-40B4-BE49-F238E27FC236}">
                <a16:creationId xmlns:a16="http://schemas.microsoft.com/office/drawing/2014/main" id="{36B33EEE-DE9D-9E7B-58B5-7434CDCA7895}"/>
              </a:ext>
            </a:extLst>
          </p:cNvPr>
          <p:cNvSpPr/>
          <p:nvPr/>
        </p:nvSpPr>
        <p:spPr>
          <a:xfrm>
            <a:off x="7564734" y="423759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14" name="그룹 113">
            <a:extLst>
              <a:ext uri="{FF2B5EF4-FFF2-40B4-BE49-F238E27FC236}">
                <a16:creationId xmlns:a16="http://schemas.microsoft.com/office/drawing/2014/main" id="{0A386097-78F4-1275-2158-7E8085884735}"/>
              </a:ext>
            </a:extLst>
          </p:cNvPr>
          <p:cNvGrpSpPr/>
          <p:nvPr/>
        </p:nvGrpSpPr>
        <p:grpSpPr>
          <a:xfrm>
            <a:off x="509616" y="5447054"/>
            <a:ext cx="9912854" cy="1285111"/>
            <a:chOff x="457200" y="5375046"/>
            <a:chExt cx="9912854" cy="1285111"/>
          </a:xfrm>
        </p:grpSpPr>
        <p:sp>
          <p:nvSpPr>
            <p:cNvPr id="115" name="직사각형 114">
              <a:extLst>
                <a:ext uri="{FF2B5EF4-FFF2-40B4-BE49-F238E27FC236}">
                  <a16:creationId xmlns:a16="http://schemas.microsoft.com/office/drawing/2014/main" id="{84C0E087-78E9-A398-F34D-99952958F37F}"/>
                </a:ext>
              </a:extLst>
            </p:cNvPr>
            <p:cNvSpPr/>
            <p:nvPr/>
          </p:nvSpPr>
          <p:spPr>
            <a:xfrm>
              <a:off x="549676" y="5663050"/>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16" name="직사각형 115">
              <a:extLst>
                <a:ext uri="{FF2B5EF4-FFF2-40B4-BE49-F238E27FC236}">
                  <a16:creationId xmlns:a16="http://schemas.microsoft.com/office/drawing/2014/main" id="{036D79BD-FB9F-B439-C5F5-9F496CC81B3C}"/>
                </a:ext>
              </a:extLst>
            </p:cNvPr>
            <p:cNvSpPr/>
            <p:nvPr/>
          </p:nvSpPr>
          <p:spPr>
            <a:xfrm>
              <a:off x="549676" y="5663050"/>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17" name="TextBox 116">
              <a:extLst>
                <a:ext uri="{FF2B5EF4-FFF2-40B4-BE49-F238E27FC236}">
                  <a16:creationId xmlns:a16="http://schemas.microsoft.com/office/drawing/2014/main" id="{66EFBE13-DD7D-B76A-97C0-29674C241BB7}"/>
                </a:ext>
              </a:extLst>
            </p:cNvPr>
            <p:cNvSpPr txBox="1"/>
            <p:nvPr/>
          </p:nvSpPr>
          <p:spPr>
            <a:xfrm>
              <a:off x="688221" y="5768009"/>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18" name="TextBox 117">
              <a:extLst>
                <a:ext uri="{FF2B5EF4-FFF2-40B4-BE49-F238E27FC236}">
                  <a16:creationId xmlns:a16="http://schemas.microsoft.com/office/drawing/2014/main" id="{1F4AB090-EF86-27FF-9229-C2C38AB8BFAE}"/>
                </a:ext>
              </a:extLst>
            </p:cNvPr>
            <p:cNvSpPr txBox="1"/>
            <p:nvPr/>
          </p:nvSpPr>
          <p:spPr>
            <a:xfrm>
              <a:off x="688221"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a:t>
              </a:r>
              <a:endParaRPr lang="ko-KR" altLang="en-US" sz="2200" b="1" dirty="0">
                <a:solidFill>
                  <a:srgbClr val="1F1F1F"/>
                </a:solidFill>
                <a:latin typeface="KoPubWorld돋움체 Bold"/>
                <a:ea typeface="KoPubWorld돋움체 Bold"/>
                <a:cs typeface="KoPubWorld돋움체 Bold"/>
              </a:endParaRPr>
            </a:p>
          </p:txBody>
        </p:sp>
        <p:sp>
          <p:nvSpPr>
            <p:cNvPr id="119" name="TextBox 118">
              <a:extLst>
                <a:ext uri="{FF2B5EF4-FFF2-40B4-BE49-F238E27FC236}">
                  <a16:creationId xmlns:a16="http://schemas.microsoft.com/office/drawing/2014/main" id="{230537C1-33B4-5ECF-8DC3-21F6727BAE93}"/>
                </a:ext>
              </a:extLst>
            </p:cNvPr>
            <p:cNvSpPr txBox="1"/>
            <p:nvPr/>
          </p:nvSpPr>
          <p:spPr>
            <a:xfrm>
              <a:off x="688221" y="6345281"/>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평균 추정 </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10.3%</a:t>
              </a:r>
            </a:p>
          </p:txBody>
        </p:sp>
        <p:sp>
          <p:nvSpPr>
            <p:cNvPr id="120" name="직사각형 119">
              <a:extLst>
                <a:ext uri="{FF2B5EF4-FFF2-40B4-BE49-F238E27FC236}">
                  <a16:creationId xmlns:a16="http://schemas.microsoft.com/office/drawing/2014/main" id="{3170C475-D9E6-5CC9-1423-C791897EEAB7}"/>
                </a:ext>
              </a:extLst>
            </p:cNvPr>
            <p:cNvSpPr/>
            <p:nvPr/>
          </p:nvSpPr>
          <p:spPr>
            <a:xfrm>
              <a:off x="2777949" y="5663050"/>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1" name="직사각형 120">
              <a:extLst>
                <a:ext uri="{FF2B5EF4-FFF2-40B4-BE49-F238E27FC236}">
                  <a16:creationId xmlns:a16="http://schemas.microsoft.com/office/drawing/2014/main" id="{35EB67A0-3673-2B8A-759C-E0FD0D2EF634}"/>
                </a:ext>
              </a:extLst>
            </p:cNvPr>
            <p:cNvSpPr/>
            <p:nvPr/>
          </p:nvSpPr>
          <p:spPr>
            <a:xfrm>
              <a:off x="2777949" y="5663050"/>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22" name="TextBox 121">
              <a:extLst>
                <a:ext uri="{FF2B5EF4-FFF2-40B4-BE49-F238E27FC236}">
                  <a16:creationId xmlns:a16="http://schemas.microsoft.com/office/drawing/2014/main" id="{7B383488-CFB5-9B12-22DA-E107A93E948A}"/>
                </a:ext>
              </a:extLst>
            </p:cNvPr>
            <p:cNvSpPr txBox="1"/>
            <p:nvPr/>
          </p:nvSpPr>
          <p:spPr>
            <a:xfrm>
              <a:off x="2916494" y="5768009"/>
              <a:ext cx="1905000" cy="167934"/>
            </a:xfrm>
            <a:prstGeom prst="rect">
              <a:avLst/>
            </a:prstGeom>
            <a:noFill/>
          </p:spPr>
          <p:txBody>
            <a:bodyPr vertOverflow="overflow" vert="horz" wrap="square" rtlCol="0" anchor="t">
              <a:noAutofit/>
            </a:bodyPr>
            <a:lstStyle/>
            <a:p>
              <a:pPr algn="l"/>
              <a:r>
                <a:rPr lang="ko-KR" altLang="en-US" sz="1100" b="1" dirty="0" err="1">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23" name="TextBox 122">
              <a:extLst>
                <a:ext uri="{FF2B5EF4-FFF2-40B4-BE49-F238E27FC236}">
                  <a16:creationId xmlns:a16="http://schemas.microsoft.com/office/drawing/2014/main" id="{49CBA120-36EC-317F-4E22-E55218BA13BF}"/>
                </a:ext>
              </a:extLst>
            </p:cNvPr>
            <p:cNvSpPr txBox="1"/>
            <p:nvPr/>
          </p:nvSpPr>
          <p:spPr>
            <a:xfrm>
              <a:off x="2916494"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16.6%</a:t>
              </a:r>
              <a:endParaRPr lang="ko-KR" altLang="en-US" sz="2200" b="1" dirty="0">
                <a:solidFill>
                  <a:srgbClr val="1F1F1F"/>
                </a:solidFill>
                <a:latin typeface="KoPubWorld돋움체 Bold"/>
                <a:ea typeface="KoPubWorld돋움체 Bold"/>
                <a:cs typeface="KoPubWorld돋움체 Bold"/>
              </a:endParaRPr>
            </a:p>
          </p:txBody>
        </p:sp>
        <p:sp>
          <p:nvSpPr>
            <p:cNvPr id="124" name="TextBox 123">
              <a:extLst>
                <a:ext uri="{FF2B5EF4-FFF2-40B4-BE49-F238E27FC236}">
                  <a16:creationId xmlns:a16="http://schemas.microsoft.com/office/drawing/2014/main" id="{13A37285-652A-4300-6856-4FA87A5FE8BE}"/>
                </a:ext>
              </a:extLst>
            </p:cNvPr>
            <p:cNvSpPr txBox="1"/>
            <p:nvPr/>
          </p:nvSpPr>
          <p:spPr>
            <a:xfrm>
              <a:off x="2916494" y="6345281"/>
              <a:ext cx="1905000" cy="230909"/>
            </a:xfrm>
            <a:prstGeom prst="rect">
              <a:avLst/>
            </a:prstGeom>
            <a:noFill/>
          </p:spPr>
          <p:txBody>
            <a:bodyPr vertOverflow="overflow" vert="horz" wrap="square" rtlCol="0" anchor="t">
              <a:noAutofit/>
            </a:bodyPr>
            <a:lstStyle/>
            <a:p>
              <a:pPr algn="l"/>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4.4</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25" name="직사각형 124">
              <a:extLst>
                <a:ext uri="{FF2B5EF4-FFF2-40B4-BE49-F238E27FC236}">
                  <a16:creationId xmlns:a16="http://schemas.microsoft.com/office/drawing/2014/main" id="{E3118911-47CD-489D-6729-33C9EF9A4BF2}"/>
                </a:ext>
              </a:extLst>
            </p:cNvPr>
            <p:cNvSpPr/>
            <p:nvPr/>
          </p:nvSpPr>
          <p:spPr>
            <a:xfrm>
              <a:off x="5590236" y="5663050"/>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6" name="직사각형 125">
              <a:extLst>
                <a:ext uri="{FF2B5EF4-FFF2-40B4-BE49-F238E27FC236}">
                  <a16:creationId xmlns:a16="http://schemas.microsoft.com/office/drawing/2014/main" id="{7A4CE93E-3C85-1DE4-84AE-C8EC6AEAE6F0}"/>
                </a:ext>
              </a:extLst>
            </p:cNvPr>
            <p:cNvSpPr/>
            <p:nvPr/>
          </p:nvSpPr>
          <p:spPr>
            <a:xfrm>
              <a:off x="5590236" y="5663050"/>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p>
          </p:txBody>
        </p:sp>
        <p:sp>
          <p:nvSpPr>
            <p:cNvPr id="127" name="TextBox 126">
              <a:extLst>
                <a:ext uri="{FF2B5EF4-FFF2-40B4-BE49-F238E27FC236}">
                  <a16:creationId xmlns:a16="http://schemas.microsoft.com/office/drawing/2014/main" id="{49D028B1-1676-562A-C80E-B3D86FF662B4}"/>
                </a:ext>
              </a:extLst>
            </p:cNvPr>
            <p:cNvSpPr txBox="1"/>
            <p:nvPr/>
          </p:nvSpPr>
          <p:spPr>
            <a:xfrm>
              <a:off x="5728781" y="5768009"/>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투자수익률</a:t>
              </a:r>
            </a:p>
          </p:txBody>
        </p:sp>
        <p:sp>
          <p:nvSpPr>
            <p:cNvPr id="128" name="TextBox 127">
              <a:extLst>
                <a:ext uri="{FF2B5EF4-FFF2-40B4-BE49-F238E27FC236}">
                  <a16:creationId xmlns:a16="http://schemas.microsoft.com/office/drawing/2014/main" id="{EC91CE22-C59D-045F-5B67-53314E32A38E}"/>
                </a:ext>
              </a:extLst>
            </p:cNvPr>
            <p:cNvSpPr txBox="1"/>
            <p:nvPr/>
          </p:nvSpPr>
          <p:spPr>
            <a:xfrm>
              <a:off x="5728781"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a:t>
              </a:r>
              <a:endParaRPr lang="ko-KR" altLang="en-US" sz="2200" b="1" dirty="0">
                <a:solidFill>
                  <a:srgbClr val="1F1F1F"/>
                </a:solidFill>
                <a:latin typeface="KoPubWorld돋움체 Bold"/>
                <a:ea typeface="KoPubWorld돋움체 Bold"/>
                <a:cs typeface="KoPubWorld돋움체 Bold"/>
              </a:endParaRPr>
            </a:p>
          </p:txBody>
        </p:sp>
        <p:sp>
          <p:nvSpPr>
            <p:cNvPr id="129" name="TextBox 128">
              <a:extLst>
                <a:ext uri="{FF2B5EF4-FFF2-40B4-BE49-F238E27FC236}">
                  <a16:creationId xmlns:a16="http://schemas.microsoft.com/office/drawing/2014/main" id="{25FB21A0-3BE3-8BAF-71AC-1956F84B395D}"/>
                </a:ext>
              </a:extLst>
            </p:cNvPr>
            <p:cNvSpPr txBox="1"/>
            <p:nvPr/>
          </p:nvSpPr>
          <p:spPr>
            <a:xfrm>
              <a:off x="5728781" y="6345281"/>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평균 추정 </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11.5%</a:t>
              </a:r>
            </a:p>
          </p:txBody>
        </p:sp>
        <p:sp>
          <p:nvSpPr>
            <p:cNvPr id="130" name="직사각형 129">
              <a:extLst>
                <a:ext uri="{FF2B5EF4-FFF2-40B4-BE49-F238E27FC236}">
                  <a16:creationId xmlns:a16="http://schemas.microsoft.com/office/drawing/2014/main" id="{BC0F6DE4-09D0-170D-54EF-888BE56CBC4B}"/>
                </a:ext>
              </a:extLst>
            </p:cNvPr>
            <p:cNvSpPr/>
            <p:nvPr/>
          </p:nvSpPr>
          <p:spPr>
            <a:xfrm>
              <a:off x="7818509" y="5663050"/>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solidFill>
                  <a:srgbClr val="1F1F1F"/>
                </a:solidFill>
              </a:endParaRPr>
            </a:p>
          </p:txBody>
        </p:sp>
        <p:sp>
          <p:nvSpPr>
            <p:cNvPr id="131" name="직사각형 130">
              <a:extLst>
                <a:ext uri="{FF2B5EF4-FFF2-40B4-BE49-F238E27FC236}">
                  <a16:creationId xmlns:a16="http://schemas.microsoft.com/office/drawing/2014/main" id="{8F151CA9-213D-3CC8-00BF-74846E212E3E}"/>
                </a:ext>
              </a:extLst>
            </p:cNvPr>
            <p:cNvSpPr/>
            <p:nvPr/>
          </p:nvSpPr>
          <p:spPr>
            <a:xfrm>
              <a:off x="7818509" y="5663050"/>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32" name="TextBox 131">
              <a:extLst>
                <a:ext uri="{FF2B5EF4-FFF2-40B4-BE49-F238E27FC236}">
                  <a16:creationId xmlns:a16="http://schemas.microsoft.com/office/drawing/2014/main" id="{59422521-EB21-DBD7-2C73-2F93ACF2E228}"/>
                </a:ext>
              </a:extLst>
            </p:cNvPr>
            <p:cNvSpPr txBox="1"/>
            <p:nvPr/>
          </p:nvSpPr>
          <p:spPr>
            <a:xfrm>
              <a:off x="7957054" y="5768009"/>
              <a:ext cx="1905000" cy="167934"/>
            </a:xfrm>
            <a:prstGeom prst="rect">
              <a:avLst/>
            </a:prstGeom>
            <a:noFill/>
          </p:spPr>
          <p:txBody>
            <a:bodyPr vertOverflow="overflow" vert="horz" wrap="square" rtlCol="0" anchor="t">
              <a:noAutofit/>
            </a:bodyPr>
            <a:lstStyle/>
            <a:p>
              <a:pPr algn="l"/>
              <a:r>
                <a:rPr lang="ko-KR" altLang="en-US" sz="1100" b="1" dirty="0" err="1">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33" name="TextBox 132">
              <a:extLst>
                <a:ext uri="{FF2B5EF4-FFF2-40B4-BE49-F238E27FC236}">
                  <a16:creationId xmlns:a16="http://schemas.microsoft.com/office/drawing/2014/main" id="{824A7FB0-45FF-C90E-0F47-B85E4D8716AF}"/>
                </a:ext>
              </a:extLst>
            </p:cNvPr>
            <p:cNvSpPr txBox="1"/>
            <p:nvPr/>
          </p:nvSpPr>
          <p:spPr>
            <a:xfrm>
              <a:off x="7957054"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19.3%</a:t>
              </a:r>
              <a:endParaRPr lang="ko-KR" altLang="en-US" sz="2200" b="1" dirty="0">
                <a:solidFill>
                  <a:srgbClr val="1F1F1F"/>
                </a:solidFill>
                <a:latin typeface="KoPubWorld돋움체 Bold"/>
                <a:ea typeface="KoPubWorld돋움체 Bold"/>
                <a:cs typeface="KoPubWorld돋움체 Bold"/>
              </a:endParaRPr>
            </a:p>
          </p:txBody>
        </p:sp>
        <p:sp>
          <p:nvSpPr>
            <p:cNvPr id="134" name="TextBox 133">
              <a:extLst>
                <a:ext uri="{FF2B5EF4-FFF2-40B4-BE49-F238E27FC236}">
                  <a16:creationId xmlns:a16="http://schemas.microsoft.com/office/drawing/2014/main" id="{3ADE8BEA-E9EB-CC87-0F7B-3567A7D24603}"/>
                </a:ext>
              </a:extLst>
            </p:cNvPr>
            <p:cNvSpPr txBox="1"/>
            <p:nvPr/>
          </p:nvSpPr>
          <p:spPr>
            <a:xfrm>
              <a:off x="7957054" y="6345281"/>
              <a:ext cx="1905000" cy="230909"/>
            </a:xfrm>
            <a:prstGeom prst="rect">
              <a:avLst/>
            </a:prstGeom>
            <a:noFill/>
          </p:spPr>
          <p:txBody>
            <a:bodyPr vertOverflow="overflow" vert="horz" wrap="square" rtlCol="0" anchor="t">
              <a:noAutofit/>
            </a:bodyPr>
            <a:lstStyle/>
            <a:p>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5.5</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35" name="TextBox 134">
              <a:extLst>
                <a:ext uri="{FF2B5EF4-FFF2-40B4-BE49-F238E27FC236}">
                  <a16:creationId xmlns:a16="http://schemas.microsoft.com/office/drawing/2014/main" id="{53287631-E023-2476-1139-EA6CD787F1B2}"/>
                </a:ext>
              </a:extLst>
            </p:cNvPr>
            <p:cNvSpPr txBox="1"/>
            <p:nvPr/>
          </p:nvSpPr>
          <p:spPr>
            <a:xfrm>
              <a:off x="457200" y="5375046"/>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기존</a:t>
              </a: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현행 </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조건 유지</a:t>
              </a:r>
              <a:r>
                <a:rPr lang="en-US" altLang="ko-KR"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6" name="TextBox 135">
              <a:extLst>
                <a:ext uri="{FF2B5EF4-FFF2-40B4-BE49-F238E27FC236}">
                  <a16:creationId xmlns:a16="http://schemas.microsoft.com/office/drawing/2014/main" id="{E5AED862-F649-08DB-5F21-0F90A93825B5}"/>
                </a:ext>
              </a:extLst>
            </p:cNvPr>
            <p:cNvSpPr txBox="1"/>
            <p:nvPr/>
          </p:nvSpPr>
          <p:spPr>
            <a:xfrm>
              <a:off x="5544054" y="5375046"/>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변경</a:t>
              </a: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유사 </a:t>
              </a:r>
              <a:r>
                <a:rPr lang="en-US" altLang="ko-KR"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사례 수준</a:t>
              </a:r>
              <a:r>
                <a:rPr lang="en-US" altLang="ko-KR" sz="1200" b="1" baseline="30000"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상승 시</a:t>
              </a:r>
              <a:endPar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7" name="화살표: 갈매기형 수장 136">
              <a:extLst>
                <a:ext uri="{FF2B5EF4-FFF2-40B4-BE49-F238E27FC236}">
                  <a16:creationId xmlns:a16="http://schemas.microsoft.com/office/drawing/2014/main" id="{ED294FC6-8733-AE3A-C47B-0FF1EBDB0E51}"/>
                </a:ext>
              </a:extLst>
            </p:cNvPr>
            <p:cNvSpPr/>
            <p:nvPr/>
          </p:nvSpPr>
          <p:spPr>
            <a:xfrm>
              <a:off x="5158188" y="5995798"/>
              <a:ext cx="144016" cy="377851"/>
            </a:xfrm>
            <a:prstGeom prst="chevron">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grpSp>
        <p:nvGrpSpPr>
          <p:cNvPr id="138" name="그룹 137">
            <a:extLst>
              <a:ext uri="{FF2B5EF4-FFF2-40B4-BE49-F238E27FC236}">
                <a16:creationId xmlns:a16="http://schemas.microsoft.com/office/drawing/2014/main" id="{1C5E6B96-E01C-2E71-AC18-D76C2614C665}"/>
              </a:ext>
            </a:extLst>
          </p:cNvPr>
          <p:cNvGrpSpPr/>
          <p:nvPr/>
        </p:nvGrpSpPr>
        <p:grpSpPr>
          <a:xfrm>
            <a:off x="489406" y="2288112"/>
            <a:ext cx="3150221" cy="261610"/>
            <a:chOff x="458886" y="1467302"/>
            <a:chExt cx="3150221" cy="261610"/>
          </a:xfrm>
        </p:grpSpPr>
        <p:sp>
          <p:nvSpPr>
            <p:cNvPr id="139" name="TextBox 138">
              <a:extLst>
                <a:ext uri="{FF2B5EF4-FFF2-40B4-BE49-F238E27FC236}">
                  <a16:creationId xmlns:a16="http://schemas.microsoft.com/office/drawing/2014/main" id="{CBF543D1-402A-617B-8CC4-6E0829108579}"/>
                </a:ext>
              </a:extLst>
            </p:cNvPr>
            <p:cNvSpPr txBox="1"/>
            <p:nvPr/>
          </p:nvSpPr>
          <p:spPr>
            <a:xfrm>
              <a:off x="458886" y="1467302"/>
              <a:ext cx="31502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(Effective Rent</a:t>
              </a:r>
              <a:r>
                <a:rPr lang="en-US" altLang="ko-KR" sz="11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상승 시 연도별 추정 효과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40" name="직사각형 139">
              <a:extLst>
                <a:ext uri="{FF2B5EF4-FFF2-40B4-BE49-F238E27FC236}">
                  <a16:creationId xmlns:a16="http://schemas.microsoft.com/office/drawing/2014/main" id="{8AE663C6-A1F7-5C94-36EA-25DEB38A20C0}"/>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42" name="TextBox 141">
            <a:extLst>
              <a:ext uri="{FF2B5EF4-FFF2-40B4-BE49-F238E27FC236}">
                <a16:creationId xmlns:a16="http://schemas.microsoft.com/office/drawing/2014/main" id="{C75A31A8-12BC-147C-7C77-3CA319C1E72B}"/>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 건 임대차 만료시점에 임대료 인상을 통해 자산의 </a:t>
            </a:r>
            <a:r>
              <a:rPr lang="en-US" altLang="ko-KR" sz="1600" dirty="0">
                <a:solidFill>
                  <a:schemeClr val="tx1"/>
                </a:solidFill>
              </a:rPr>
              <a:t>Upside Potential</a:t>
            </a:r>
            <a:r>
              <a:rPr lang="ko-KR" altLang="en-US" sz="1600" dirty="0">
                <a:solidFill>
                  <a:schemeClr val="tx1"/>
                </a:solidFill>
              </a:rPr>
              <a:t> 실현을 주 전략목표로 하여 운용예정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준공 이후 상온전환 공사 등 시장임대료 대비 저렴한 임대료 계약</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이후 도래하는 만기 시 유사사례 임대료 수준으로 인상 예정</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855381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C2B6D-C7DC-EB3D-2CB7-5F85D33BB0D8}"/>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FB98CE7B-8CF5-6006-0918-B87E4E1E1465}"/>
              </a:ext>
            </a:extLst>
          </p:cNvPr>
          <p:cNvPicPr>
            <a:picLocks noChangeAspect="1"/>
          </p:cNvPicPr>
          <p:nvPr/>
        </p:nvPicPr>
        <p:blipFill>
          <a:blip r:embed="rId2"/>
          <a:srcRect t="11258"/>
          <a:stretch>
            <a:fillRect/>
          </a:stretch>
        </p:blipFill>
        <p:spPr>
          <a:xfrm>
            <a:off x="5597934" y="2789951"/>
            <a:ext cx="4623879" cy="2351480"/>
          </a:xfrm>
          <a:prstGeom prst="rect">
            <a:avLst/>
          </a:prstGeom>
        </p:spPr>
      </p:pic>
      <p:grpSp>
        <p:nvGrpSpPr>
          <p:cNvPr id="4" name="그룹 3">
            <a:extLst>
              <a:ext uri="{FF2B5EF4-FFF2-40B4-BE49-F238E27FC236}">
                <a16:creationId xmlns:a16="http://schemas.microsoft.com/office/drawing/2014/main" id="{D33FC9FB-126A-40C0-7530-43E999C18841}"/>
              </a:ext>
            </a:extLst>
          </p:cNvPr>
          <p:cNvGrpSpPr/>
          <p:nvPr/>
        </p:nvGrpSpPr>
        <p:grpSpPr>
          <a:xfrm>
            <a:off x="438150" y="1980523"/>
            <a:ext cx="9783663" cy="247712"/>
            <a:chOff x="417444" y="1605420"/>
            <a:chExt cx="8983731" cy="247712"/>
          </a:xfrm>
        </p:grpSpPr>
        <p:sp>
          <p:nvSpPr>
            <p:cNvPr id="5" name="직사각형 4">
              <a:extLst>
                <a:ext uri="{FF2B5EF4-FFF2-40B4-BE49-F238E27FC236}">
                  <a16:creationId xmlns:a16="http://schemas.microsoft.com/office/drawing/2014/main" id="{0EB0287E-A569-39AF-DCA3-0C4E0574F08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BE2B7DE-674A-FB73-3C05-51B8425576E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B0EF55DD-9234-D12D-6A6B-91DE64F7D04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D1E26706-8878-E061-2DA7-50509C15C06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C45A2D6B-1BE8-9CED-974C-70B76A0C10FE}"/>
                </a:ext>
              </a:extLst>
            </p:cNvPr>
            <p:cNvSpPr txBox="1"/>
            <p:nvPr/>
          </p:nvSpPr>
          <p:spPr>
            <a:xfrm>
              <a:off x="417444" y="1652332"/>
              <a:ext cx="14714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세빌스코리아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0" name="그룹 9">
            <a:extLst>
              <a:ext uri="{FF2B5EF4-FFF2-40B4-BE49-F238E27FC236}">
                <a16:creationId xmlns:a16="http://schemas.microsoft.com/office/drawing/2014/main" id="{5CFC2C0B-07B3-C321-9209-A65B0E1297FB}"/>
              </a:ext>
            </a:extLst>
          </p:cNvPr>
          <p:cNvGrpSpPr/>
          <p:nvPr/>
        </p:nvGrpSpPr>
        <p:grpSpPr>
          <a:xfrm>
            <a:off x="389394" y="2345262"/>
            <a:ext cx="1050288" cy="261610"/>
            <a:chOff x="458886" y="1467302"/>
            <a:chExt cx="1050288" cy="261610"/>
          </a:xfrm>
        </p:grpSpPr>
        <p:sp>
          <p:nvSpPr>
            <p:cNvPr id="11" name="TextBox 10">
              <a:extLst>
                <a:ext uri="{FF2B5EF4-FFF2-40B4-BE49-F238E27FC236}">
                  <a16:creationId xmlns:a16="http://schemas.microsoft.com/office/drawing/2014/main" id="{EAC14F22-F75B-94C7-49A1-4EC26A0FFC8A}"/>
                </a:ext>
              </a:extLst>
            </p:cNvPr>
            <p:cNvSpPr txBox="1"/>
            <p:nvPr/>
          </p:nvSpPr>
          <p:spPr>
            <a:xfrm>
              <a:off x="458886" y="1467302"/>
              <a:ext cx="1050288"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 물류</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B9FA7A1E-9D99-3D16-1671-83CC96D85D4D}"/>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3" name="TextBox 12">
            <a:extLst>
              <a:ext uri="{FF2B5EF4-FFF2-40B4-BE49-F238E27FC236}">
                <a16:creationId xmlns:a16="http://schemas.microsoft.com/office/drawing/2014/main" id="{00FE8B6D-D8D0-9A1A-92F9-50A57353BEEE}"/>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p>
        </p:txBody>
      </p:sp>
      <p:sp>
        <p:nvSpPr>
          <p:cNvPr id="14" name="TextBox 13">
            <a:extLst>
              <a:ext uri="{FF2B5EF4-FFF2-40B4-BE49-F238E27FC236}">
                <a16:creationId xmlns:a16="http://schemas.microsoft.com/office/drawing/2014/main" id="{7E13E57F-7DF8-FC6B-A7DA-1644EC178C0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schemeClr val="tx1"/>
                </a:solidFill>
              </a:rPr>
              <a:t>1</a:t>
            </a:r>
            <a:r>
              <a:rPr lang="ko-KR" altLang="en-US" sz="1600" dirty="0">
                <a:solidFill>
                  <a:schemeClr val="tx1"/>
                </a:solidFill>
              </a:rPr>
              <a:t>년 후 현재 당사 </a:t>
            </a:r>
            <a:r>
              <a:rPr lang="ko-KR" altLang="en-US" sz="1600" dirty="0" err="1">
                <a:solidFill>
                  <a:schemeClr val="tx1"/>
                </a:solidFill>
              </a:rPr>
              <a:t>상장리츠와</a:t>
            </a:r>
            <a:r>
              <a:rPr lang="ko-KR" altLang="en-US" sz="1600" dirty="0">
                <a:solidFill>
                  <a:schemeClr val="tx1"/>
                </a:solidFill>
              </a:rPr>
              <a:t> 협업 중인 </a:t>
            </a:r>
            <a:r>
              <a:rPr lang="en-US" altLang="ko-KR" sz="1600" dirty="0">
                <a:solidFill>
                  <a:schemeClr val="tx1"/>
                </a:solidFill>
              </a:rPr>
              <a:t>CPM</a:t>
            </a:r>
            <a:r>
              <a:rPr lang="ko-KR" altLang="en-US" sz="1600" dirty="0">
                <a:solidFill>
                  <a:schemeClr val="tx1"/>
                </a:solidFill>
              </a:rPr>
              <a:t>을 활용하여 비용절감 및 운영 효율화를 도모할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남청라물류센터</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등의 운영 성과와 인력 활용으로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절감 및 운영 효율화 기대</a:t>
            </a:r>
          </a:p>
        </p:txBody>
      </p:sp>
      <p:grpSp>
        <p:nvGrpSpPr>
          <p:cNvPr id="15" name="그룹 14">
            <a:extLst>
              <a:ext uri="{FF2B5EF4-FFF2-40B4-BE49-F238E27FC236}">
                <a16:creationId xmlns:a16="http://schemas.microsoft.com/office/drawing/2014/main" id="{9E7BB17F-110E-23F4-71AC-9AE6E2FCE891}"/>
              </a:ext>
            </a:extLst>
          </p:cNvPr>
          <p:cNvGrpSpPr/>
          <p:nvPr/>
        </p:nvGrpSpPr>
        <p:grpSpPr>
          <a:xfrm>
            <a:off x="174176" y="4643174"/>
            <a:ext cx="5290936" cy="1791055"/>
            <a:chOff x="-52779" y="1854887"/>
            <a:chExt cx="5290936" cy="1791055"/>
          </a:xfrm>
        </p:grpSpPr>
        <p:graphicFrame>
          <p:nvGraphicFramePr>
            <p:cNvPr id="16" name="차트 15">
              <a:extLst>
                <a:ext uri="{FF2B5EF4-FFF2-40B4-BE49-F238E27FC236}">
                  <a16:creationId xmlns:a16="http://schemas.microsoft.com/office/drawing/2014/main" id="{1A0A2E90-132D-D6C5-CC6F-4157B4592FD3}"/>
                </a:ext>
              </a:extLst>
            </p:cNvPr>
            <p:cNvGraphicFramePr/>
            <p:nvPr/>
          </p:nvGraphicFramePr>
          <p:xfrm>
            <a:off x="-52779" y="2376449"/>
            <a:ext cx="5290936" cy="1269493"/>
          </p:xfrm>
          <a:graphic>
            <a:graphicData uri="http://schemas.openxmlformats.org/drawingml/2006/chart">
              <c:chart xmlns:c="http://schemas.openxmlformats.org/drawingml/2006/chart" xmlns:r="http://schemas.openxmlformats.org/officeDocument/2006/relationships" r:id="rId3"/>
            </a:graphicData>
          </a:graphic>
        </p:graphicFrame>
        <p:grpSp>
          <p:nvGrpSpPr>
            <p:cNvPr id="17" name="그룹 16">
              <a:extLst>
                <a:ext uri="{FF2B5EF4-FFF2-40B4-BE49-F238E27FC236}">
                  <a16:creationId xmlns:a16="http://schemas.microsoft.com/office/drawing/2014/main" id="{EFF6AC31-8AAA-B3FB-ACB6-4360AA948B9C}"/>
                </a:ext>
              </a:extLst>
            </p:cNvPr>
            <p:cNvGrpSpPr/>
            <p:nvPr/>
          </p:nvGrpSpPr>
          <p:grpSpPr>
            <a:xfrm>
              <a:off x="557775" y="1854887"/>
              <a:ext cx="4450844" cy="751075"/>
              <a:chOff x="5497656" y="1513150"/>
              <a:chExt cx="4450844" cy="881039"/>
            </a:xfrm>
          </p:grpSpPr>
          <p:sp>
            <p:nvSpPr>
              <p:cNvPr id="19" name="TextBox 18">
                <a:extLst>
                  <a:ext uri="{FF2B5EF4-FFF2-40B4-BE49-F238E27FC236}">
                    <a16:creationId xmlns:a16="http://schemas.microsoft.com/office/drawing/2014/main" id="{D415B1C5-3825-F89F-8218-0560F8281322}"/>
                  </a:ext>
                </a:extLst>
              </p:cNvPr>
              <p:cNvSpPr txBox="1"/>
              <p:nvPr/>
            </p:nvSpPr>
            <p:spPr>
              <a:xfrm>
                <a:off x="5497656" y="1686748"/>
                <a:ext cx="694896" cy="707441"/>
              </a:xfrm>
              <a:prstGeom prst="rect">
                <a:avLst/>
              </a:prstGeom>
              <a:solidFill>
                <a:srgbClr val="DAE3F3"/>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주유소</a:t>
                </a:r>
                <a:endParaRPr kumimoji="0" lang="en-US" altLang="ko-KR"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0" name="TextBox 19">
                <a:extLst>
                  <a:ext uri="{FF2B5EF4-FFF2-40B4-BE49-F238E27FC236}">
                    <a16:creationId xmlns:a16="http://schemas.microsoft.com/office/drawing/2014/main" id="{3B1AAE4F-FB99-B1D9-7664-76C427625CED}"/>
                  </a:ext>
                </a:extLst>
              </p:cNvPr>
              <p:cNvSpPr txBox="1"/>
              <p:nvPr/>
            </p:nvSpPr>
            <p:spPr>
              <a:xfrm>
                <a:off x="6250910" y="1513150"/>
                <a:ext cx="694896" cy="707441"/>
              </a:xfrm>
              <a:prstGeom prst="rect">
                <a:avLst/>
              </a:prstGeom>
              <a:solidFill>
                <a:srgbClr val="F4B183"/>
              </a:solidFill>
              <a:ln w="6350">
                <a:solidFill>
                  <a:schemeClr val="tx1">
                    <a:lumMod val="50000"/>
                    <a:lumOff val="50000"/>
                  </a:schemeClr>
                </a:solidFill>
              </a:ln>
              <a:effectLst>
                <a:outerShdw blurRad="50800" dist="38100" dir="2700000" algn="tl" rotWithShape="0">
                  <a:prstClr val="black">
                    <a:alpha val="40000"/>
                  </a:prstClr>
                </a:outerShdw>
              </a:effectLst>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a:t>
                </a:r>
                <a:r>
                  <a:rPr lang="ko-KR" altLang="en-US" sz="105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섹터</a:t>
                </a:r>
                <a:endPar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gn="ctr">
                  <a:defRPr/>
                </a:pPr>
                <a:r>
                  <a:rPr lang="ko-KR" altLang="en-US" sz="110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 </a:t>
                </a:r>
                <a:r>
                  <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kumimoji="0" lang="ko-KR" altLang="en-US"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p>
            </p:txBody>
          </p:sp>
          <p:sp>
            <p:nvSpPr>
              <p:cNvPr id="21" name="TextBox 20">
                <a:extLst>
                  <a:ext uri="{FF2B5EF4-FFF2-40B4-BE49-F238E27FC236}">
                    <a16:creationId xmlns:a16="http://schemas.microsoft.com/office/drawing/2014/main" id="{F4A153B6-3A1B-E554-84A1-EC648FC70C56}"/>
                  </a:ext>
                </a:extLst>
              </p:cNvPr>
              <p:cNvSpPr txBox="1"/>
              <p:nvPr/>
            </p:nvSpPr>
            <p:spPr>
              <a:xfrm>
                <a:off x="7004164" y="1686748"/>
                <a:ext cx="694896" cy="707441"/>
              </a:xfrm>
              <a:prstGeom prst="rect">
                <a:avLst/>
              </a:prstGeom>
              <a:solidFill>
                <a:srgbClr val="C5E0B4"/>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리테일</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2" name="TextBox 21">
                <a:extLst>
                  <a:ext uri="{FF2B5EF4-FFF2-40B4-BE49-F238E27FC236}">
                    <a16:creationId xmlns:a16="http://schemas.microsoft.com/office/drawing/2014/main" id="{AC56B410-1D08-3C5B-8F80-F515C4F91689}"/>
                  </a:ext>
                </a:extLst>
              </p:cNvPr>
              <p:cNvSpPr txBox="1"/>
              <p:nvPr/>
            </p:nvSpPr>
            <p:spPr>
              <a:xfrm>
                <a:off x="7757418" y="1686748"/>
                <a:ext cx="694896" cy="707441"/>
              </a:xfrm>
              <a:prstGeom prst="rect">
                <a:avLst/>
              </a:prstGeom>
              <a:solidFill>
                <a:srgbClr val="FFDDAD"/>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호텔</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3" name="TextBox 22">
                <a:extLst>
                  <a:ext uri="{FF2B5EF4-FFF2-40B4-BE49-F238E27FC236}">
                    <a16:creationId xmlns:a16="http://schemas.microsoft.com/office/drawing/2014/main" id="{7BEC4CAF-31B2-58ED-0AC9-00EE00BDD1C4}"/>
                  </a:ext>
                </a:extLst>
              </p:cNvPr>
              <p:cNvSpPr txBox="1"/>
              <p:nvPr/>
            </p:nvSpPr>
            <p:spPr>
              <a:xfrm>
                <a:off x="8510672" y="1686748"/>
                <a:ext cx="694896" cy="707441"/>
              </a:xfrm>
              <a:prstGeom prst="rect">
                <a:avLst/>
              </a:prstGeom>
              <a:solidFill>
                <a:srgbClr val="4472C4"/>
              </a:solidFill>
              <a:ln w="6350">
                <a:solidFill>
                  <a:schemeClr val="tx1"/>
                </a:solidFill>
              </a:ln>
              <a:effectLst/>
            </p:spPr>
            <p:txBody>
              <a:bodyPr wrap="square" lIns="36000" tIns="36000" rIns="36000" bIns="36000" rtlCol="0" anchor="ctr">
                <a:noAutofit/>
              </a:bodyPr>
              <a:lstStyle>
                <a:defPPr>
                  <a:defRPr lang="ko-KR"/>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r>
                  <a:rPr lang="ko-KR" altLang="en-US"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모빌리티</a:t>
                </a:r>
                <a:endPar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endParaRPr lang="ko-KR" altLang="en-US" spc="-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TextBox 23">
                <a:extLst>
                  <a:ext uri="{FF2B5EF4-FFF2-40B4-BE49-F238E27FC236}">
                    <a16:creationId xmlns:a16="http://schemas.microsoft.com/office/drawing/2014/main" id="{CB6318ED-2120-EAAE-96E5-1263EF4B6398}"/>
                  </a:ext>
                </a:extLst>
              </p:cNvPr>
              <p:cNvSpPr txBox="1"/>
              <p:nvPr/>
            </p:nvSpPr>
            <p:spPr>
              <a:xfrm>
                <a:off x="9253604" y="1686748"/>
                <a:ext cx="694896" cy="707441"/>
              </a:xfrm>
              <a:prstGeom prst="rect">
                <a:avLst/>
              </a:prstGeom>
              <a:solidFill>
                <a:srgbClr val="70AD47"/>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오피스</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100" normalizeH="0" noProof="0" dirty="0" err="1">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재간접</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grpSp>
        <p:sp>
          <p:nvSpPr>
            <p:cNvPr id="18" name="TextBox 17">
              <a:extLst>
                <a:ext uri="{FF2B5EF4-FFF2-40B4-BE49-F238E27FC236}">
                  <a16:creationId xmlns:a16="http://schemas.microsoft.com/office/drawing/2014/main" id="{14D50233-B415-B85B-DA9C-183F699D2734}"/>
                </a:ext>
              </a:extLst>
            </p:cNvPr>
            <p:cNvSpPr txBox="1"/>
            <p:nvPr/>
          </p:nvSpPr>
          <p:spPr>
            <a:xfrm>
              <a:off x="4405853" y="3195977"/>
              <a:ext cx="651140" cy="230832"/>
            </a:xfrm>
            <a:prstGeom prst="rect">
              <a:avLst/>
            </a:prstGeom>
          </p:spPr>
          <p:txBody>
            <a:bodyPr wrap="none" rtlCol="0">
              <a:spAutoFit/>
            </a:bodyPr>
            <a:lstStyle/>
            <a:p>
              <a:pPr algn="ctr"/>
              <a:r>
                <a:rPr lang="en-US" altLang="ko-KR"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(AUM %)</a:t>
              </a:r>
              <a:endParaRPr lang="ko-KR" altLang="en-US"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26" name="그룹 25">
            <a:extLst>
              <a:ext uri="{FF2B5EF4-FFF2-40B4-BE49-F238E27FC236}">
                <a16:creationId xmlns:a16="http://schemas.microsoft.com/office/drawing/2014/main" id="{5454C956-D381-EDB9-E960-77D13D3091DB}"/>
              </a:ext>
            </a:extLst>
          </p:cNvPr>
          <p:cNvGrpSpPr/>
          <p:nvPr/>
        </p:nvGrpSpPr>
        <p:grpSpPr>
          <a:xfrm>
            <a:off x="784730" y="6260037"/>
            <a:ext cx="4423152" cy="400110"/>
            <a:chOff x="534346" y="6311571"/>
            <a:chExt cx="4449046" cy="400110"/>
          </a:xfrm>
        </p:grpSpPr>
        <p:grpSp>
          <p:nvGrpSpPr>
            <p:cNvPr id="27" name="그룹 26">
              <a:extLst>
                <a:ext uri="{FF2B5EF4-FFF2-40B4-BE49-F238E27FC236}">
                  <a16:creationId xmlns:a16="http://schemas.microsoft.com/office/drawing/2014/main" id="{7A8E07B9-38DA-BBC6-3D39-D849584FE6D8}"/>
                </a:ext>
              </a:extLst>
            </p:cNvPr>
            <p:cNvGrpSpPr/>
            <p:nvPr/>
          </p:nvGrpSpPr>
          <p:grpSpPr>
            <a:xfrm>
              <a:off x="534346" y="6320587"/>
              <a:ext cx="4449046" cy="245335"/>
              <a:chOff x="563842" y="6173147"/>
              <a:chExt cx="4449046" cy="245335"/>
            </a:xfrm>
          </p:grpSpPr>
          <p:cxnSp>
            <p:nvCxnSpPr>
              <p:cNvPr id="29" name="직선 연결선 28">
                <a:extLst>
                  <a:ext uri="{FF2B5EF4-FFF2-40B4-BE49-F238E27FC236}">
                    <a16:creationId xmlns:a16="http://schemas.microsoft.com/office/drawing/2014/main" id="{3952750D-DFB1-830B-5081-391C2020EC77}"/>
                  </a:ext>
                </a:extLst>
              </p:cNvPr>
              <p:cNvCxnSpPr/>
              <p:nvPr/>
            </p:nvCxnSpPr>
            <p:spPr>
              <a:xfrm>
                <a:off x="563842" y="6291750"/>
                <a:ext cx="4449046" cy="0"/>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557C0A31-46F9-AB56-E5E5-347440344884}"/>
                  </a:ext>
                </a:extLst>
              </p:cNvPr>
              <p:cNvCxnSpPr/>
              <p:nvPr/>
            </p:nvCxnSpPr>
            <p:spPr>
              <a:xfrm>
                <a:off x="563842" y="618127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CA695D07-9B18-8CFF-5030-182D58B82DCA}"/>
                  </a:ext>
                </a:extLst>
              </p:cNvPr>
              <p:cNvCxnSpPr/>
              <p:nvPr/>
            </p:nvCxnSpPr>
            <p:spPr>
              <a:xfrm>
                <a:off x="5012888" y="617314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1BB160A4-49A2-D0F4-8C5C-B5594670C121}"/>
                </a:ext>
              </a:extLst>
            </p:cNvPr>
            <p:cNvSpPr txBox="1"/>
            <p:nvPr/>
          </p:nvSpPr>
          <p:spPr>
            <a:xfrm>
              <a:off x="2028319" y="6311571"/>
              <a:ext cx="1409312" cy="400110"/>
            </a:xfrm>
            <a:prstGeom prst="rect">
              <a:avLst/>
            </a:prstGeom>
            <a:solidFill>
              <a:schemeClr val="bg1"/>
            </a:solid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AUM: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8,533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32" name="직사각형 31">
            <a:extLst>
              <a:ext uri="{FF2B5EF4-FFF2-40B4-BE49-F238E27FC236}">
                <a16:creationId xmlns:a16="http://schemas.microsoft.com/office/drawing/2014/main" id="{26A12C7D-3D79-45B4-482B-19E3346E8BF5}"/>
              </a:ext>
            </a:extLst>
          </p:cNvPr>
          <p:cNvSpPr/>
          <p:nvPr/>
        </p:nvSpPr>
        <p:spPr>
          <a:xfrm>
            <a:off x="3662849" y="5620204"/>
            <a:ext cx="1401110" cy="331219"/>
          </a:xfrm>
          <a:prstGeom prst="rect">
            <a:avLst/>
          </a:prstGeom>
          <a:noFill/>
          <a:ln w="12700">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8" name="그림 37">
            <a:extLst>
              <a:ext uri="{FF2B5EF4-FFF2-40B4-BE49-F238E27FC236}">
                <a16:creationId xmlns:a16="http://schemas.microsoft.com/office/drawing/2014/main" id="{A7DFDF59-D65B-2D73-9E60-EDF22AB3BD6F}"/>
              </a:ext>
            </a:extLst>
          </p:cNvPr>
          <p:cNvPicPr>
            <a:picLocks noChangeAspect="1"/>
          </p:cNvPicPr>
          <p:nvPr/>
        </p:nvPicPr>
        <p:blipFill>
          <a:blip r:embed="rId2"/>
          <a:srcRect l="42047" t="9025" r="4225" b="39040"/>
          <a:stretch>
            <a:fillRect/>
          </a:stretch>
        </p:blipFill>
        <p:spPr>
          <a:xfrm>
            <a:off x="7542149" y="2659146"/>
            <a:ext cx="2679663" cy="1484403"/>
          </a:xfrm>
          <a:prstGeom prst="rect">
            <a:avLst/>
          </a:prstGeom>
          <a:ln>
            <a:solidFill>
              <a:schemeClr val="tx1">
                <a:lumMod val="50000"/>
                <a:lumOff val="50000"/>
              </a:schemeClr>
            </a:solidFill>
          </a:ln>
          <a:effectLst>
            <a:outerShdw blurRad="50800" dist="38100" dir="2700000" algn="tl" rotWithShape="0">
              <a:prstClr val="black">
                <a:alpha val="40000"/>
              </a:prstClr>
            </a:outerShdw>
          </a:effectLst>
        </p:spPr>
      </p:pic>
      <p:grpSp>
        <p:nvGrpSpPr>
          <p:cNvPr id="39" name="그룹 38">
            <a:extLst>
              <a:ext uri="{FF2B5EF4-FFF2-40B4-BE49-F238E27FC236}">
                <a16:creationId xmlns:a16="http://schemas.microsoft.com/office/drawing/2014/main" id="{0BB02A7F-E853-ED5D-5EAF-A9FBF694E7E1}"/>
              </a:ext>
            </a:extLst>
          </p:cNvPr>
          <p:cNvGrpSpPr/>
          <p:nvPr/>
        </p:nvGrpSpPr>
        <p:grpSpPr>
          <a:xfrm>
            <a:off x="5414072" y="2345262"/>
            <a:ext cx="1848583" cy="261610"/>
            <a:chOff x="458886" y="1467302"/>
            <a:chExt cx="1848583" cy="261610"/>
          </a:xfrm>
        </p:grpSpPr>
        <p:sp>
          <p:nvSpPr>
            <p:cNvPr id="40" name="TextBox 39">
              <a:extLst>
                <a:ext uri="{FF2B5EF4-FFF2-40B4-BE49-F238E27FC236}">
                  <a16:creationId xmlns:a16="http://schemas.microsoft.com/office/drawing/2014/main" id="{BAD395C0-F2E3-BE4E-9A44-3CC775941425}"/>
                </a:ext>
              </a:extLst>
            </p:cNvPr>
            <p:cNvSpPr txBox="1"/>
            <p:nvPr/>
          </p:nvSpPr>
          <p:spPr>
            <a:xfrm>
              <a:off x="458886" y="1467302"/>
              <a:ext cx="1848583"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1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도입 취지 및 기대효과</a:t>
              </a:r>
              <a:endParaRPr kumimoji="0" lang="ko-KR" altLang="en-US" sz="1100" b="0" i="0" u="none" strike="noStrike" kern="1200" cap="none" spc="-1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1" name="직사각형 40">
              <a:extLst>
                <a:ext uri="{FF2B5EF4-FFF2-40B4-BE49-F238E27FC236}">
                  <a16:creationId xmlns:a16="http://schemas.microsoft.com/office/drawing/2014/main" id="{883EDD9A-8922-466C-994A-983A0C9C6D02}"/>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42" name="자유형: 도형 41">
            <a:extLst>
              <a:ext uri="{FF2B5EF4-FFF2-40B4-BE49-F238E27FC236}">
                <a16:creationId xmlns:a16="http://schemas.microsoft.com/office/drawing/2014/main" id="{C58C5A99-D2DD-D09E-1E88-6ADF8C081DB8}"/>
              </a:ext>
            </a:extLst>
          </p:cNvPr>
          <p:cNvSpPr/>
          <p:nvPr/>
        </p:nvSpPr>
        <p:spPr>
          <a:xfrm>
            <a:off x="790575" y="4248150"/>
            <a:ext cx="4486275" cy="390525"/>
          </a:xfrm>
          <a:custGeom>
            <a:avLst/>
            <a:gdLst>
              <a:gd name="csX0" fmla="*/ 0 w 4486275"/>
              <a:gd name="csY0" fmla="*/ 0 h 390525"/>
              <a:gd name="csX1" fmla="*/ 752475 w 4486275"/>
              <a:gd name="csY1" fmla="*/ 390525 h 390525"/>
              <a:gd name="csX2" fmla="*/ 1419225 w 4486275"/>
              <a:gd name="csY2" fmla="*/ 390525 h 390525"/>
              <a:gd name="csX3" fmla="*/ 4486275 w 4486275"/>
              <a:gd name="csY3" fmla="*/ 0 h 390525"/>
              <a:gd name="csX4" fmla="*/ 0 w 4486275"/>
              <a:gd name="csY4" fmla="*/ 0 h 390525"/>
            </a:gdLst>
            <a:ahLst/>
            <a:cxnLst>
              <a:cxn ang="0">
                <a:pos x="csX0" y="csY0"/>
              </a:cxn>
              <a:cxn ang="0">
                <a:pos x="csX1" y="csY1"/>
              </a:cxn>
              <a:cxn ang="0">
                <a:pos x="csX2" y="csY2"/>
              </a:cxn>
              <a:cxn ang="0">
                <a:pos x="csX3" y="csY3"/>
              </a:cxn>
              <a:cxn ang="0">
                <a:pos x="csX4" y="csY4"/>
              </a:cxn>
            </a:cxnLst>
            <a:rect l="l" t="t" r="r" b="b"/>
            <a:pathLst>
              <a:path w="4486275" h="390525">
                <a:moveTo>
                  <a:pt x="0" y="0"/>
                </a:moveTo>
                <a:lnTo>
                  <a:pt x="752475" y="390525"/>
                </a:lnTo>
                <a:lnTo>
                  <a:pt x="1419225" y="390525"/>
                </a:lnTo>
                <a:lnTo>
                  <a:pt x="4486275" y="0"/>
                </a:lnTo>
                <a:lnTo>
                  <a:pt x="0" y="0"/>
                </a:lnTo>
                <a:close/>
              </a:path>
            </a:pathLst>
          </a:custGeom>
          <a:gradFill>
            <a:gsLst>
              <a:gs pos="0">
                <a:schemeClr val="accent2">
                  <a:lumMod val="20000"/>
                  <a:lumOff val="80000"/>
                  <a:alpha val="20000"/>
                </a:schemeClr>
              </a:gs>
              <a:gs pos="100000">
                <a:schemeClr val="accent2">
                  <a:lumMod val="40000"/>
                  <a:lumOff val="6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C922E50C-A4B0-E5C0-840F-53DDF0F0DD71}"/>
              </a:ext>
            </a:extLst>
          </p:cNvPr>
          <p:cNvSpPr txBox="1"/>
          <p:nvPr/>
        </p:nvSpPr>
        <p:spPr>
          <a:xfrm>
            <a:off x="1412463" y="4357031"/>
            <a:ext cx="1404230" cy="153888"/>
          </a:xfrm>
          <a:prstGeom prst="rect">
            <a:avLst/>
          </a:prstGeom>
          <a:noFill/>
        </p:spPr>
        <p:txBody>
          <a:bodyPr wrap="square" lIns="0" tIns="0" rIns="0" bIns="0" rtlCol="0">
            <a:spAutoFit/>
          </a:bodyPr>
          <a:lstStyle/>
          <a:p>
            <a:pPr marL="0" marR="0" lvl="0" indent="0" algn="l"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1"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 물류센터 </a:t>
            </a: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p:txBody>
      </p:sp>
      <p:pic>
        <p:nvPicPr>
          <p:cNvPr id="44" name="그림 43">
            <a:extLst>
              <a:ext uri="{FF2B5EF4-FFF2-40B4-BE49-F238E27FC236}">
                <a16:creationId xmlns:a16="http://schemas.microsoft.com/office/drawing/2014/main" id="{73EAFFBE-F049-BBC8-E03A-350FA0E263AC}"/>
              </a:ext>
            </a:extLst>
          </p:cNvPr>
          <p:cNvPicPr>
            <a:picLocks noChangeAspect="1"/>
          </p:cNvPicPr>
          <p:nvPr/>
        </p:nvPicPr>
        <p:blipFill>
          <a:blip r:embed="rId4"/>
          <a:stretch>
            <a:fillRect/>
          </a:stretch>
        </p:blipFill>
        <p:spPr>
          <a:xfrm>
            <a:off x="5674000" y="5726381"/>
            <a:ext cx="4471748" cy="775532"/>
          </a:xfrm>
          <a:prstGeom prst="rect">
            <a:avLst/>
          </a:prstGeom>
        </p:spPr>
      </p:pic>
      <p:sp>
        <p:nvSpPr>
          <p:cNvPr id="46" name="직사각형 45">
            <a:extLst>
              <a:ext uri="{FF2B5EF4-FFF2-40B4-BE49-F238E27FC236}">
                <a16:creationId xmlns:a16="http://schemas.microsoft.com/office/drawing/2014/main" id="{3B146FD8-2DC4-3917-F010-592BB6718C91}"/>
              </a:ext>
            </a:extLst>
          </p:cNvPr>
          <p:cNvSpPr/>
          <p:nvPr/>
        </p:nvSpPr>
        <p:spPr>
          <a:xfrm>
            <a:off x="5465112" y="5361810"/>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차별화된 역량</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화살표: 위쪽 46">
            <a:extLst>
              <a:ext uri="{FF2B5EF4-FFF2-40B4-BE49-F238E27FC236}">
                <a16:creationId xmlns:a16="http://schemas.microsoft.com/office/drawing/2014/main" id="{0BA89202-0041-2F42-37CB-C748C9E44D95}"/>
              </a:ext>
            </a:extLst>
          </p:cNvPr>
          <p:cNvSpPr/>
          <p:nvPr/>
        </p:nvSpPr>
        <p:spPr>
          <a:xfrm>
            <a:off x="7135787" y="5351601"/>
            <a:ext cx="1548172" cy="258394"/>
          </a:xfrm>
          <a:prstGeom prst="upArrow">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520E593D-FCFF-E208-A405-C668409F64A3}"/>
              </a:ext>
            </a:extLst>
          </p:cNvPr>
          <p:cNvGrpSpPr/>
          <p:nvPr/>
        </p:nvGrpSpPr>
        <p:grpSpPr>
          <a:xfrm>
            <a:off x="784730" y="2659146"/>
            <a:ext cx="4463742" cy="1592307"/>
            <a:chOff x="412643" y="2659146"/>
            <a:chExt cx="4667432" cy="1592307"/>
          </a:xfrm>
        </p:grpSpPr>
        <p:pic>
          <p:nvPicPr>
            <p:cNvPr id="43" name="그림 42">
              <a:extLst>
                <a:ext uri="{FF2B5EF4-FFF2-40B4-BE49-F238E27FC236}">
                  <a16:creationId xmlns:a16="http://schemas.microsoft.com/office/drawing/2014/main" id="{732328E2-4426-0A8D-9775-135675CCD4B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2643" y="2664468"/>
              <a:ext cx="2821305" cy="1586984"/>
            </a:xfrm>
            <a:prstGeom prst="rect">
              <a:avLst/>
            </a:prstGeom>
          </p:spPr>
        </p:pic>
        <p:pic>
          <p:nvPicPr>
            <p:cNvPr id="45" name="그림 44">
              <a:extLst>
                <a:ext uri="{FF2B5EF4-FFF2-40B4-BE49-F238E27FC236}">
                  <a16:creationId xmlns:a16="http://schemas.microsoft.com/office/drawing/2014/main" id="{D789C375-6674-2C97-CEDC-5D7F1FAFA67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65584" y="3230802"/>
              <a:ext cx="1814490" cy="1020651"/>
            </a:xfrm>
            <a:prstGeom prst="rect">
              <a:avLst/>
            </a:prstGeom>
          </p:spPr>
        </p:pic>
        <p:pic>
          <p:nvPicPr>
            <p:cNvPr id="48" name="그림 47">
              <a:extLst>
                <a:ext uri="{FF2B5EF4-FFF2-40B4-BE49-F238E27FC236}">
                  <a16:creationId xmlns:a16="http://schemas.microsoft.com/office/drawing/2014/main" id="{2850BA06-5536-2648-B179-F62F966BBAC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65584" y="2664468"/>
              <a:ext cx="888656" cy="533474"/>
            </a:xfrm>
            <a:prstGeom prst="rect">
              <a:avLst/>
            </a:prstGeom>
          </p:spPr>
        </p:pic>
        <p:pic>
          <p:nvPicPr>
            <p:cNvPr id="49" name="그림 48">
              <a:extLst>
                <a:ext uri="{FF2B5EF4-FFF2-40B4-BE49-F238E27FC236}">
                  <a16:creationId xmlns:a16="http://schemas.microsoft.com/office/drawing/2014/main" id="{5099F435-96A8-89E8-7EDB-40972788A07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85877" y="2659146"/>
              <a:ext cx="894198" cy="538814"/>
            </a:xfrm>
            <a:prstGeom prst="rect">
              <a:avLst/>
            </a:prstGeom>
          </p:spPr>
        </p:pic>
      </p:grpSp>
    </p:spTree>
    <p:extLst>
      <p:ext uri="{BB962C8B-B14F-4D97-AF65-F5344CB8AC3E}">
        <p14:creationId xmlns:p14="http://schemas.microsoft.com/office/powerpoint/2010/main" val="402468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FADDA-4144-B410-5583-6902131B2820}"/>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E305317D-2B25-D286-6039-F93F5E4752A7}"/>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022B13A3-3FC2-DF81-9CE0-8F85E66943B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E3306004-1196-CFE3-8E60-8B1BD30386F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58DB0751-990A-8504-E4A4-C5FC8FD8EEE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D4429BA5-8DB8-0593-AF30-9A04CA1CCDFD}"/>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07FD847B-E87B-07C8-880C-3167D4FFEFF4}"/>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7342BAE8-029C-EB70-0003-55FEC3DE1397}"/>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E5EBCDEE-C6DB-29C2-CB89-6EC6C31A6761}"/>
              </a:ext>
            </a:extLst>
          </p:cNvPr>
          <p:cNvGraphicFramePr>
            <a:graphicFrameLocks noGrp="1"/>
          </p:cNvGraphicFramePr>
          <p:nvPr>
            <p:extLst>
              <p:ext uri="{D42A27DB-BD31-4B8C-83A1-F6EECF244321}">
                <p14:modId xmlns:p14="http://schemas.microsoft.com/office/powerpoint/2010/main" val="2067792563"/>
              </p:ext>
            </p:extLst>
          </p:nvPr>
        </p:nvGraphicFramePr>
        <p:xfrm>
          <a:off x="520700" y="2374902"/>
          <a:ext cx="9792000" cy="4006670"/>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000">
                  <a:extLst>
                    <a:ext uri="{9D8B030D-6E8A-4147-A177-3AD203B41FA5}">
                      <a16:colId xmlns:a16="http://schemas.microsoft.com/office/drawing/2014/main" val="20001"/>
                    </a:ext>
                  </a:extLst>
                </a:gridCol>
              </a:tblGrid>
              <a:tr h="231200">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 만기</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중 농심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2,665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 대비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만기가 집중 도래하여 공실 전환 가능성 존재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전 재계약 협의 착수 및 대체 임차인 </a:t>
                      </a:r>
                      <a:r>
                        <a:rPr lang="en-US" altLang="ko-KR"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Pineline</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병행 확보하여 신규 임차인 대체 유치를 준비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인상 협상으로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기회화하고자</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중도해지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만기는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임차인이 중도해지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있어 실질 잔존 임대기간이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년으로 단축될 수 있음</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통지기간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이전 연장 의사 확인 및 연장 조건 사전 조율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수용하여 잔류 유인 확보 예정임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657159">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집중도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단일 임차인 비중이 임대면적 기준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집중되어 있어 임차인 다변화가 제한됨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다만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쿠팡은</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국내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시장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신용등급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 안정성이 모두 우수한 기업임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임차인 재무 악화 시 배당 감소 및 원본 손실 가능성에 대비하여 월임대료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개월분을 임대보증금으로 선취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관리</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(PFM)</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PM/FM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역량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미흡시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임차인 만족도 저하 및 운영비 증가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자산관리 품질 악화 리스크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대형 물류 운영트랙레코드를 보유한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전담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으로 품질 리스크 최소화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규제</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세제 변경</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기간 중 정부 정책의 변화나 과세관청의 재량에 따라 예상치 못한 세금이 부과되어 추가 비용이 발생할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부동산투자회사법상 배당가능이익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이상 배당 시 법인세 소득공제 체계는 안정적으로 유지되고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안양시 일반공업지역 용도지역 변경 가능성은 제한적임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노후화</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보유 기간 중 건물</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설비 노후화에 따른 자본적 지출 소요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준공된 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자산으로 보유기간 내 대규모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CAPEX</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소요 가능성은 낮으며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수선유지비 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695341867"/>
                  </a:ext>
                </a:extLst>
              </a:tr>
            </a:tbl>
          </a:graphicData>
        </a:graphic>
      </p:graphicFrame>
      <p:sp>
        <p:nvSpPr>
          <p:cNvPr id="102" name="직사각형 101">
            <a:extLst>
              <a:ext uri="{FF2B5EF4-FFF2-40B4-BE49-F238E27FC236}">
                <a16:creationId xmlns:a16="http://schemas.microsoft.com/office/drawing/2014/main" id="{E570B1A9-55C4-9299-EC81-783A6E705BF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직사각형 103">
            <a:extLst>
              <a:ext uri="{FF2B5EF4-FFF2-40B4-BE49-F238E27FC236}">
                <a16:creationId xmlns:a16="http://schemas.microsoft.com/office/drawing/2014/main" id="{BFC9C8AE-1412-9AEC-FB02-68D4EE1503F0}"/>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a:extLst>
              <a:ext uri="{FF2B5EF4-FFF2-40B4-BE49-F238E27FC236}">
                <a16:creationId xmlns:a16="http://schemas.microsoft.com/office/drawing/2014/main" id="{D7B954AA-A7E2-C7F6-CB87-F91C28B1BD3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8" name="직사각형 107">
            <a:extLst>
              <a:ext uri="{FF2B5EF4-FFF2-40B4-BE49-F238E27FC236}">
                <a16:creationId xmlns:a16="http://schemas.microsoft.com/office/drawing/2014/main" id="{DD5A9AB0-8A72-1B63-07E9-0C367FEA49F7}"/>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직사각형 109">
            <a:extLst>
              <a:ext uri="{FF2B5EF4-FFF2-40B4-BE49-F238E27FC236}">
                <a16:creationId xmlns:a16="http://schemas.microsoft.com/office/drawing/2014/main" id="{8EA16BA7-33EE-FC05-013C-D6646769B9B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직사각형 111">
            <a:extLst>
              <a:ext uri="{FF2B5EF4-FFF2-40B4-BE49-F238E27FC236}">
                <a16:creationId xmlns:a16="http://schemas.microsoft.com/office/drawing/2014/main" id="{0BC86497-3AB0-7FF9-81AD-56DEC21CF45A}"/>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7006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076F7-9C52-FFD5-FC3C-53C8046F4DB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6C6C6022-C183-F325-C91C-E0D8EECAC992}"/>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DFE86562-161C-3548-E6AD-E9472DD783BE}"/>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A44FCCC-0C79-2729-FF2D-1F5F0906E18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D0BF8B0B-CC73-C57C-10A4-B08127EA754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18493079-E115-C758-5100-D6DE7F1AE4D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ADB50385-56C7-42DF-82E7-F25F4E70A35F}"/>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59199E70-14E6-0129-2E03-3E06AD1319B9}"/>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2F3A51F5-87BC-F03F-C1FC-69F33830D919}"/>
              </a:ext>
            </a:extLst>
          </p:cNvPr>
          <p:cNvGraphicFramePr>
            <a:graphicFrameLocks noGrp="1"/>
          </p:cNvGraphicFramePr>
          <p:nvPr>
            <p:extLst>
              <p:ext uri="{D42A27DB-BD31-4B8C-83A1-F6EECF244321}">
                <p14:modId xmlns:p14="http://schemas.microsoft.com/office/powerpoint/2010/main" val="694786381"/>
              </p:ext>
            </p:extLst>
          </p:nvPr>
        </p:nvGraphicFramePr>
        <p:xfrm>
          <a:off x="520699" y="2374902"/>
          <a:ext cx="9792596" cy="4144676"/>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596">
                  <a:extLst>
                    <a:ext uri="{9D8B030D-6E8A-4147-A177-3AD203B41FA5}">
                      <a16:colId xmlns:a16="http://schemas.microsoft.com/office/drawing/2014/main" val="20001"/>
                    </a:ext>
                  </a:extLst>
                </a:gridCol>
              </a:tblGrid>
              <a:tr h="30862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618393">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금리변동 </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제반 경제 상황에 따라 금리 상승 및 조달금리 변동 리스크 존재함/선순위 금리 4.78%(All-in 5.50%), 중순위 6.00%(All-in 6.50%) 고정, </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24개월으로 조달. 만기 6개월 전 차환 협의 착수 및 시장 스프레드 상시 모니터링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270223983"/>
                  </a:ext>
                </a:extLst>
              </a:tr>
              <a:tr h="618393">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재무리스크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 기준 LTV 59.8%(선순위 48.5%)이나 매입가 기준 실질 LTV 약 74.1%로 레버리지 수준 관리 필요/대주 담보인정비율 이내로 설정되어 있으며, Carry 2개년 선순위 단순 DSCR 최소 1.72, 운영기간 내 2종 우선주 누적 DSCR 1.00 이상 유지</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618393">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배당재원 부족</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렌트프리</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적용 구간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 일시적 현금흐름 감소로 배당 재원이 부족해질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Overfunding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 확보하고</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감가상각비를 활용한 초과배당 구조로 안정적 배당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744086">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시장공급리스크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 등 수도권 물류센터 신규 공급 과잉에 따른 임대시장 경쟁 심화</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본건은 신규 부지 확보가 제한되는 안양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권역에 소재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공급 물량과 수요 기반이 상이한 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직접적인 경쟁 영향은 제한적일 것으로 판단됨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618393">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매각시점의 Exit Cap Rate 상승시 매각가 하락 및 목표 IRR 미달 가능성</a:t>
                      </a: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핵심 입지 자산이나 Exit Cap Rate 4.89%로 안정적 가정함. 동일 권역 경쟁자산의 공급 및 거래사례를 지속 모니터링하여 매각 시점 탄력적으로 조정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618393">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E-Commerce </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 둔화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수요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둔화시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물류 수요 감소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Fulfillment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확장 기조가 지속되고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2026</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수요는 유지될 전망임</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53B57120-7FE4-8F32-4411-FFA0D39FEFB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7797066-1E08-A593-6D9F-9C3CABBB8C1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703061F6-0853-2BBF-67BB-8AEF6D3B0A1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DC5A3C4C-5C29-F27C-33E4-E79463255B18}"/>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F43F4FB5-B253-4FFB-201F-A05CB398D660}"/>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41F2A9A1-73AA-48B9-AADC-1710030266E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3497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6EE2A-26F1-EF54-0744-6CD4F5289940}"/>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F2A2754E-D4EB-C9A8-9118-297D58B3EEA9}"/>
              </a:ext>
            </a:extLst>
          </p:cNvPr>
          <p:cNvSpPr txBox="1">
            <a:spLocks/>
          </p:cNvSpPr>
          <p:nvPr/>
        </p:nvSpPr>
        <p:spPr bwMode="auto">
          <a:xfrm>
            <a:off x="3725726" y="3419797"/>
            <a:ext cx="6127135" cy="301767"/>
          </a:xfrm>
          <a:prstGeom prst="rect">
            <a:avLst/>
          </a:prstGeom>
          <a:noFill/>
          <a:ln w="9525" algn="ctr">
            <a:noFill/>
            <a:miter lim="800000"/>
            <a:headEnd/>
            <a:tailEnd/>
          </a:ln>
        </p:spPr>
        <p:txBody>
          <a:bodyPr lIns="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74448" marR="0" lvl="0" indent="0" algn="r" defTabSz="457200" rtl="0" eaLnBrk="1" fontAlgn="base" latinLnBrk="1" hangingPunct="1">
              <a:lnSpc>
                <a:spcPct val="100000"/>
              </a:lnSpc>
              <a:spcBef>
                <a:spcPct val="0"/>
              </a:spcBef>
              <a:spcAft>
                <a:spcPct val="0"/>
              </a:spcAft>
              <a:buClrTx/>
              <a:buSzTx/>
              <a:buFontTx/>
              <a:buNone/>
              <a:tabLst/>
              <a:defRPr/>
            </a:pPr>
            <a:r>
              <a:rPr kumimoji="0" lang="en-US" altLang="ko-KR"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a:t>
            </a:r>
            <a:endParaRPr kumimoji="0" lang="ko-KR" altLang="en-US"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087502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75AEA6-EC78-4E7B-9971-CE736CECF225}">
  <we:reference id="f5f369e5-aa35-49d7-ad7b-638152ddb008" version="1.0.0.1" store="EXCatalog" storeType="EXCatalog"/>
  <we:alternateReferences>
    <we:reference id="WA200010001" version="1.0.0.1" store="ko-KR" storeType="OMEX"/>
  </we:alternateReferences>
  <we:properties>
    <we:property name="claude.fileId" value="&quot;b8433e69-c0a4-4b3a-8097-18957660da8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78168</TotalTime>
  <Words>10776</Words>
  <Application>Microsoft Office PowerPoint</Application>
  <PresentationFormat>사용자 지정</PresentationFormat>
  <Paragraphs>3453</Paragraphs>
  <Slides>43</Slides>
  <Notes>19</Notes>
  <HiddenSlides>0</HiddenSlides>
  <MMClips>0</MMClips>
  <ScaleCrop>false</ScaleCrop>
  <HeadingPairs>
    <vt:vector size="6" baseType="variant">
      <vt:variant>
        <vt:lpstr>사용한 글꼴</vt:lpstr>
      </vt:variant>
      <vt:variant>
        <vt:i4>9</vt:i4>
      </vt:variant>
      <vt:variant>
        <vt:lpstr>테마</vt:lpstr>
      </vt:variant>
      <vt:variant>
        <vt:i4>3</vt:i4>
      </vt:variant>
      <vt:variant>
        <vt:lpstr>슬라이드 제목</vt:lpstr>
      </vt:variant>
      <vt:variant>
        <vt:i4>43</vt:i4>
      </vt:variant>
    </vt:vector>
  </HeadingPairs>
  <TitlesOfParts>
    <vt:vector size="55" baseType="lpstr">
      <vt:lpstr>KoPubWorld돋움체 Bold</vt:lpstr>
      <vt:lpstr>KoPubWorld돋움체 Light</vt:lpstr>
      <vt:lpstr>KoPubWorld돋움체 Medium</vt:lpstr>
      <vt:lpstr>KoPubWorld바탕체 Bold</vt:lpstr>
      <vt:lpstr>KoPubWorld바탕체 Medium</vt:lpstr>
      <vt:lpstr>하나 CM</vt:lpstr>
      <vt:lpstr>Arial</vt:lpstr>
      <vt:lpstr>Calibri</vt:lpstr>
      <vt:lpstr>Wingdings</vt:lpstr>
      <vt:lpstr>Office 테마</vt:lpstr>
      <vt:lpstr>1_Office 테마</vt:lpstr>
      <vt:lpstr>2_Office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jsp</dc:creator>
  <cp:lastModifiedBy>안 용현(Yonghyeon,Ahn)</cp:lastModifiedBy>
  <cp:revision>5199</cp:revision>
  <cp:lastPrinted>2026-08-23T23:34:57Z</cp:lastPrinted>
  <dcterms:created xsi:type="dcterms:W3CDTF">2019-10-07T05:08:42Z</dcterms:created>
  <dcterms:modified xsi:type="dcterms:W3CDTF">2026-09-17T09:13:37Z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tttj1Zg1xuhyscW_ziB86ieCBeQ202402010000000</vt:lpwstr>
  </property>
  <property fmtid="{D5CDD505-2E9C-101B-9397-08002B2CF9AE}" pid="3" name="docPath">
    <vt:lpwstr>QzpcVXNlcnNceW9uZ2h5ZW9uYWhuXERvd25sb2Fkc1wyMDI2MDkxNl/tiKzsi6zsnpDro4xfQU5ZQU5HLUxPR0lTX3YwNy5wcHR4</vt:lpwstr>
  </property>
  <property fmtid="{D5CDD505-2E9C-101B-9397-08002B2CF9AE}" pid="4" name="docUid">
    <vt:lpwstr>TlqSUOvUz2jqmGfWs-WogWvifac</vt:lpwstr>
  </property>
  <property fmtid="{D5CDD505-2E9C-101B-9397-08002B2CF9AE}" pid="5" name="parentBranchUid">
    <vt:lpwstr>mYbpTarUPYKC9c3_2_Y8rygI1yU202402010000000</vt:lpwstr>
  </property>
</Properties>
</file>