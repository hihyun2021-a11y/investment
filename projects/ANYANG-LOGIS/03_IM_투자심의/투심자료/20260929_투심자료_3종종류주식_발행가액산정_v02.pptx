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12" r:id="rId1"/>
    <p:sldMasterId id="2147483756" r:id="rId2"/>
    <p:sldMasterId id="2147483769" r:id="rId3"/>
  </p:sldMasterIdLst>
  <p:notesMasterIdLst>
    <p:notesMasterId r:id="rId48"/>
  </p:notesMasterIdLst>
  <p:handoutMasterIdLst>
    <p:handoutMasterId r:id="rId49"/>
  </p:handoutMasterIdLst>
  <p:sldIdLst>
    <p:sldId id="256" r:id="rId10"/>
    <p:sldId id="257" r:id="rId11"/>
  </p:sldIdLst>
  <p:sldSz cx="10691813" cy="7559675"/>
  <p:notesSz cx="6807200" cy="99393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7F664334-81FB-4AF7-A59E-6AD854F49133}">
          <p14:sldIdLst>
            <p14:sldId id="1174"/>
            <p14:sldId id="1175"/>
            <p14:sldId id="1176"/>
            <p14:sldId id="1657"/>
            <p14:sldId id="1658"/>
            <p14:sldId id="1812"/>
            <p14:sldId id="1813"/>
            <p14:sldId id="1183"/>
            <p14:sldId id="1814"/>
            <p14:sldId id="1656"/>
          </p14:sldIdLst>
        </p14:section>
        <p14:section name="제목 없는 구역" id="{173DE95B-9F57-4D39-B3FD-CED6B2100408}">
          <p14:sldIdLst>
            <p14:sldId id="1686"/>
            <p14:sldId id="1798"/>
            <p14:sldId id="1739"/>
            <p14:sldId id="1740"/>
            <p14:sldId id="1743"/>
            <p14:sldId id="1799"/>
            <p14:sldId id="1768"/>
            <p14:sldId id="1806"/>
            <p14:sldId id="1805"/>
            <p14:sldId id="1807"/>
            <p14:sldId id="1786"/>
            <p14:sldId id="1785"/>
            <p14:sldId id="1777"/>
            <p14:sldId id="1781"/>
            <p14:sldId id="1782"/>
            <p14:sldId id="1809"/>
            <p14:sldId id="1748"/>
            <p14:sldId id="1789"/>
            <p14:sldId id="1795"/>
            <p14:sldId id="1752"/>
            <p14:sldId id="1754"/>
            <p14:sldId id="1771"/>
            <p14:sldId id="1772"/>
            <p14:sldId id="1773"/>
            <p14:sldId id="1815"/>
            <p14:sldId id="1787"/>
            <p14:sldId id="1791"/>
            <p14:sldId id="1810"/>
            <p14:sldId id="1796"/>
            <p14:sldId id="1817"/>
            <p14:sldId id="1818"/>
            <p14:sldId id="1816"/>
            <p14:sldId id="1819"/>
            <p14:sldId id="1779"/>
          </p14:sldIdLst>
        </p14:section>
        <p14:section name="이전자료" id="{B501CF5B-16A0-46C0-95DB-100F682887D5}">
          <p14:sldIdLst/>
        </p14:section>
      </p14:sectionLst>
    </p:ext>
    <p:ext uri="{EFAFB233-063F-42B5-8137-9DF3F51BA10A}">
      <p15:sldGuideLst xmlns:p15="http://schemas.microsoft.com/office/powerpoint/2012/main">
        <p15:guide id="2" orient="horz" pos="4195" userDrawn="1">
          <p15:clr>
            <a:srgbClr val="A4A3A4"/>
          </p15:clr>
        </p15:guide>
        <p15:guide id="13" orient="horz" pos="680" userDrawn="1">
          <p15:clr>
            <a:srgbClr val="A4A3A4"/>
          </p15:clr>
        </p15:guide>
        <p15:guide id="14" orient="horz" pos="1111" userDrawn="1">
          <p15:clr>
            <a:srgbClr val="A4A3A4"/>
          </p15:clr>
        </p15:guide>
        <p15:guide id="16" orient="horz" pos="3606" userDrawn="1">
          <p15:clr>
            <a:srgbClr val="A4A3A4"/>
          </p15:clr>
        </p15:guide>
        <p15:guide id="20" orient="horz" pos="1496" userDrawn="1">
          <p15:clr>
            <a:srgbClr val="A4A3A4"/>
          </p15:clr>
        </p15:guide>
        <p15:guide id="23" orient="horz" pos="4105" userDrawn="1">
          <p15:clr>
            <a:srgbClr val="A4A3A4"/>
          </p15:clr>
        </p15:guide>
        <p15:guide id="24" pos="601" userDrawn="1">
          <p15:clr>
            <a:srgbClr val="A4A3A4"/>
          </p15:clr>
        </p15:guide>
        <p15:guide id="26" pos="1780" userDrawn="1">
          <p15:clr>
            <a:srgbClr val="A4A3A4"/>
          </p15:clr>
        </p15:guide>
        <p15:guide id="27" pos="396" userDrawn="1">
          <p15:clr>
            <a:srgbClr val="A4A3A4"/>
          </p15:clr>
        </p15:guide>
        <p15:guide id="28" pos="1689" userDrawn="1">
          <p15:clr>
            <a:srgbClr val="A4A3A4"/>
          </p15:clr>
        </p15:guide>
        <p15:guide id="29" pos="4842" userDrawn="1">
          <p15:clr>
            <a:srgbClr val="A4A3A4"/>
          </p15:clr>
        </p15:guide>
        <p15:guide id="30" orient="horz" pos="2993" userDrawn="1">
          <p15:clr>
            <a:srgbClr val="A4A3A4"/>
          </p15:clr>
        </p15:guide>
        <p15:guide id="31" pos="4910" userDrawn="1">
          <p15:clr>
            <a:srgbClr val="A4A3A4"/>
          </p15:clr>
        </p15:guide>
        <p15:guide id="32" orient="horz" pos="907" userDrawn="1">
          <p15:clr>
            <a:srgbClr val="A4A3A4"/>
          </p15:clr>
        </p15:guide>
        <p15:guide id="33" pos="283" userDrawn="1">
          <p15:clr>
            <a:srgbClr val="9FCC3B"/>
          </p15:clr>
        </p15:guide>
        <p15:guide id="34" orient="horz" pos="1406" userDrawn="1">
          <p15:clr>
            <a:srgbClr val="9FCC3B"/>
          </p15:clr>
        </p15:guide>
        <p15:guide id="35" orient="horz" pos="1633" userDrawn="1">
          <p15:clr>
            <a:srgbClr val="9FCC3B"/>
          </p15:clr>
        </p15:guide>
        <p15:guide id="36" pos="3367" userDrawn="1">
          <p15:clr>
            <a:srgbClr val="A4A3A4"/>
          </p15:clr>
        </p15:guide>
        <p15:guide id="37" pos="3299" userDrawn="1">
          <p15:clr>
            <a:srgbClr val="9FCC3B"/>
          </p15:clr>
        </p15:guide>
        <p15:guide id="38" pos="6565" userDrawn="1">
          <p15:clr>
            <a:srgbClr val="9FCC3B"/>
          </p15:clr>
        </p15:guide>
        <p15:guide id="39" pos="3436" userDrawn="1">
          <p15:clr>
            <a:srgbClr val="9FCC3B"/>
          </p15:clr>
        </p15:guide>
        <p15:guide id="40" pos="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9D9D9"/>
    <a:srgbClr val="843C0C"/>
    <a:srgbClr val="6DA7F2"/>
    <a:srgbClr val="F4B183"/>
    <a:srgbClr val="FBE5D6"/>
    <a:srgbClr val="C55A11"/>
    <a:srgbClr val="345B86"/>
    <a:srgbClr val="F2F2F2"/>
    <a:srgbClr val="8888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29" autoAdjust="0"/>
    <p:restoredTop sz="96242" autoAdjust="0"/>
  </p:normalViewPr>
  <p:slideViewPr>
    <p:cSldViewPr showGuides="1">
      <p:cViewPr varScale="1">
        <p:scale>
          <a:sx n="97" d="100"/>
          <a:sy n="97" d="100"/>
        </p:scale>
        <p:origin x="978" y="90"/>
      </p:cViewPr>
      <p:guideLst>
        <p:guide orient="horz" pos="4195"/>
        <p:guide orient="horz" pos="680"/>
        <p:guide orient="horz" pos="1111"/>
        <p:guide orient="horz" pos="3606"/>
        <p:guide orient="horz" pos="1496"/>
        <p:guide orient="horz" pos="4105"/>
        <p:guide pos="601"/>
        <p:guide pos="1780"/>
        <p:guide pos="396"/>
        <p:guide pos="1689"/>
        <p:guide pos="4842"/>
        <p:guide orient="horz" pos="2993"/>
        <p:guide pos="4910"/>
        <p:guide orient="horz" pos="907"/>
        <p:guide pos="283"/>
        <p:guide orient="horz" pos="1406"/>
        <p:guide orient="horz" pos="1633"/>
        <p:guide pos="3367"/>
        <p:guide pos="3299"/>
        <p:guide pos="6565"/>
        <p:guide pos="3436"/>
        <p:guide pos="32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2910" y="108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48" Type="http://schemas.openxmlformats.org/officeDocument/2006/relationships/notesMaster" Target="notesMasters/notesMaster1.xml"/><Relationship Id="rId49" Type="http://schemas.openxmlformats.org/officeDocument/2006/relationships/handoutMaster" Target="handoutMasters/handout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3"/>
            <a:ext cx="2950529" cy="499033"/>
          </a:xfrm>
          <a:prstGeom prst="rect">
            <a:avLst/>
          </a:prstGeom>
        </p:spPr>
        <p:txBody>
          <a:bodyPr vert="horz" lIns="91542" tIns="45770" rIns="91542" bIns="45770" rtlCol="0"/>
          <a:lstStyle>
            <a:lvl1pPr algn="l">
              <a:defRPr sz="1200"/>
            </a:lvl1pPr>
          </a:lstStyle>
          <a:p>
            <a:endParaRPr lang="ko-KR" altLang="en-US">
              <a:latin typeface="KoPubWorld돋움체 Bold" panose="00000800000000000000" pitchFamily="2" charset="-127"/>
              <a:ea typeface="KoPubWorld돋움체 Bold" panose="00000800000000000000" pitchFamily="2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5083" y="3"/>
            <a:ext cx="2950529" cy="499033"/>
          </a:xfrm>
          <a:prstGeom prst="rect">
            <a:avLst/>
          </a:prstGeom>
        </p:spPr>
        <p:txBody>
          <a:bodyPr vert="horz" lIns="91542" tIns="45770" rIns="91542" bIns="45770" rtlCol="0"/>
          <a:lstStyle>
            <a:lvl1pPr algn="r">
              <a:defRPr sz="1200"/>
            </a:lvl1pPr>
          </a:lstStyle>
          <a:p>
            <a:fld id="{B3B3F390-6613-4BAA-9D69-173A9EE88975}" type="datetimeFigureOut">
              <a:rPr lang="ko-KR" altLang="en-US" smtClean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2026-08-24</a:t>
            </a:fld>
            <a:endParaRPr lang="ko-KR" altLang="en-US">
              <a:latin typeface="KoPubWorld돋움체 Bold" panose="00000800000000000000" pitchFamily="2" charset="-127"/>
              <a:ea typeface="KoPubWorld돋움체 Bold" panose="00000800000000000000" pitchFamily="2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40309"/>
            <a:ext cx="2950529" cy="499033"/>
          </a:xfrm>
          <a:prstGeom prst="rect">
            <a:avLst/>
          </a:prstGeom>
        </p:spPr>
        <p:txBody>
          <a:bodyPr vert="horz" lIns="91542" tIns="45770" rIns="91542" bIns="45770" rtlCol="0" anchor="b"/>
          <a:lstStyle>
            <a:lvl1pPr algn="l">
              <a:defRPr sz="1200"/>
            </a:lvl1pPr>
          </a:lstStyle>
          <a:p>
            <a:endParaRPr lang="ko-KR" altLang="en-US">
              <a:latin typeface="KoPubWorld돋움체 Bold" panose="00000800000000000000" pitchFamily="2" charset="-127"/>
              <a:ea typeface="KoPubWorld돋움체 Bold" panose="00000800000000000000" pitchFamily="2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5083" y="9440309"/>
            <a:ext cx="2950529" cy="499033"/>
          </a:xfrm>
          <a:prstGeom prst="rect">
            <a:avLst/>
          </a:prstGeom>
        </p:spPr>
        <p:txBody>
          <a:bodyPr vert="horz" lIns="91542" tIns="45770" rIns="91542" bIns="45770" rtlCol="0" anchor="b"/>
          <a:lstStyle>
            <a:lvl1pPr algn="r">
              <a:defRPr sz="1200"/>
            </a:lvl1pPr>
          </a:lstStyle>
          <a:p>
            <a:fld id="{8EAD6D3B-F975-4577-9BE7-7EA334E8F2CF}" type="slidenum">
              <a:rPr lang="ko-KR" altLang="en-US" smtClean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‹#›</a:t>
            </a:fld>
            <a:endParaRPr lang="ko-KR" altLang="en-US">
              <a:latin typeface="KoPubWorld돋움체 Bold" panose="00000800000000000000" pitchFamily="2" charset="-127"/>
              <a:ea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87102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7" y="4"/>
            <a:ext cx="2949786" cy="496967"/>
          </a:xfrm>
          <a:prstGeom prst="rect">
            <a:avLst/>
          </a:prstGeom>
        </p:spPr>
        <p:txBody>
          <a:bodyPr vert="horz" lIns="91524" tIns="45761" rIns="91524" bIns="45761" rtlCol="0"/>
          <a:lstStyle>
            <a:lvl1pPr algn="l">
              <a:defRPr sz="1200">
                <a:latin typeface="KoPubWorld돋움체 Bold" panose="00000800000000000000" pitchFamily="2" charset="-127"/>
                <a:ea typeface="KoPubWorld돋움체 Bold" panose="00000800000000000000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46" y="4"/>
            <a:ext cx="2949786" cy="496967"/>
          </a:xfrm>
          <a:prstGeom prst="rect">
            <a:avLst/>
          </a:prstGeom>
        </p:spPr>
        <p:txBody>
          <a:bodyPr vert="horz" lIns="91524" tIns="45761" rIns="91524" bIns="45761" rtlCol="0"/>
          <a:lstStyle>
            <a:lvl1pPr algn="r">
              <a:defRPr sz="1200">
                <a:latin typeface="KoPubWorld돋움체 Bold" panose="00000800000000000000" pitchFamily="2" charset="-127"/>
                <a:ea typeface="KoPubWorld돋움체 Bold" panose="00000800000000000000" pitchFamily="2" charset="-127"/>
              </a:defRPr>
            </a:lvl1pPr>
          </a:lstStyle>
          <a:p>
            <a:fld id="{5C657A66-7FD2-4757-A30E-DD765D01DE0F}" type="datetimeFigureOut">
              <a:rPr lang="ko-KR" altLang="en-US" smtClean="0"/>
              <a:pPr/>
              <a:t>2026-08-24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68350" y="746125"/>
            <a:ext cx="5270500" cy="3727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4" tIns="45761" rIns="91524" bIns="45761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1" y="4721191"/>
            <a:ext cx="5445760" cy="4472702"/>
          </a:xfrm>
          <a:prstGeom prst="rect">
            <a:avLst/>
          </a:prstGeom>
        </p:spPr>
        <p:txBody>
          <a:bodyPr vert="horz" lIns="91524" tIns="45761" rIns="91524" bIns="45761" rtlCol="0"/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7" y="9440650"/>
            <a:ext cx="2949786" cy="496967"/>
          </a:xfrm>
          <a:prstGeom prst="rect">
            <a:avLst/>
          </a:prstGeom>
        </p:spPr>
        <p:txBody>
          <a:bodyPr vert="horz" lIns="91524" tIns="45761" rIns="91524" bIns="45761" rtlCol="0" anchor="b"/>
          <a:lstStyle>
            <a:lvl1pPr algn="l">
              <a:defRPr sz="1200">
                <a:latin typeface="KoPubWorld돋움체 Bold" panose="00000800000000000000" pitchFamily="2" charset="-127"/>
                <a:ea typeface="KoPubWorld돋움체 Bold" panose="00000800000000000000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46" y="9440650"/>
            <a:ext cx="2949786" cy="496967"/>
          </a:xfrm>
          <a:prstGeom prst="rect">
            <a:avLst/>
          </a:prstGeom>
        </p:spPr>
        <p:txBody>
          <a:bodyPr vert="horz" lIns="91524" tIns="45761" rIns="91524" bIns="45761" rtlCol="0" anchor="b"/>
          <a:lstStyle>
            <a:lvl1pPr algn="r">
              <a:defRPr sz="1200">
                <a:latin typeface="KoPubWorld돋움체 Bold" panose="00000800000000000000" pitchFamily="2" charset="-127"/>
                <a:ea typeface="KoPubWorld돋움체 Bold" panose="00000800000000000000" pitchFamily="2" charset="-127"/>
              </a:defRPr>
            </a:lvl1pPr>
          </a:lstStyle>
          <a:p>
            <a:fld id="{2B8DFE68-44DA-46E6-B8A3-9F09BDCA52A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6351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94986" rtl="0" eaLnBrk="1" latinLnBrk="1" hangingPunct="1">
      <a:defRPr sz="1305" kern="1200">
        <a:solidFill>
          <a:schemeClr val="tx1"/>
        </a:solidFill>
        <a:latin typeface="KoPubWorld돋움체 Bold" panose="00000800000000000000" pitchFamily="2" charset="-127"/>
        <a:ea typeface="KoPubWorld돋움체 Bold" panose="00000800000000000000" pitchFamily="2" charset="-127"/>
        <a:cs typeface="+mn-cs"/>
      </a:defRPr>
    </a:lvl1pPr>
    <a:lvl2pPr marL="497495" algn="l" defTabSz="994986" rtl="0" eaLnBrk="1" latinLnBrk="1" hangingPunct="1">
      <a:defRPr sz="1305" kern="1200">
        <a:solidFill>
          <a:schemeClr val="tx1"/>
        </a:solidFill>
        <a:latin typeface="KoPubWorld돋움체 Bold" panose="00000800000000000000" pitchFamily="2" charset="-127"/>
        <a:ea typeface="KoPubWorld돋움체 Bold" panose="00000800000000000000" pitchFamily="2" charset="-127"/>
        <a:cs typeface="+mn-cs"/>
      </a:defRPr>
    </a:lvl2pPr>
    <a:lvl3pPr marL="994986" algn="l" defTabSz="994986" rtl="0" eaLnBrk="1" latinLnBrk="1" hangingPunct="1">
      <a:defRPr sz="1305" kern="1200">
        <a:solidFill>
          <a:schemeClr val="tx1"/>
        </a:solidFill>
        <a:latin typeface="KoPubWorld돋움체 Bold" panose="00000800000000000000" pitchFamily="2" charset="-127"/>
        <a:ea typeface="KoPubWorld돋움체 Bold" panose="00000800000000000000" pitchFamily="2" charset="-127"/>
        <a:cs typeface="+mn-cs"/>
      </a:defRPr>
    </a:lvl3pPr>
    <a:lvl4pPr marL="1492478" algn="l" defTabSz="994986" rtl="0" eaLnBrk="1" latinLnBrk="1" hangingPunct="1">
      <a:defRPr sz="1305" kern="1200">
        <a:solidFill>
          <a:schemeClr val="tx1"/>
        </a:solidFill>
        <a:latin typeface="KoPubWorld돋움체 Bold" panose="00000800000000000000" pitchFamily="2" charset="-127"/>
        <a:ea typeface="KoPubWorld돋움체 Bold" panose="00000800000000000000" pitchFamily="2" charset="-127"/>
        <a:cs typeface="+mn-cs"/>
      </a:defRPr>
    </a:lvl4pPr>
    <a:lvl5pPr marL="1989973" algn="l" defTabSz="994986" rtl="0" eaLnBrk="1" latinLnBrk="1" hangingPunct="1">
      <a:defRPr sz="1305" kern="1200">
        <a:solidFill>
          <a:schemeClr val="tx1"/>
        </a:solidFill>
        <a:latin typeface="KoPubWorld돋움체 Bold" panose="00000800000000000000" pitchFamily="2" charset="-127"/>
        <a:ea typeface="KoPubWorld돋움체 Bold" panose="00000800000000000000" pitchFamily="2" charset="-127"/>
        <a:cs typeface="+mn-cs"/>
      </a:defRPr>
    </a:lvl5pPr>
    <a:lvl6pPr marL="2487464" algn="l" defTabSz="994986" rtl="0" eaLnBrk="1" latinLnBrk="1" hangingPunct="1">
      <a:defRPr sz="1305" kern="1200">
        <a:solidFill>
          <a:schemeClr val="tx1"/>
        </a:solidFill>
        <a:latin typeface="+mn-lt"/>
        <a:ea typeface="+mn-ea"/>
        <a:cs typeface="+mn-cs"/>
      </a:defRPr>
    </a:lvl6pPr>
    <a:lvl7pPr marL="2984958" algn="l" defTabSz="994986" rtl="0" eaLnBrk="1" latinLnBrk="1" hangingPunct="1">
      <a:defRPr sz="1305" kern="1200">
        <a:solidFill>
          <a:schemeClr val="tx1"/>
        </a:solidFill>
        <a:latin typeface="+mn-lt"/>
        <a:ea typeface="+mn-ea"/>
        <a:cs typeface="+mn-cs"/>
      </a:defRPr>
    </a:lvl7pPr>
    <a:lvl8pPr marL="3482451" algn="l" defTabSz="994986" rtl="0" eaLnBrk="1" latinLnBrk="1" hangingPunct="1">
      <a:defRPr sz="1305" kern="1200">
        <a:solidFill>
          <a:schemeClr val="tx1"/>
        </a:solidFill>
        <a:latin typeface="+mn-lt"/>
        <a:ea typeface="+mn-ea"/>
        <a:cs typeface="+mn-cs"/>
      </a:defRPr>
    </a:lvl8pPr>
    <a:lvl9pPr marL="3979944" algn="l" defTabSz="994986" rtl="0" eaLnBrk="1" latinLnBrk="1" hangingPunct="1">
      <a:defRPr sz="130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3496F34-2D2E-7200-596D-F5A884BEB510}"/>
              </a:ext>
            </a:extLst>
          </p:cNvPr>
          <p:cNvSpPr/>
          <p:nvPr userDrawn="1"/>
        </p:nvSpPr>
        <p:spPr>
          <a:xfrm>
            <a:off x="6388270" y="7142318"/>
            <a:ext cx="4261488" cy="253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660073" y="7173747"/>
            <a:ext cx="82532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그룹 8"/>
          <p:cNvGrpSpPr/>
          <p:nvPr userDrawn="1"/>
        </p:nvGrpSpPr>
        <p:grpSpPr>
          <a:xfrm>
            <a:off x="9276077" y="6972575"/>
            <a:ext cx="1110305" cy="316737"/>
            <a:chOff x="10506075" y="5289550"/>
            <a:chExt cx="1028701" cy="287338"/>
          </a:xfrm>
          <a:solidFill>
            <a:schemeClr val="bg1">
              <a:lumMod val="75000"/>
            </a:schemeClr>
          </a:solidFill>
        </p:grpSpPr>
        <p:sp>
          <p:nvSpPr>
            <p:cNvPr id="10" name="Freeform 5"/>
            <p:cNvSpPr>
              <a:spLocks noEditPoints="1"/>
            </p:cNvSpPr>
            <p:nvPr/>
          </p:nvSpPr>
          <p:spPr bwMode="auto">
            <a:xfrm>
              <a:off x="10585450" y="5395913"/>
              <a:ext cx="95250" cy="101600"/>
            </a:xfrm>
            <a:custGeom>
              <a:avLst/>
              <a:gdLst>
                <a:gd name="T0" fmla="*/ 13 w 25"/>
                <a:gd name="T1" fmla="*/ 0 h 26"/>
                <a:gd name="T2" fmla="*/ 0 w 25"/>
                <a:gd name="T3" fmla="*/ 13 h 26"/>
                <a:gd name="T4" fmla="*/ 13 w 25"/>
                <a:gd name="T5" fmla="*/ 26 h 26"/>
                <a:gd name="T6" fmla="*/ 25 w 25"/>
                <a:gd name="T7" fmla="*/ 13 h 26"/>
                <a:gd name="T8" fmla="*/ 13 w 25"/>
                <a:gd name="T9" fmla="*/ 0 h 26"/>
                <a:gd name="T10" fmla="*/ 13 w 25"/>
                <a:gd name="T11" fmla="*/ 20 h 26"/>
                <a:gd name="T12" fmla="*/ 6 w 25"/>
                <a:gd name="T13" fmla="*/ 13 h 26"/>
                <a:gd name="T14" fmla="*/ 13 w 25"/>
                <a:gd name="T15" fmla="*/ 7 h 26"/>
                <a:gd name="T16" fmla="*/ 19 w 25"/>
                <a:gd name="T17" fmla="*/ 13 h 26"/>
                <a:gd name="T18" fmla="*/ 13 w 25"/>
                <a:gd name="T19" fmla="*/ 2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" h="26">
                  <a:moveTo>
                    <a:pt x="13" y="0"/>
                  </a:moveTo>
                  <a:cubicBezTo>
                    <a:pt x="5" y="0"/>
                    <a:pt x="0" y="6"/>
                    <a:pt x="0" y="13"/>
                  </a:cubicBezTo>
                  <a:cubicBezTo>
                    <a:pt x="0" y="20"/>
                    <a:pt x="5" y="26"/>
                    <a:pt x="13" y="26"/>
                  </a:cubicBezTo>
                  <a:cubicBezTo>
                    <a:pt x="20" y="26"/>
                    <a:pt x="25" y="20"/>
                    <a:pt x="25" y="13"/>
                  </a:cubicBezTo>
                  <a:cubicBezTo>
                    <a:pt x="25" y="6"/>
                    <a:pt x="20" y="0"/>
                    <a:pt x="13" y="0"/>
                  </a:cubicBezTo>
                  <a:close/>
                  <a:moveTo>
                    <a:pt x="13" y="20"/>
                  </a:moveTo>
                  <a:cubicBezTo>
                    <a:pt x="9" y="20"/>
                    <a:pt x="6" y="17"/>
                    <a:pt x="6" y="13"/>
                  </a:cubicBezTo>
                  <a:cubicBezTo>
                    <a:pt x="6" y="10"/>
                    <a:pt x="9" y="7"/>
                    <a:pt x="13" y="7"/>
                  </a:cubicBezTo>
                  <a:cubicBezTo>
                    <a:pt x="16" y="7"/>
                    <a:pt x="19" y="10"/>
                    <a:pt x="19" y="13"/>
                  </a:cubicBezTo>
                  <a:cubicBezTo>
                    <a:pt x="19" y="17"/>
                    <a:pt x="16" y="20"/>
                    <a:pt x="1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1" name="Freeform 6"/>
            <p:cNvSpPr>
              <a:spLocks noEditPoints="1"/>
            </p:cNvSpPr>
            <p:nvPr/>
          </p:nvSpPr>
          <p:spPr bwMode="auto">
            <a:xfrm>
              <a:off x="11071225" y="5395913"/>
              <a:ext cx="95250" cy="101600"/>
            </a:xfrm>
            <a:custGeom>
              <a:avLst/>
              <a:gdLst>
                <a:gd name="T0" fmla="*/ 13 w 25"/>
                <a:gd name="T1" fmla="*/ 0 h 26"/>
                <a:gd name="T2" fmla="*/ 0 w 25"/>
                <a:gd name="T3" fmla="*/ 13 h 26"/>
                <a:gd name="T4" fmla="*/ 13 w 25"/>
                <a:gd name="T5" fmla="*/ 26 h 26"/>
                <a:gd name="T6" fmla="*/ 25 w 25"/>
                <a:gd name="T7" fmla="*/ 13 h 26"/>
                <a:gd name="T8" fmla="*/ 13 w 25"/>
                <a:gd name="T9" fmla="*/ 0 h 26"/>
                <a:gd name="T10" fmla="*/ 13 w 25"/>
                <a:gd name="T11" fmla="*/ 20 h 26"/>
                <a:gd name="T12" fmla="*/ 6 w 25"/>
                <a:gd name="T13" fmla="*/ 13 h 26"/>
                <a:gd name="T14" fmla="*/ 13 w 25"/>
                <a:gd name="T15" fmla="*/ 7 h 26"/>
                <a:gd name="T16" fmla="*/ 19 w 25"/>
                <a:gd name="T17" fmla="*/ 13 h 26"/>
                <a:gd name="T18" fmla="*/ 13 w 25"/>
                <a:gd name="T19" fmla="*/ 2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" h="26">
                  <a:moveTo>
                    <a:pt x="13" y="0"/>
                  </a:moveTo>
                  <a:cubicBezTo>
                    <a:pt x="6" y="0"/>
                    <a:pt x="0" y="6"/>
                    <a:pt x="0" y="13"/>
                  </a:cubicBezTo>
                  <a:cubicBezTo>
                    <a:pt x="0" y="20"/>
                    <a:pt x="6" y="26"/>
                    <a:pt x="13" y="26"/>
                  </a:cubicBezTo>
                  <a:cubicBezTo>
                    <a:pt x="20" y="26"/>
                    <a:pt x="25" y="20"/>
                    <a:pt x="25" y="13"/>
                  </a:cubicBezTo>
                  <a:cubicBezTo>
                    <a:pt x="25" y="6"/>
                    <a:pt x="20" y="0"/>
                    <a:pt x="13" y="0"/>
                  </a:cubicBezTo>
                  <a:close/>
                  <a:moveTo>
                    <a:pt x="13" y="20"/>
                  </a:moveTo>
                  <a:cubicBezTo>
                    <a:pt x="9" y="20"/>
                    <a:pt x="6" y="17"/>
                    <a:pt x="6" y="13"/>
                  </a:cubicBezTo>
                  <a:cubicBezTo>
                    <a:pt x="6" y="10"/>
                    <a:pt x="9" y="7"/>
                    <a:pt x="13" y="7"/>
                  </a:cubicBezTo>
                  <a:cubicBezTo>
                    <a:pt x="16" y="7"/>
                    <a:pt x="19" y="10"/>
                    <a:pt x="19" y="13"/>
                  </a:cubicBezTo>
                  <a:cubicBezTo>
                    <a:pt x="19" y="17"/>
                    <a:pt x="16" y="20"/>
                    <a:pt x="1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2" name="Freeform 7"/>
            <p:cNvSpPr>
              <a:spLocks/>
            </p:cNvSpPr>
            <p:nvPr/>
          </p:nvSpPr>
          <p:spPr bwMode="auto">
            <a:xfrm>
              <a:off x="10710863" y="5399088"/>
              <a:ext cx="65088" cy="63500"/>
            </a:xfrm>
            <a:custGeom>
              <a:avLst/>
              <a:gdLst>
                <a:gd name="T0" fmla="*/ 7 w 17"/>
                <a:gd name="T1" fmla="*/ 16 h 16"/>
                <a:gd name="T2" fmla="*/ 9 w 17"/>
                <a:gd name="T3" fmla="*/ 16 h 16"/>
                <a:gd name="T4" fmla="*/ 17 w 17"/>
                <a:gd name="T5" fmla="*/ 8 h 16"/>
                <a:gd name="T6" fmla="*/ 9 w 17"/>
                <a:gd name="T7" fmla="*/ 0 h 16"/>
                <a:gd name="T8" fmla="*/ 0 w 17"/>
                <a:gd name="T9" fmla="*/ 0 h 16"/>
                <a:gd name="T10" fmla="*/ 1 w 17"/>
                <a:gd name="T11" fmla="*/ 5 h 16"/>
                <a:gd name="T12" fmla="*/ 8 w 17"/>
                <a:gd name="T13" fmla="*/ 5 h 16"/>
                <a:gd name="T14" fmla="*/ 11 w 17"/>
                <a:gd name="T15" fmla="*/ 8 h 16"/>
                <a:gd name="T16" fmla="*/ 8 w 17"/>
                <a:gd name="T17" fmla="*/ 12 h 16"/>
                <a:gd name="T18" fmla="*/ 4 w 17"/>
                <a:gd name="T1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" h="16">
                  <a:moveTo>
                    <a:pt x="7" y="16"/>
                  </a:moveTo>
                  <a:cubicBezTo>
                    <a:pt x="9" y="16"/>
                    <a:pt x="9" y="16"/>
                    <a:pt x="9" y="16"/>
                  </a:cubicBezTo>
                  <a:cubicBezTo>
                    <a:pt x="14" y="16"/>
                    <a:pt x="17" y="13"/>
                    <a:pt x="17" y="8"/>
                  </a:cubicBezTo>
                  <a:cubicBezTo>
                    <a:pt x="17" y="4"/>
                    <a:pt x="14" y="0"/>
                    <a:pt x="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8" y="5"/>
                    <a:pt x="8" y="5"/>
                    <a:pt x="8" y="5"/>
                  </a:cubicBezTo>
                  <a:cubicBezTo>
                    <a:pt x="10" y="5"/>
                    <a:pt x="11" y="7"/>
                    <a:pt x="11" y="8"/>
                  </a:cubicBezTo>
                  <a:cubicBezTo>
                    <a:pt x="11" y="10"/>
                    <a:pt x="10" y="12"/>
                    <a:pt x="8" y="12"/>
                  </a:cubicBezTo>
                  <a:cubicBezTo>
                    <a:pt x="4" y="12"/>
                    <a:pt x="4" y="12"/>
                    <a:pt x="4" y="1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3" name="Rectangle 8"/>
            <p:cNvSpPr>
              <a:spLocks noChangeArrowheads="1"/>
            </p:cNvSpPr>
            <p:nvPr/>
          </p:nvSpPr>
          <p:spPr bwMode="auto">
            <a:xfrm>
              <a:off x="10506075" y="5399088"/>
              <a:ext cx="23813" cy="98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4" name="Rectangle 9"/>
            <p:cNvSpPr>
              <a:spLocks noChangeArrowheads="1"/>
            </p:cNvSpPr>
            <p:nvPr/>
          </p:nvSpPr>
          <p:spPr bwMode="auto">
            <a:xfrm>
              <a:off x="10696575" y="5399088"/>
              <a:ext cx="22225" cy="98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5" name="Freeform 10"/>
            <p:cNvSpPr>
              <a:spLocks/>
            </p:cNvSpPr>
            <p:nvPr/>
          </p:nvSpPr>
          <p:spPr bwMode="auto">
            <a:xfrm>
              <a:off x="10877550" y="5399088"/>
              <a:ext cx="31750" cy="98425"/>
            </a:xfrm>
            <a:custGeom>
              <a:avLst/>
              <a:gdLst>
                <a:gd name="T0" fmla="*/ 15 w 20"/>
                <a:gd name="T1" fmla="*/ 62 h 62"/>
                <a:gd name="T2" fmla="*/ 0 w 20"/>
                <a:gd name="T3" fmla="*/ 62 h 62"/>
                <a:gd name="T4" fmla="*/ 5 w 20"/>
                <a:gd name="T5" fmla="*/ 0 h 62"/>
                <a:gd name="T6" fmla="*/ 20 w 20"/>
                <a:gd name="T7" fmla="*/ 0 h 62"/>
                <a:gd name="T8" fmla="*/ 15 w 20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" h="62">
                  <a:moveTo>
                    <a:pt x="15" y="62"/>
                  </a:moveTo>
                  <a:lnTo>
                    <a:pt x="0" y="62"/>
                  </a:lnTo>
                  <a:lnTo>
                    <a:pt x="5" y="0"/>
                  </a:lnTo>
                  <a:lnTo>
                    <a:pt x="20" y="0"/>
                  </a:lnTo>
                  <a:lnTo>
                    <a:pt x="15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6" name="Rectangle 11"/>
            <p:cNvSpPr>
              <a:spLocks noChangeArrowheads="1"/>
            </p:cNvSpPr>
            <p:nvPr/>
          </p:nvSpPr>
          <p:spPr bwMode="auto">
            <a:xfrm>
              <a:off x="10806113" y="5457825"/>
              <a:ext cx="46038" cy="206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7" name="Freeform 12"/>
            <p:cNvSpPr>
              <a:spLocks/>
            </p:cNvSpPr>
            <p:nvPr/>
          </p:nvSpPr>
          <p:spPr bwMode="auto">
            <a:xfrm>
              <a:off x="10779125" y="5399088"/>
              <a:ext cx="61913" cy="98425"/>
            </a:xfrm>
            <a:custGeom>
              <a:avLst/>
              <a:gdLst>
                <a:gd name="T0" fmla="*/ 17 w 39"/>
                <a:gd name="T1" fmla="*/ 62 h 62"/>
                <a:gd name="T2" fmla="*/ 0 w 39"/>
                <a:gd name="T3" fmla="*/ 62 h 62"/>
                <a:gd name="T4" fmla="*/ 24 w 39"/>
                <a:gd name="T5" fmla="*/ 0 h 62"/>
                <a:gd name="T6" fmla="*/ 39 w 39"/>
                <a:gd name="T7" fmla="*/ 0 h 62"/>
                <a:gd name="T8" fmla="*/ 17 w 39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62">
                  <a:moveTo>
                    <a:pt x="17" y="62"/>
                  </a:moveTo>
                  <a:lnTo>
                    <a:pt x="0" y="62"/>
                  </a:lnTo>
                  <a:lnTo>
                    <a:pt x="24" y="0"/>
                  </a:lnTo>
                  <a:lnTo>
                    <a:pt x="39" y="0"/>
                  </a:lnTo>
                  <a:lnTo>
                    <a:pt x="17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8" name="Freeform 13"/>
            <p:cNvSpPr>
              <a:spLocks/>
            </p:cNvSpPr>
            <p:nvPr/>
          </p:nvSpPr>
          <p:spPr bwMode="auto">
            <a:xfrm>
              <a:off x="10817225" y="5399088"/>
              <a:ext cx="57150" cy="98425"/>
            </a:xfrm>
            <a:custGeom>
              <a:avLst/>
              <a:gdLst>
                <a:gd name="T0" fmla="*/ 22 w 36"/>
                <a:gd name="T1" fmla="*/ 62 h 62"/>
                <a:gd name="T2" fmla="*/ 36 w 36"/>
                <a:gd name="T3" fmla="*/ 62 h 62"/>
                <a:gd name="T4" fmla="*/ 15 w 36"/>
                <a:gd name="T5" fmla="*/ 0 h 62"/>
                <a:gd name="T6" fmla="*/ 0 w 36"/>
                <a:gd name="T7" fmla="*/ 0 h 62"/>
                <a:gd name="T8" fmla="*/ 22 w 36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62">
                  <a:moveTo>
                    <a:pt x="22" y="62"/>
                  </a:moveTo>
                  <a:lnTo>
                    <a:pt x="36" y="62"/>
                  </a:lnTo>
                  <a:lnTo>
                    <a:pt x="15" y="0"/>
                  </a:lnTo>
                  <a:lnTo>
                    <a:pt x="0" y="0"/>
                  </a:lnTo>
                  <a:lnTo>
                    <a:pt x="22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9" name="Freeform 14"/>
            <p:cNvSpPr>
              <a:spLocks/>
            </p:cNvSpPr>
            <p:nvPr/>
          </p:nvSpPr>
          <p:spPr bwMode="auto">
            <a:xfrm>
              <a:off x="10885488" y="5399088"/>
              <a:ext cx="49213" cy="98425"/>
            </a:xfrm>
            <a:custGeom>
              <a:avLst/>
              <a:gdLst>
                <a:gd name="T0" fmla="*/ 24 w 31"/>
                <a:gd name="T1" fmla="*/ 62 h 62"/>
                <a:gd name="T2" fmla="*/ 29 w 31"/>
                <a:gd name="T3" fmla="*/ 62 h 62"/>
                <a:gd name="T4" fmla="*/ 31 w 31"/>
                <a:gd name="T5" fmla="*/ 40 h 62"/>
                <a:gd name="T6" fmla="*/ 15 w 31"/>
                <a:gd name="T7" fmla="*/ 0 h 62"/>
                <a:gd name="T8" fmla="*/ 0 w 31"/>
                <a:gd name="T9" fmla="*/ 0 h 62"/>
                <a:gd name="T10" fmla="*/ 24 w 31"/>
                <a:gd name="T11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1" h="62">
                  <a:moveTo>
                    <a:pt x="24" y="62"/>
                  </a:moveTo>
                  <a:lnTo>
                    <a:pt x="29" y="62"/>
                  </a:lnTo>
                  <a:lnTo>
                    <a:pt x="31" y="4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24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0" name="Freeform 15"/>
            <p:cNvSpPr>
              <a:spLocks/>
            </p:cNvSpPr>
            <p:nvPr/>
          </p:nvSpPr>
          <p:spPr bwMode="auto">
            <a:xfrm>
              <a:off x="10953750" y="5399088"/>
              <a:ext cx="30163" cy="98425"/>
            </a:xfrm>
            <a:custGeom>
              <a:avLst/>
              <a:gdLst>
                <a:gd name="T0" fmla="*/ 5 w 19"/>
                <a:gd name="T1" fmla="*/ 62 h 62"/>
                <a:gd name="T2" fmla="*/ 19 w 19"/>
                <a:gd name="T3" fmla="*/ 62 h 62"/>
                <a:gd name="T4" fmla="*/ 15 w 19"/>
                <a:gd name="T5" fmla="*/ 0 h 62"/>
                <a:gd name="T6" fmla="*/ 0 w 19"/>
                <a:gd name="T7" fmla="*/ 0 h 62"/>
                <a:gd name="T8" fmla="*/ 5 w 19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62">
                  <a:moveTo>
                    <a:pt x="5" y="62"/>
                  </a:moveTo>
                  <a:lnTo>
                    <a:pt x="19" y="62"/>
                  </a:lnTo>
                  <a:lnTo>
                    <a:pt x="15" y="0"/>
                  </a:lnTo>
                  <a:lnTo>
                    <a:pt x="0" y="0"/>
                  </a:lnTo>
                  <a:lnTo>
                    <a:pt x="5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1" name="Freeform 16"/>
            <p:cNvSpPr>
              <a:spLocks/>
            </p:cNvSpPr>
            <p:nvPr/>
          </p:nvSpPr>
          <p:spPr bwMode="auto">
            <a:xfrm>
              <a:off x="10926763" y="5399088"/>
              <a:ext cx="50800" cy="98425"/>
            </a:xfrm>
            <a:custGeom>
              <a:avLst/>
              <a:gdLst>
                <a:gd name="T0" fmla="*/ 8 w 32"/>
                <a:gd name="T1" fmla="*/ 62 h 62"/>
                <a:gd name="T2" fmla="*/ 3 w 32"/>
                <a:gd name="T3" fmla="*/ 62 h 62"/>
                <a:gd name="T4" fmla="*/ 0 w 32"/>
                <a:gd name="T5" fmla="*/ 40 h 62"/>
                <a:gd name="T6" fmla="*/ 17 w 32"/>
                <a:gd name="T7" fmla="*/ 0 h 62"/>
                <a:gd name="T8" fmla="*/ 32 w 32"/>
                <a:gd name="T9" fmla="*/ 0 h 62"/>
                <a:gd name="T10" fmla="*/ 8 w 32"/>
                <a:gd name="T11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2" h="62">
                  <a:moveTo>
                    <a:pt x="8" y="62"/>
                  </a:moveTo>
                  <a:lnTo>
                    <a:pt x="3" y="62"/>
                  </a:lnTo>
                  <a:lnTo>
                    <a:pt x="0" y="40"/>
                  </a:lnTo>
                  <a:lnTo>
                    <a:pt x="17" y="0"/>
                  </a:lnTo>
                  <a:lnTo>
                    <a:pt x="32" y="0"/>
                  </a:lnTo>
                  <a:lnTo>
                    <a:pt x="8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2" name="Freeform 17"/>
            <p:cNvSpPr>
              <a:spLocks/>
            </p:cNvSpPr>
            <p:nvPr/>
          </p:nvSpPr>
          <p:spPr bwMode="auto">
            <a:xfrm>
              <a:off x="10521950" y="5399088"/>
              <a:ext cx="63500" cy="50800"/>
            </a:xfrm>
            <a:custGeom>
              <a:avLst/>
              <a:gdLst>
                <a:gd name="T0" fmla="*/ 17 w 40"/>
                <a:gd name="T1" fmla="*/ 32 h 32"/>
                <a:gd name="T2" fmla="*/ 0 w 40"/>
                <a:gd name="T3" fmla="*/ 32 h 32"/>
                <a:gd name="T4" fmla="*/ 24 w 40"/>
                <a:gd name="T5" fmla="*/ 0 h 32"/>
                <a:gd name="T6" fmla="*/ 40 w 40"/>
                <a:gd name="T7" fmla="*/ 0 h 32"/>
                <a:gd name="T8" fmla="*/ 17 w 40"/>
                <a:gd name="T9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32">
                  <a:moveTo>
                    <a:pt x="17" y="32"/>
                  </a:moveTo>
                  <a:lnTo>
                    <a:pt x="0" y="32"/>
                  </a:lnTo>
                  <a:lnTo>
                    <a:pt x="24" y="0"/>
                  </a:lnTo>
                  <a:lnTo>
                    <a:pt x="40" y="0"/>
                  </a:lnTo>
                  <a:lnTo>
                    <a:pt x="17" y="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3" name="Freeform 18"/>
            <p:cNvSpPr>
              <a:spLocks/>
            </p:cNvSpPr>
            <p:nvPr/>
          </p:nvSpPr>
          <p:spPr bwMode="auto">
            <a:xfrm>
              <a:off x="10525125" y="5443538"/>
              <a:ext cx="65088" cy="53975"/>
            </a:xfrm>
            <a:custGeom>
              <a:avLst/>
              <a:gdLst>
                <a:gd name="T0" fmla="*/ 17 w 41"/>
                <a:gd name="T1" fmla="*/ 0 h 34"/>
                <a:gd name="T2" fmla="*/ 0 w 41"/>
                <a:gd name="T3" fmla="*/ 0 h 34"/>
                <a:gd name="T4" fmla="*/ 24 w 41"/>
                <a:gd name="T5" fmla="*/ 34 h 34"/>
                <a:gd name="T6" fmla="*/ 41 w 41"/>
                <a:gd name="T7" fmla="*/ 34 h 34"/>
                <a:gd name="T8" fmla="*/ 17 w 41"/>
                <a:gd name="T9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34">
                  <a:moveTo>
                    <a:pt x="17" y="0"/>
                  </a:moveTo>
                  <a:lnTo>
                    <a:pt x="0" y="0"/>
                  </a:lnTo>
                  <a:lnTo>
                    <a:pt x="24" y="34"/>
                  </a:lnTo>
                  <a:lnTo>
                    <a:pt x="41" y="34"/>
                  </a:lnTo>
                  <a:lnTo>
                    <a:pt x="17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4" name="Freeform 19"/>
            <p:cNvSpPr>
              <a:spLocks/>
            </p:cNvSpPr>
            <p:nvPr/>
          </p:nvSpPr>
          <p:spPr bwMode="auto">
            <a:xfrm>
              <a:off x="10726738" y="5446713"/>
              <a:ext cx="49213" cy="50800"/>
            </a:xfrm>
            <a:custGeom>
              <a:avLst/>
              <a:gdLst>
                <a:gd name="T0" fmla="*/ 14 w 31"/>
                <a:gd name="T1" fmla="*/ 0 h 32"/>
                <a:gd name="T2" fmla="*/ 0 w 31"/>
                <a:gd name="T3" fmla="*/ 0 h 32"/>
                <a:gd name="T4" fmla="*/ 14 w 31"/>
                <a:gd name="T5" fmla="*/ 32 h 32"/>
                <a:gd name="T6" fmla="*/ 31 w 31"/>
                <a:gd name="T7" fmla="*/ 32 h 32"/>
                <a:gd name="T8" fmla="*/ 14 w 31"/>
                <a:gd name="T9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2">
                  <a:moveTo>
                    <a:pt x="14" y="0"/>
                  </a:moveTo>
                  <a:lnTo>
                    <a:pt x="0" y="0"/>
                  </a:lnTo>
                  <a:lnTo>
                    <a:pt x="14" y="32"/>
                  </a:lnTo>
                  <a:lnTo>
                    <a:pt x="31" y="32"/>
                  </a:lnTo>
                  <a:lnTo>
                    <a:pt x="14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5" name="Freeform 20"/>
            <p:cNvSpPr>
              <a:spLocks/>
            </p:cNvSpPr>
            <p:nvPr/>
          </p:nvSpPr>
          <p:spPr bwMode="auto">
            <a:xfrm>
              <a:off x="10991850" y="5395913"/>
              <a:ext cx="79375" cy="101600"/>
            </a:xfrm>
            <a:custGeom>
              <a:avLst/>
              <a:gdLst>
                <a:gd name="T0" fmla="*/ 18 w 21"/>
                <a:gd name="T1" fmla="*/ 18 h 26"/>
                <a:gd name="T2" fmla="*/ 13 w 21"/>
                <a:gd name="T3" fmla="*/ 20 h 26"/>
                <a:gd name="T4" fmla="*/ 6 w 21"/>
                <a:gd name="T5" fmla="*/ 13 h 26"/>
                <a:gd name="T6" fmla="*/ 13 w 21"/>
                <a:gd name="T7" fmla="*/ 7 h 26"/>
                <a:gd name="T8" fmla="*/ 18 w 21"/>
                <a:gd name="T9" fmla="*/ 9 h 26"/>
                <a:gd name="T10" fmla="*/ 21 w 21"/>
                <a:gd name="T11" fmla="*/ 3 h 26"/>
                <a:gd name="T12" fmla="*/ 13 w 21"/>
                <a:gd name="T13" fmla="*/ 0 h 26"/>
                <a:gd name="T14" fmla="*/ 0 w 21"/>
                <a:gd name="T15" fmla="*/ 13 h 26"/>
                <a:gd name="T16" fmla="*/ 13 w 21"/>
                <a:gd name="T17" fmla="*/ 26 h 26"/>
                <a:gd name="T18" fmla="*/ 21 w 21"/>
                <a:gd name="T19" fmla="*/ 23 h 26"/>
                <a:gd name="T20" fmla="*/ 18 w 21"/>
                <a:gd name="T21" fmla="*/ 18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" h="26">
                  <a:moveTo>
                    <a:pt x="18" y="18"/>
                  </a:moveTo>
                  <a:cubicBezTo>
                    <a:pt x="17" y="19"/>
                    <a:pt x="15" y="20"/>
                    <a:pt x="13" y="20"/>
                  </a:cubicBezTo>
                  <a:cubicBezTo>
                    <a:pt x="9" y="20"/>
                    <a:pt x="6" y="17"/>
                    <a:pt x="6" y="13"/>
                  </a:cubicBezTo>
                  <a:cubicBezTo>
                    <a:pt x="6" y="10"/>
                    <a:pt x="9" y="7"/>
                    <a:pt x="13" y="7"/>
                  </a:cubicBezTo>
                  <a:cubicBezTo>
                    <a:pt x="15" y="7"/>
                    <a:pt x="17" y="7"/>
                    <a:pt x="18" y="9"/>
                  </a:cubicBezTo>
                  <a:cubicBezTo>
                    <a:pt x="18" y="7"/>
                    <a:pt x="19" y="5"/>
                    <a:pt x="21" y="3"/>
                  </a:cubicBezTo>
                  <a:cubicBezTo>
                    <a:pt x="19" y="1"/>
                    <a:pt x="16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20"/>
                    <a:pt x="6" y="26"/>
                    <a:pt x="13" y="26"/>
                  </a:cubicBezTo>
                  <a:cubicBezTo>
                    <a:pt x="16" y="26"/>
                    <a:pt x="19" y="25"/>
                    <a:pt x="21" y="23"/>
                  </a:cubicBezTo>
                  <a:cubicBezTo>
                    <a:pt x="19" y="22"/>
                    <a:pt x="18" y="20"/>
                    <a:pt x="18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6" name="Freeform 21"/>
            <p:cNvSpPr>
              <a:spLocks noEditPoints="1"/>
            </p:cNvSpPr>
            <p:nvPr/>
          </p:nvSpPr>
          <p:spPr bwMode="auto">
            <a:xfrm>
              <a:off x="10882313" y="5518150"/>
              <a:ext cx="33338" cy="58738"/>
            </a:xfrm>
            <a:custGeom>
              <a:avLst/>
              <a:gdLst>
                <a:gd name="T0" fmla="*/ 7 w 9"/>
                <a:gd name="T1" fmla="*/ 15 h 15"/>
                <a:gd name="T2" fmla="*/ 4 w 9"/>
                <a:gd name="T3" fmla="*/ 9 h 15"/>
                <a:gd name="T4" fmla="*/ 2 w 9"/>
                <a:gd name="T5" fmla="*/ 9 h 15"/>
                <a:gd name="T6" fmla="*/ 2 w 9"/>
                <a:gd name="T7" fmla="*/ 15 h 15"/>
                <a:gd name="T8" fmla="*/ 0 w 9"/>
                <a:gd name="T9" fmla="*/ 15 h 15"/>
                <a:gd name="T10" fmla="*/ 0 w 9"/>
                <a:gd name="T11" fmla="*/ 0 h 15"/>
                <a:gd name="T12" fmla="*/ 5 w 9"/>
                <a:gd name="T13" fmla="*/ 0 h 15"/>
                <a:gd name="T14" fmla="*/ 9 w 9"/>
                <a:gd name="T15" fmla="*/ 4 h 15"/>
                <a:gd name="T16" fmla="*/ 6 w 9"/>
                <a:gd name="T17" fmla="*/ 8 h 15"/>
                <a:gd name="T18" fmla="*/ 9 w 9"/>
                <a:gd name="T19" fmla="*/ 15 h 15"/>
                <a:gd name="T20" fmla="*/ 7 w 9"/>
                <a:gd name="T21" fmla="*/ 15 h 15"/>
                <a:gd name="T22" fmla="*/ 5 w 9"/>
                <a:gd name="T23" fmla="*/ 2 h 15"/>
                <a:gd name="T24" fmla="*/ 2 w 9"/>
                <a:gd name="T25" fmla="*/ 2 h 15"/>
                <a:gd name="T26" fmla="*/ 2 w 9"/>
                <a:gd name="T27" fmla="*/ 7 h 15"/>
                <a:gd name="T28" fmla="*/ 5 w 9"/>
                <a:gd name="T29" fmla="*/ 7 h 15"/>
                <a:gd name="T30" fmla="*/ 7 w 9"/>
                <a:gd name="T31" fmla="*/ 4 h 15"/>
                <a:gd name="T32" fmla="*/ 5 w 9"/>
                <a:gd name="T3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" h="15">
                  <a:moveTo>
                    <a:pt x="7" y="15"/>
                  </a:moveTo>
                  <a:cubicBezTo>
                    <a:pt x="4" y="9"/>
                    <a:pt x="4" y="9"/>
                    <a:pt x="4" y="9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7" y="0"/>
                    <a:pt x="9" y="2"/>
                    <a:pt x="9" y="4"/>
                  </a:cubicBezTo>
                  <a:cubicBezTo>
                    <a:pt x="9" y="6"/>
                    <a:pt x="8" y="8"/>
                    <a:pt x="6" y="8"/>
                  </a:cubicBezTo>
                  <a:cubicBezTo>
                    <a:pt x="9" y="15"/>
                    <a:pt x="9" y="15"/>
                    <a:pt x="9" y="15"/>
                  </a:cubicBezTo>
                  <a:lnTo>
                    <a:pt x="7" y="15"/>
                  </a:lnTo>
                  <a:close/>
                  <a:moveTo>
                    <a:pt x="5" y="2"/>
                  </a:moveTo>
                  <a:cubicBezTo>
                    <a:pt x="2" y="2"/>
                    <a:pt x="2" y="2"/>
                    <a:pt x="2" y="2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6" y="7"/>
                    <a:pt x="7" y="6"/>
                    <a:pt x="7" y="4"/>
                  </a:cubicBezTo>
                  <a:cubicBezTo>
                    <a:pt x="7" y="3"/>
                    <a:pt x="6" y="2"/>
                    <a:pt x="5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7" name="Freeform 22"/>
            <p:cNvSpPr>
              <a:spLocks/>
            </p:cNvSpPr>
            <p:nvPr/>
          </p:nvSpPr>
          <p:spPr bwMode="auto">
            <a:xfrm>
              <a:off x="10942638" y="5518150"/>
              <a:ext cx="34925" cy="58738"/>
            </a:xfrm>
            <a:custGeom>
              <a:avLst/>
              <a:gdLst>
                <a:gd name="T0" fmla="*/ 0 w 22"/>
                <a:gd name="T1" fmla="*/ 37 h 37"/>
                <a:gd name="T2" fmla="*/ 0 w 22"/>
                <a:gd name="T3" fmla="*/ 0 h 37"/>
                <a:gd name="T4" fmla="*/ 22 w 22"/>
                <a:gd name="T5" fmla="*/ 0 h 37"/>
                <a:gd name="T6" fmla="*/ 22 w 22"/>
                <a:gd name="T7" fmla="*/ 4 h 37"/>
                <a:gd name="T8" fmla="*/ 5 w 22"/>
                <a:gd name="T9" fmla="*/ 4 h 37"/>
                <a:gd name="T10" fmla="*/ 5 w 22"/>
                <a:gd name="T11" fmla="*/ 14 h 37"/>
                <a:gd name="T12" fmla="*/ 19 w 22"/>
                <a:gd name="T13" fmla="*/ 14 h 37"/>
                <a:gd name="T14" fmla="*/ 19 w 22"/>
                <a:gd name="T15" fmla="*/ 19 h 37"/>
                <a:gd name="T16" fmla="*/ 5 w 22"/>
                <a:gd name="T17" fmla="*/ 19 h 37"/>
                <a:gd name="T18" fmla="*/ 5 w 22"/>
                <a:gd name="T19" fmla="*/ 32 h 37"/>
                <a:gd name="T20" fmla="*/ 22 w 22"/>
                <a:gd name="T21" fmla="*/ 32 h 37"/>
                <a:gd name="T22" fmla="*/ 22 w 22"/>
                <a:gd name="T23" fmla="*/ 37 h 37"/>
                <a:gd name="T24" fmla="*/ 0 w 22"/>
                <a:gd name="T2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" h="37">
                  <a:moveTo>
                    <a:pt x="0" y="37"/>
                  </a:moveTo>
                  <a:lnTo>
                    <a:pt x="0" y="0"/>
                  </a:lnTo>
                  <a:lnTo>
                    <a:pt x="22" y="0"/>
                  </a:lnTo>
                  <a:lnTo>
                    <a:pt x="22" y="4"/>
                  </a:lnTo>
                  <a:lnTo>
                    <a:pt x="5" y="4"/>
                  </a:lnTo>
                  <a:lnTo>
                    <a:pt x="5" y="14"/>
                  </a:lnTo>
                  <a:lnTo>
                    <a:pt x="19" y="14"/>
                  </a:lnTo>
                  <a:lnTo>
                    <a:pt x="19" y="19"/>
                  </a:lnTo>
                  <a:lnTo>
                    <a:pt x="5" y="19"/>
                  </a:lnTo>
                  <a:lnTo>
                    <a:pt x="5" y="32"/>
                  </a:lnTo>
                  <a:lnTo>
                    <a:pt x="22" y="32"/>
                  </a:lnTo>
                  <a:lnTo>
                    <a:pt x="22" y="37"/>
                  </a:lnTo>
                  <a:lnTo>
                    <a:pt x="0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8" name="Rectangle 23"/>
            <p:cNvSpPr>
              <a:spLocks noChangeArrowheads="1"/>
            </p:cNvSpPr>
            <p:nvPr/>
          </p:nvSpPr>
          <p:spPr bwMode="auto">
            <a:xfrm>
              <a:off x="11002963" y="5518150"/>
              <a:ext cx="7938" cy="587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9" name="Freeform 24"/>
            <p:cNvSpPr>
              <a:spLocks/>
            </p:cNvSpPr>
            <p:nvPr/>
          </p:nvSpPr>
          <p:spPr bwMode="auto">
            <a:xfrm>
              <a:off x="11037888" y="5518150"/>
              <a:ext cx="33338" cy="58738"/>
            </a:xfrm>
            <a:custGeom>
              <a:avLst/>
              <a:gdLst>
                <a:gd name="T0" fmla="*/ 14 w 21"/>
                <a:gd name="T1" fmla="*/ 4 h 37"/>
                <a:gd name="T2" fmla="*/ 14 w 21"/>
                <a:gd name="T3" fmla="*/ 37 h 37"/>
                <a:gd name="T4" fmla="*/ 9 w 21"/>
                <a:gd name="T5" fmla="*/ 37 h 37"/>
                <a:gd name="T6" fmla="*/ 9 w 21"/>
                <a:gd name="T7" fmla="*/ 4 h 37"/>
                <a:gd name="T8" fmla="*/ 0 w 21"/>
                <a:gd name="T9" fmla="*/ 4 h 37"/>
                <a:gd name="T10" fmla="*/ 0 w 21"/>
                <a:gd name="T11" fmla="*/ 0 h 37"/>
                <a:gd name="T12" fmla="*/ 21 w 21"/>
                <a:gd name="T13" fmla="*/ 0 h 37"/>
                <a:gd name="T14" fmla="*/ 21 w 21"/>
                <a:gd name="T15" fmla="*/ 4 h 37"/>
                <a:gd name="T16" fmla="*/ 14 w 21"/>
                <a:gd name="T17" fmla="*/ 4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37">
                  <a:moveTo>
                    <a:pt x="14" y="4"/>
                  </a:moveTo>
                  <a:lnTo>
                    <a:pt x="14" y="37"/>
                  </a:lnTo>
                  <a:lnTo>
                    <a:pt x="9" y="37"/>
                  </a:lnTo>
                  <a:lnTo>
                    <a:pt x="9" y="4"/>
                  </a:lnTo>
                  <a:lnTo>
                    <a:pt x="0" y="4"/>
                  </a:lnTo>
                  <a:lnTo>
                    <a:pt x="0" y="0"/>
                  </a:lnTo>
                  <a:lnTo>
                    <a:pt x="21" y="0"/>
                  </a:lnTo>
                  <a:lnTo>
                    <a:pt x="21" y="4"/>
                  </a:lnTo>
                  <a:lnTo>
                    <a:pt x="14" y="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0" name="Freeform 25"/>
            <p:cNvSpPr>
              <a:spLocks/>
            </p:cNvSpPr>
            <p:nvPr/>
          </p:nvSpPr>
          <p:spPr bwMode="auto">
            <a:xfrm>
              <a:off x="11095038" y="5518150"/>
              <a:ext cx="33338" cy="58738"/>
            </a:xfrm>
            <a:custGeom>
              <a:avLst/>
              <a:gdLst>
                <a:gd name="T0" fmla="*/ 5 w 9"/>
                <a:gd name="T1" fmla="*/ 15 h 15"/>
                <a:gd name="T2" fmla="*/ 0 w 9"/>
                <a:gd name="T3" fmla="*/ 13 h 15"/>
                <a:gd name="T4" fmla="*/ 1 w 9"/>
                <a:gd name="T5" fmla="*/ 11 h 15"/>
                <a:gd name="T6" fmla="*/ 5 w 9"/>
                <a:gd name="T7" fmla="*/ 13 h 15"/>
                <a:gd name="T8" fmla="*/ 7 w 9"/>
                <a:gd name="T9" fmla="*/ 11 h 15"/>
                <a:gd name="T10" fmla="*/ 7 w 9"/>
                <a:gd name="T11" fmla="*/ 9 h 15"/>
                <a:gd name="T12" fmla="*/ 5 w 9"/>
                <a:gd name="T13" fmla="*/ 8 h 15"/>
                <a:gd name="T14" fmla="*/ 4 w 9"/>
                <a:gd name="T15" fmla="*/ 8 h 15"/>
                <a:gd name="T16" fmla="*/ 1 w 9"/>
                <a:gd name="T17" fmla="*/ 7 h 15"/>
                <a:gd name="T18" fmla="*/ 0 w 9"/>
                <a:gd name="T19" fmla="*/ 4 h 15"/>
                <a:gd name="T20" fmla="*/ 5 w 9"/>
                <a:gd name="T21" fmla="*/ 0 h 15"/>
                <a:gd name="T22" fmla="*/ 9 w 9"/>
                <a:gd name="T23" fmla="*/ 2 h 15"/>
                <a:gd name="T24" fmla="*/ 8 w 9"/>
                <a:gd name="T25" fmla="*/ 3 h 15"/>
                <a:gd name="T26" fmla="*/ 5 w 9"/>
                <a:gd name="T27" fmla="*/ 2 h 15"/>
                <a:gd name="T28" fmla="*/ 2 w 9"/>
                <a:gd name="T29" fmla="*/ 4 h 15"/>
                <a:gd name="T30" fmla="*/ 3 w 9"/>
                <a:gd name="T31" fmla="*/ 5 h 15"/>
                <a:gd name="T32" fmla="*/ 4 w 9"/>
                <a:gd name="T33" fmla="*/ 6 h 15"/>
                <a:gd name="T34" fmla="*/ 6 w 9"/>
                <a:gd name="T35" fmla="*/ 6 h 15"/>
                <a:gd name="T36" fmla="*/ 8 w 9"/>
                <a:gd name="T37" fmla="*/ 8 h 15"/>
                <a:gd name="T38" fmla="*/ 9 w 9"/>
                <a:gd name="T39" fmla="*/ 11 h 15"/>
                <a:gd name="T40" fmla="*/ 5 w 9"/>
                <a:gd name="T4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9" h="15">
                  <a:moveTo>
                    <a:pt x="5" y="15"/>
                  </a:moveTo>
                  <a:cubicBezTo>
                    <a:pt x="3" y="15"/>
                    <a:pt x="1" y="14"/>
                    <a:pt x="0" y="13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3"/>
                    <a:pt x="3" y="13"/>
                    <a:pt x="5" y="13"/>
                  </a:cubicBezTo>
                  <a:cubicBezTo>
                    <a:pt x="6" y="13"/>
                    <a:pt x="7" y="12"/>
                    <a:pt x="7" y="11"/>
                  </a:cubicBezTo>
                  <a:cubicBezTo>
                    <a:pt x="7" y="10"/>
                    <a:pt x="7" y="9"/>
                    <a:pt x="7" y="9"/>
                  </a:cubicBezTo>
                  <a:cubicBezTo>
                    <a:pt x="7" y="9"/>
                    <a:pt x="6" y="9"/>
                    <a:pt x="5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3" y="8"/>
                    <a:pt x="2" y="8"/>
                    <a:pt x="1" y="7"/>
                  </a:cubicBezTo>
                  <a:cubicBezTo>
                    <a:pt x="1" y="6"/>
                    <a:pt x="0" y="5"/>
                    <a:pt x="0" y="4"/>
                  </a:cubicBezTo>
                  <a:cubicBezTo>
                    <a:pt x="0" y="2"/>
                    <a:pt x="2" y="0"/>
                    <a:pt x="5" y="0"/>
                  </a:cubicBezTo>
                  <a:cubicBezTo>
                    <a:pt x="7" y="0"/>
                    <a:pt x="8" y="0"/>
                    <a:pt x="9" y="2"/>
                  </a:cubicBezTo>
                  <a:cubicBezTo>
                    <a:pt x="8" y="3"/>
                    <a:pt x="8" y="3"/>
                    <a:pt x="8" y="3"/>
                  </a:cubicBezTo>
                  <a:cubicBezTo>
                    <a:pt x="7" y="2"/>
                    <a:pt x="6" y="2"/>
                    <a:pt x="5" y="2"/>
                  </a:cubicBezTo>
                  <a:cubicBezTo>
                    <a:pt x="3" y="2"/>
                    <a:pt x="2" y="3"/>
                    <a:pt x="2" y="4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6"/>
                    <a:pt x="4" y="6"/>
                    <a:pt x="4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7" y="7"/>
                    <a:pt x="8" y="7"/>
                    <a:pt x="8" y="8"/>
                  </a:cubicBezTo>
                  <a:cubicBezTo>
                    <a:pt x="9" y="8"/>
                    <a:pt x="9" y="9"/>
                    <a:pt x="9" y="11"/>
                  </a:cubicBezTo>
                  <a:cubicBezTo>
                    <a:pt x="9" y="13"/>
                    <a:pt x="7" y="15"/>
                    <a:pt x="5" y="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1" name="Freeform 26"/>
            <p:cNvSpPr>
              <a:spLocks noEditPoints="1"/>
            </p:cNvSpPr>
            <p:nvPr/>
          </p:nvSpPr>
          <p:spPr bwMode="auto">
            <a:xfrm>
              <a:off x="11174413" y="5518150"/>
              <a:ext cx="41275" cy="58738"/>
            </a:xfrm>
            <a:custGeom>
              <a:avLst/>
              <a:gdLst>
                <a:gd name="T0" fmla="*/ 9 w 11"/>
                <a:gd name="T1" fmla="*/ 15 h 15"/>
                <a:gd name="T2" fmla="*/ 8 w 11"/>
                <a:gd name="T3" fmla="*/ 13 h 15"/>
                <a:gd name="T4" fmla="*/ 4 w 11"/>
                <a:gd name="T5" fmla="*/ 15 h 15"/>
                <a:gd name="T6" fmla="*/ 0 w 11"/>
                <a:gd name="T7" fmla="*/ 10 h 15"/>
                <a:gd name="T8" fmla="*/ 2 w 11"/>
                <a:gd name="T9" fmla="*/ 6 h 15"/>
                <a:gd name="T10" fmla="*/ 1 w 11"/>
                <a:gd name="T11" fmla="*/ 3 h 15"/>
                <a:gd name="T12" fmla="*/ 4 w 11"/>
                <a:gd name="T13" fmla="*/ 0 h 15"/>
                <a:gd name="T14" fmla="*/ 7 w 11"/>
                <a:gd name="T15" fmla="*/ 3 h 15"/>
                <a:gd name="T16" fmla="*/ 6 w 11"/>
                <a:gd name="T17" fmla="*/ 6 h 15"/>
                <a:gd name="T18" fmla="*/ 5 w 11"/>
                <a:gd name="T19" fmla="*/ 7 h 15"/>
                <a:gd name="T20" fmla="*/ 8 w 11"/>
                <a:gd name="T21" fmla="*/ 10 h 15"/>
                <a:gd name="T22" fmla="*/ 8 w 11"/>
                <a:gd name="T23" fmla="*/ 7 h 15"/>
                <a:gd name="T24" fmla="*/ 10 w 11"/>
                <a:gd name="T25" fmla="*/ 7 h 15"/>
                <a:gd name="T26" fmla="*/ 9 w 11"/>
                <a:gd name="T27" fmla="*/ 12 h 15"/>
                <a:gd name="T28" fmla="*/ 11 w 11"/>
                <a:gd name="T29" fmla="*/ 15 h 15"/>
                <a:gd name="T30" fmla="*/ 9 w 11"/>
                <a:gd name="T31" fmla="*/ 15 h 15"/>
                <a:gd name="T32" fmla="*/ 3 w 11"/>
                <a:gd name="T33" fmla="*/ 8 h 15"/>
                <a:gd name="T34" fmla="*/ 2 w 11"/>
                <a:gd name="T35" fmla="*/ 10 h 15"/>
                <a:gd name="T36" fmla="*/ 4 w 11"/>
                <a:gd name="T37" fmla="*/ 13 h 15"/>
                <a:gd name="T38" fmla="*/ 6 w 11"/>
                <a:gd name="T39" fmla="*/ 12 h 15"/>
                <a:gd name="T40" fmla="*/ 3 w 11"/>
                <a:gd name="T41" fmla="*/ 8 h 15"/>
                <a:gd name="T42" fmla="*/ 4 w 11"/>
                <a:gd name="T43" fmla="*/ 2 h 15"/>
                <a:gd name="T44" fmla="*/ 3 w 11"/>
                <a:gd name="T45" fmla="*/ 3 h 15"/>
                <a:gd name="T46" fmla="*/ 4 w 11"/>
                <a:gd name="T47" fmla="*/ 5 h 15"/>
                <a:gd name="T48" fmla="*/ 5 w 11"/>
                <a:gd name="T49" fmla="*/ 5 h 15"/>
                <a:gd name="T50" fmla="*/ 5 w 11"/>
                <a:gd name="T51" fmla="*/ 3 h 15"/>
                <a:gd name="T52" fmla="*/ 4 w 11"/>
                <a:gd name="T5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1" h="15">
                  <a:moveTo>
                    <a:pt x="9" y="15"/>
                  </a:moveTo>
                  <a:cubicBezTo>
                    <a:pt x="8" y="13"/>
                    <a:pt x="8" y="13"/>
                    <a:pt x="8" y="13"/>
                  </a:cubicBezTo>
                  <a:cubicBezTo>
                    <a:pt x="7" y="14"/>
                    <a:pt x="6" y="15"/>
                    <a:pt x="4" y="15"/>
                  </a:cubicBezTo>
                  <a:cubicBezTo>
                    <a:pt x="1" y="15"/>
                    <a:pt x="0" y="13"/>
                    <a:pt x="0" y="10"/>
                  </a:cubicBezTo>
                  <a:cubicBezTo>
                    <a:pt x="0" y="8"/>
                    <a:pt x="1" y="7"/>
                    <a:pt x="2" y="6"/>
                  </a:cubicBezTo>
                  <a:cubicBezTo>
                    <a:pt x="2" y="6"/>
                    <a:pt x="1" y="5"/>
                    <a:pt x="1" y="3"/>
                  </a:cubicBezTo>
                  <a:cubicBezTo>
                    <a:pt x="1" y="1"/>
                    <a:pt x="2" y="0"/>
                    <a:pt x="4" y="0"/>
                  </a:cubicBezTo>
                  <a:cubicBezTo>
                    <a:pt x="6" y="0"/>
                    <a:pt x="7" y="1"/>
                    <a:pt x="7" y="3"/>
                  </a:cubicBezTo>
                  <a:cubicBezTo>
                    <a:pt x="7" y="4"/>
                    <a:pt x="7" y="5"/>
                    <a:pt x="6" y="6"/>
                  </a:cubicBezTo>
                  <a:cubicBezTo>
                    <a:pt x="6" y="6"/>
                    <a:pt x="5" y="6"/>
                    <a:pt x="5" y="7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8" y="9"/>
                    <a:pt x="8" y="9"/>
                    <a:pt x="8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9"/>
                    <a:pt x="10" y="11"/>
                    <a:pt x="9" y="12"/>
                  </a:cubicBezTo>
                  <a:cubicBezTo>
                    <a:pt x="11" y="15"/>
                    <a:pt x="11" y="15"/>
                    <a:pt x="11" y="15"/>
                  </a:cubicBezTo>
                  <a:lnTo>
                    <a:pt x="9" y="15"/>
                  </a:lnTo>
                  <a:close/>
                  <a:moveTo>
                    <a:pt x="3" y="8"/>
                  </a:moveTo>
                  <a:cubicBezTo>
                    <a:pt x="2" y="8"/>
                    <a:pt x="2" y="9"/>
                    <a:pt x="2" y="10"/>
                  </a:cubicBezTo>
                  <a:cubicBezTo>
                    <a:pt x="2" y="12"/>
                    <a:pt x="3" y="13"/>
                    <a:pt x="4" y="13"/>
                  </a:cubicBezTo>
                  <a:cubicBezTo>
                    <a:pt x="5" y="13"/>
                    <a:pt x="6" y="13"/>
                    <a:pt x="6" y="12"/>
                  </a:cubicBezTo>
                  <a:lnTo>
                    <a:pt x="3" y="8"/>
                  </a:lnTo>
                  <a:close/>
                  <a:moveTo>
                    <a:pt x="4" y="2"/>
                  </a:moveTo>
                  <a:cubicBezTo>
                    <a:pt x="3" y="2"/>
                    <a:pt x="3" y="2"/>
                    <a:pt x="3" y="3"/>
                  </a:cubicBezTo>
                  <a:cubicBezTo>
                    <a:pt x="3" y="4"/>
                    <a:pt x="3" y="4"/>
                    <a:pt x="4" y="5"/>
                  </a:cubicBezTo>
                  <a:cubicBezTo>
                    <a:pt x="4" y="5"/>
                    <a:pt x="5" y="5"/>
                    <a:pt x="5" y="5"/>
                  </a:cubicBezTo>
                  <a:cubicBezTo>
                    <a:pt x="5" y="4"/>
                    <a:pt x="5" y="4"/>
                    <a:pt x="5" y="3"/>
                  </a:cubicBezTo>
                  <a:cubicBezTo>
                    <a:pt x="5" y="2"/>
                    <a:pt x="5" y="2"/>
                    <a:pt x="4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2" name="Freeform 27"/>
            <p:cNvSpPr>
              <a:spLocks/>
            </p:cNvSpPr>
            <p:nvPr/>
          </p:nvSpPr>
          <p:spPr bwMode="auto">
            <a:xfrm>
              <a:off x="11256963" y="5518150"/>
              <a:ext cx="34925" cy="58738"/>
            </a:xfrm>
            <a:custGeom>
              <a:avLst/>
              <a:gdLst>
                <a:gd name="T0" fmla="*/ 12 w 22"/>
                <a:gd name="T1" fmla="*/ 4 h 37"/>
                <a:gd name="T2" fmla="*/ 12 w 22"/>
                <a:gd name="T3" fmla="*/ 37 h 37"/>
                <a:gd name="T4" fmla="*/ 7 w 22"/>
                <a:gd name="T5" fmla="*/ 37 h 37"/>
                <a:gd name="T6" fmla="*/ 7 w 22"/>
                <a:gd name="T7" fmla="*/ 4 h 37"/>
                <a:gd name="T8" fmla="*/ 0 w 22"/>
                <a:gd name="T9" fmla="*/ 4 h 37"/>
                <a:gd name="T10" fmla="*/ 0 w 22"/>
                <a:gd name="T11" fmla="*/ 0 h 37"/>
                <a:gd name="T12" fmla="*/ 22 w 22"/>
                <a:gd name="T13" fmla="*/ 0 h 37"/>
                <a:gd name="T14" fmla="*/ 22 w 22"/>
                <a:gd name="T15" fmla="*/ 4 h 37"/>
                <a:gd name="T16" fmla="*/ 12 w 22"/>
                <a:gd name="T17" fmla="*/ 4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37">
                  <a:moveTo>
                    <a:pt x="12" y="4"/>
                  </a:moveTo>
                  <a:lnTo>
                    <a:pt x="12" y="37"/>
                  </a:lnTo>
                  <a:lnTo>
                    <a:pt x="7" y="37"/>
                  </a:lnTo>
                  <a:lnTo>
                    <a:pt x="7" y="4"/>
                  </a:lnTo>
                  <a:lnTo>
                    <a:pt x="0" y="4"/>
                  </a:lnTo>
                  <a:lnTo>
                    <a:pt x="0" y="0"/>
                  </a:lnTo>
                  <a:lnTo>
                    <a:pt x="22" y="0"/>
                  </a:lnTo>
                  <a:lnTo>
                    <a:pt x="22" y="4"/>
                  </a:lnTo>
                  <a:lnTo>
                    <a:pt x="12" y="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3" name="Freeform 28"/>
            <p:cNvSpPr>
              <a:spLocks noEditPoints="1"/>
            </p:cNvSpPr>
            <p:nvPr/>
          </p:nvSpPr>
          <p:spPr bwMode="auto">
            <a:xfrm>
              <a:off x="11318875" y="5518150"/>
              <a:ext cx="33338" cy="58738"/>
            </a:xfrm>
            <a:custGeom>
              <a:avLst/>
              <a:gdLst>
                <a:gd name="T0" fmla="*/ 7 w 9"/>
                <a:gd name="T1" fmla="*/ 15 h 15"/>
                <a:gd name="T2" fmla="*/ 4 w 9"/>
                <a:gd name="T3" fmla="*/ 9 h 15"/>
                <a:gd name="T4" fmla="*/ 2 w 9"/>
                <a:gd name="T5" fmla="*/ 9 h 15"/>
                <a:gd name="T6" fmla="*/ 2 w 9"/>
                <a:gd name="T7" fmla="*/ 15 h 15"/>
                <a:gd name="T8" fmla="*/ 0 w 9"/>
                <a:gd name="T9" fmla="*/ 15 h 15"/>
                <a:gd name="T10" fmla="*/ 0 w 9"/>
                <a:gd name="T11" fmla="*/ 0 h 15"/>
                <a:gd name="T12" fmla="*/ 5 w 9"/>
                <a:gd name="T13" fmla="*/ 0 h 15"/>
                <a:gd name="T14" fmla="*/ 9 w 9"/>
                <a:gd name="T15" fmla="*/ 4 h 15"/>
                <a:gd name="T16" fmla="*/ 6 w 9"/>
                <a:gd name="T17" fmla="*/ 8 h 15"/>
                <a:gd name="T18" fmla="*/ 9 w 9"/>
                <a:gd name="T19" fmla="*/ 15 h 15"/>
                <a:gd name="T20" fmla="*/ 7 w 9"/>
                <a:gd name="T21" fmla="*/ 15 h 15"/>
                <a:gd name="T22" fmla="*/ 5 w 9"/>
                <a:gd name="T23" fmla="*/ 2 h 15"/>
                <a:gd name="T24" fmla="*/ 2 w 9"/>
                <a:gd name="T25" fmla="*/ 2 h 15"/>
                <a:gd name="T26" fmla="*/ 2 w 9"/>
                <a:gd name="T27" fmla="*/ 7 h 15"/>
                <a:gd name="T28" fmla="*/ 5 w 9"/>
                <a:gd name="T29" fmla="*/ 7 h 15"/>
                <a:gd name="T30" fmla="*/ 7 w 9"/>
                <a:gd name="T31" fmla="*/ 4 h 15"/>
                <a:gd name="T32" fmla="*/ 5 w 9"/>
                <a:gd name="T3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" h="15">
                  <a:moveTo>
                    <a:pt x="7" y="15"/>
                  </a:moveTo>
                  <a:cubicBezTo>
                    <a:pt x="4" y="9"/>
                    <a:pt x="4" y="9"/>
                    <a:pt x="4" y="9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7" y="0"/>
                    <a:pt x="9" y="2"/>
                    <a:pt x="9" y="4"/>
                  </a:cubicBezTo>
                  <a:cubicBezTo>
                    <a:pt x="9" y="6"/>
                    <a:pt x="8" y="8"/>
                    <a:pt x="6" y="8"/>
                  </a:cubicBezTo>
                  <a:cubicBezTo>
                    <a:pt x="9" y="15"/>
                    <a:pt x="9" y="15"/>
                    <a:pt x="9" y="15"/>
                  </a:cubicBezTo>
                  <a:lnTo>
                    <a:pt x="7" y="15"/>
                  </a:lnTo>
                  <a:close/>
                  <a:moveTo>
                    <a:pt x="5" y="2"/>
                  </a:moveTo>
                  <a:cubicBezTo>
                    <a:pt x="2" y="2"/>
                    <a:pt x="2" y="2"/>
                    <a:pt x="2" y="2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6" y="7"/>
                    <a:pt x="7" y="6"/>
                    <a:pt x="7" y="4"/>
                  </a:cubicBezTo>
                  <a:cubicBezTo>
                    <a:pt x="7" y="3"/>
                    <a:pt x="6" y="2"/>
                    <a:pt x="5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4" name="Freeform 29"/>
            <p:cNvSpPr>
              <a:spLocks/>
            </p:cNvSpPr>
            <p:nvPr/>
          </p:nvSpPr>
          <p:spPr bwMode="auto">
            <a:xfrm>
              <a:off x="11379200" y="5518150"/>
              <a:ext cx="38100" cy="58738"/>
            </a:xfrm>
            <a:custGeom>
              <a:avLst/>
              <a:gdLst>
                <a:gd name="T0" fmla="*/ 5 w 10"/>
                <a:gd name="T1" fmla="*/ 15 h 15"/>
                <a:gd name="T2" fmla="*/ 0 w 10"/>
                <a:gd name="T3" fmla="*/ 10 h 15"/>
                <a:gd name="T4" fmla="*/ 0 w 10"/>
                <a:gd name="T5" fmla="*/ 0 h 15"/>
                <a:gd name="T6" fmla="*/ 2 w 10"/>
                <a:gd name="T7" fmla="*/ 0 h 15"/>
                <a:gd name="T8" fmla="*/ 2 w 10"/>
                <a:gd name="T9" fmla="*/ 10 h 15"/>
                <a:gd name="T10" fmla="*/ 5 w 10"/>
                <a:gd name="T11" fmla="*/ 13 h 15"/>
                <a:gd name="T12" fmla="*/ 8 w 10"/>
                <a:gd name="T13" fmla="*/ 10 h 15"/>
                <a:gd name="T14" fmla="*/ 8 w 10"/>
                <a:gd name="T15" fmla="*/ 0 h 15"/>
                <a:gd name="T16" fmla="*/ 10 w 10"/>
                <a:gd name="T17" fmla="*/ 0 h 15"/>
                <a:gd name="T18" fmla="*/ 10 w 10"/>
                <a:gd name="T19" fmla="*/ 10 h 15"/>
                <a:gd name="T20" fmla="*/ 5 w 10"/>
                <a:gd name="T2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" h="15">
                  <a:moveTo>
                    <a:pt x="5" y="15"/>
                  </a:moveTo>
                  <a:cubicBezTo>
                    <a:pt x="2" y="15"/>
                    <a:pt x="0" y="13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2"/>
                    <a:pt x="3" y="13"/>
                    <a:pt x="5" y="13"/>
                  </a:cubicBezTo>
                  <a:cubicBezTo>
                    <a:pt x="7" y="13"/>
                    <a:pt x="8" y="12"/>
                    <a:pt x="8" y="1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3"/>
                    <a:pt x="8" y="15"/>
                    <a:pt x="5" y="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5" name="Freeform 30"/>
            <p:cNvSpPr>
              <a:spLocks/>
            </p:cNvSpPr>
            <p:nvPr/>
          </p:nvSpPr>
          <p:spPr bwMode="auto">
            <a:xfrm>
              <a:off x="11439525" y="5518150"/>
              <a:ext cx="38100" cy="58738"/>
            </a:xfrm>
            <a:custGeom>
              <a:avLst/>
              <a:gdLst>
                <a:gd name="T0" fmla="*/ 5 w 10"/>
                <a:gd name="T1" fmla="*/ 15 h 15"/>
                <a:gd name="T2" fmla="*/ 0 w 10"/>
                <a:gd name="T3" fmla="*/ 13 h 15"/>
                <a:gd name="T4" fmla="*/ 2 w 10"/>
                <a:gd name="T5" fmla="*/ 11 h 15"/>
                <a:gd name="T6" fmla="*/ 5 w 10"/>
                <a:gd name="T7" fmla="*/ 13 h 15"/>
                <a:gd name="T8" fmla="*/ 8 w 10"/>
                <a:gd name="T9" fmla="*/ 11 h 15"/>
                <a:gd name="T10" fmla="*/ 7 w 10"/>
                <a:gd name="T11" fmla="*/ 9 h 15"/>
                <a:gd name="T12" fmla="*/ 6 w 10"/>
                <a:gd name="T13" fmla="*/ 8 h 15"/>
                <a:gd name="T14" fmla="*/ 4 w 10"/>
                <a:gd name="T15" fmla="*/ 8 h 15"/>
                <a:gd name="T16" fmla="*/ 2 w 10"/>
                <a:gd name="T17" fmla="*/ 7 h 15"/>
                <a:gd name="T18" fmla="*/ 1 w 10"/>
                <a:gd name="T19" fmla="*/ 4 h 15"/>
                <a:gd name="T20" fmla="*/ 5 w 10"/>
                <a:gd name="T21" fmla="*/ 0 h 15"/>
                <a:gd name="T22" fmla="*/ 9 w 10"/>
                <a:gd name="T23" fmla="*/ 2 h 15"/>
                <a:gd name="T24" fmla="*/ 8 w 10"/>
                <a:gd name="T25" fmla="*/ 3 h 15"/>
                <a:gd name="T26" fmla="*/ 5 w 10"/>
                <a:gd name="T27" fmla="*/ 2 h 15"/>
                <a:gd name="T28" fmla="*/ 3 w 10"/>
                <a:gd name="T29" fmla="*/ 4 h 15"/>
                <a:gd name="T30" fmla="*/ 3 w 10"/>
                <a:gd name="T31" fmla="*/ 5 h 15"/>
                <a:gd name="T32" fmla="*/ 5 w 10"/>
                <a:gd name="T33" fmla="*/ 6 h 15"/>
                <a:gd name="T34" fmla="*/ 6 w 10"/>
                <a:gd name="T35" fmla="*/ 6 h 15"/>
                <a:gd name="T36" fmla="*/ 9 w 10"/>
                <a:gd name="T37" fmla="*/ 8 h 15"/>
                <a:gd name="T38" fmla="*/ 10 w 10"/>
                <a:gd name="T39" fmla="*/ 11 h 15"/>
                <a:gd name="T40" fmla="*/ 5 w 10"/>
                <a:gd name="T4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" h="15">
                  <a:moveTo>
                    <a:pt x="5" y="15"/>
                  </a:moveTo>
                  <a:cubicBezTo>
                    <a:pt x="3" y="15"/>
                    <a:pt x="2" y="14"/>
                    <a:pt x="0" y="13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3"/>
                    <a:pt x="4" y="13"/>
                    <a:pt x="5" y="13"/>
                  </a:cubicBezTo>
                  <a:cubicBezTo>
                    <a:pt x="7" y="13"/>
                    <a:pt x="8" y="12"/>
                    <a:pt x="8" y="11"/>
                  </a:cubicBezTo>
                  <a:cubicBezTo>
                    <a:pt x="8" y="10"/>
                    <a:pt x="8" y="9"/>
                    <a:pt x="7" y="9"/>
                  </a:cubicBezTo>
                  <a:cubicBezTo>
                    <a:pt x="7" y="9"/>
                    <a:pt x="7" y="9"/>
                    <a:pt x="6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3" y="8"/>
                    <a:pt x="2" y="8"/>
                    <a:pt x="2" y="7"/>
                  </a:cubicBezTo>
                  <a:cubicBezTo>
                    <a:pt x="1" y="6"/>
                    <a:pt x="1" y="5"/>
                    <a:pt x="1" y="4"/>
                  </a:cubicBezTo>
                  <a:cubicBezTo>
                    <a:pt x="1" y="2"/>
                    <a:pt x="2" y="0"/>
                    <a:pt x="5" y="0"/>
                  </a:cubicBezTo>
                  <a:cubicBezTo>
                    <a:pt x="7" y="0"/>
                    <a:pt x="8" y="0"/>
                    <a:pt x="9" y="2"/>
                  </a:cubicBezTo>
                  <a:cubicBezTo>
                    <a:pt x="8" y="3"/>
                    <a:pt x="8" y="3"/>
                    <a:pt x="8" y="3"/>
                  </a:cubicBezTo>
                  <a:cubicBezTo>
                    <a:pt x="7" y="2"/>
                    <a:pt x="6" y="2"/>
                    <a:pt x="5" y="2"/>
                  </a:cubicBezTo>
                  <a:cubicBezTo>
                    <a:pt x="4" y="2"/>
                    <a:pt x="3" y="3"/>
                    <a:pt x="3" y="4"/>
                  </a:cubicBezTo>
                  <a:cubicBezTo>
                    <a:pt x="3" y="5"/>
                    <a:pt x="3" y="5"/>
                    <a:pt x="3" y="5"/>
                  </a:cubicBezTo>
                  <a:cubicBezTo>
                    <a:pt x="4" y="6"/>
                    <a:pt x="4" y="6"/>
                    <a:pt x="5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8" y="7"/>
                    <a:pt x="8" y="7"/>
                    <a:pt x="9" y="8"/>
                  </a:cubicBezTo>
                  <a:cubicBezTo>
                    <a:pt x="9" y="8"/>
                    <a:pt x="10" y="9"/>
                    <a:pt x="10" y="11"/>
                  </a:cubicBezTo>
                  <a:cubicBezTo>
                    <a:pt x="10" y="13"/>
                    <a:pt x="8" y="15"/>
                    <a:pt x="5" y="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6" name="Freeform 31"/>
            <p:cNvSpPr>
              <a:spLocks/>
            </p:cNvSpPr>
            <p:nvPr/>
          </p:nvSpPr>
          <p:spPr bwMode="auto">
            <a:xfrm>
              <a:off x="11499850" y="5518150"/>
              <a:ext cx="34925" cy="58738"/>
            </a:xfrm>
            <a:custGeom>
              <a:avLst/>
              <a:gdLst>
                <a:gd name="T0" fmla="*/ 15 w 22"/>
                <a:gd name="T1" fmla="*/ 4 h 37"/>
                <a:gd name="T2" fmla="*/ 15 w 22"/>
                <a:gd name="T3" fmla="*/ 37 h 37"/>
                <a:gd name="T4" fmla="*/ 10 w 22"/>
                <a:gd name="T5" fmla="*/ 37 h 37"/>
                <a:gd name="T6" fmla="*/ 10 w 22"/>
                <a:gd name="T7" fmla="*/ 4 h 37"/>
                <a:gd name="T8" fmla="*/ 0 w 22"/>
                <a:gd name="T9" fmla="*/ 4 h 37"/>
                <a:gd name="T10" fmla="*/ 0 w 22"/>
                <a:gd name="T11" fmla="*/ 0 h 37"/>
                <a:gd name="T12" fmla="*/ 22 w 22"/>
                <a:gd name="T13" fmla="*/ 0 h 37"/>
                <a:gd name="T14" fmla="*/ 22 w 22"/>
                <a:gd name="T15" fmla="*/ 4 h 37"/>
                <a:gd name="T16" fmla="*/ 15 w 22"/>
                <a:gd name="T17" fmla="*/ 4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37">
                  <a:moveTo>
                    <a:pt x="15" y="4"/>
                  </a:moveTo>
                  <a:lnTo>
                    <a:pt x="15" y="37"/>
                  </a:lnTo>
                  <a:lnTo>
                    <a:pt x="10" y="37"/>
                  </a:lnTo>
                  <a:lnTo>
                    <a:pt x="10" y="4"/>
                  </a:lnTo>
                  <a:lnTo>
                    <a:pt x="0" y="4"/>
                  </a:lnTo>
                  <a:lnTo>
                    <a:pt x="0" y="0"/>
                  </a:lnTo>
                  <a:lnTo>
                    <a:pt x="22" y="0"/>
                  </a:lnTo>
                  <a:lnTo>
                    <a:pt x="22" y="4"/>
                  </a:lnTo>
                  <a:lnTo>
                    <a:pt x="15" y="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7" name="Freeform 32"/>
            <p:cNvSpPr>
              <a:spLocks/>
            </p:cNvSpPr>
            <p:nvPr/>
          </p:nvSpPr>
          <p:spPr bwMode="auto">
            <a:xfrm>
              <a:off x="11212513" y="5289550"/>
              <a:ext cx="322263" cy="173038"/>
            </a:xfrm>
            <a:custGeom>
              <a:avLst/>
              <a:gdLst>
                <a:gd name="T0" fmla="*/ 203 w 203"/>
                <a:gd name="T1" fmla="*/ 109 h 109"/>
                <a:gd name="T2" fmla="*/ 203 w 203"/>
                <a:gd name="T3" fmla="*/ 109 h 109"/>
                <a:gd name="T4" fmla="*/ 67 w 203"/>
                <a:gd name="T5" fmla="*/ 0 h 109"/>
                <a:gd name="T6" fmla="*/ 0 w 203"/>
                <a:gd name="T7" fmla="*/ 106 h 109"/>
                <a:gd name="T8" fmla="*/ 0 w 203"/>
                <a:gd name="T9" fmla="*/ 109 h 109"/>
                <a:gd name="T10" fmla="*/ 67 w 203"/>
                <a:gd name="T11" fmla="*/ 35 h 109"/>
                <a:gd name="T12" fmla="*/ 203 w 203"/>
                <a:gd name="T13" fmla="*/ 109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109">
                  <a:moveTo>
                    <a:pt x="203" y="109"/>
                  </a:moveTo>
                  <a:lnTo>
                    <a:pt x="203" y="109"/>
                  </a:lnTo>
                  <a:lnTo>
                    <a:pt x="67" y="0"/>
                  </a:lnTo>
                  <a:lnTo>
                    <a:pt x="0" y="106"/>
                  </a:lnTo>
                  <a:lnTo>
                    <a:pt x="0" y="109"/>
                  </a:lnTo>
                  <a:lnTo>
                    <a:pt x="67" y="35"/>
                  </a:lnTo>
                  <a:lnTo>
                    <a:pt x="203" y="1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8" name="Freeform 33"/>
            <p:cNvSpPr>
              <a:spLocks/>
            </p:cNvSpPr>
            <p:nvPr/>
          </p:nvSpPr>
          <p:spPr bwMode="auto">
            <a:xfrm>
              <a:off x="11212513" y="5364163"/>
              <a:ext cx="322263" cy="109538"/>
            </a:xfrm>
            <a:custGeom>
              <a:avLst/>
              <a:gdLst>
                <a:gd name="T0" fmla="*/ 0 w 203"/>
                <a:gd name="T1" fmla="*/ 67 h 69"/>
                <a:gd name="T2" fmla="*/ 0 w 203"/>
                <a:gd name="T3" fmla="*/ 69 h 69"/>
                <a:gd name="T4" fmla="*/ 67 w 203"/>
                <a:gd name="T5" fmla="*/ 25 h 69"/>
                <a:gd name="T6" fmla="*/ 203 w 203"/>
                <a:gd name="T7" fmla="*/ 69 h 69"/>
                <a:gd name="T8" fmla="*/ 203 w 203"/>
                <a:gd name="T9" fmla="*/ 67 h 69"/>
                <a:gd name="T10" fmla="*/ 67 w 203"/>
                <a:gd name="T11" fmla="*/ 0 h 69"/>
                <a:gd name="T12" fmla="*/ 0 w 203"/>
                <a:gd name="T13" fmla="*/ 6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69">
                  <a:moveTo>
                    <a:pt x="0" y="67"/>
                  </a:moveTo>
                  <a:lnTo>
                    <a:pt x="0" y="69"/>
                  </a:lnTo>
                  <a:lnTo>
                    <a:pt x="67" y="25"/>
                  </a:lnTo>
                  <a:lnTo>
                    <a:pt x="203" y="69"/>
                  </a:lnTo>
                  <a:lnTo>
                    <a:pt x="203" y="67"/>
                  </a:lnTo>
                  <a:lnTo>
                    <a:pt x="67" y="0"/>
                  </a:lnTo>
                  <a:lnTo>
                    <a:pt x="0" y="6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9" name="Freeform 34"/>
            <p:cNvSpPr>
              <a:spLocks/>
            </p:cNvSpPr>
            <p:nvPr/>
          </p:nvSpPr>
          <p:spPr bwMode="auto">
            <a:xfrm>
              <a:off x="11212513" y="5414963"/>
              <a:ext cx="322263" cy="66675"/>
            </a:xfrm>
            <a:custGeom>
              <a:avLst/>
              <a:gdLst>
                <a:gd name="T0" fmla="*/ 0 w 203"/>
                <a:gd name="T1" fmla="*/ 42 h 42"/>
                <a:gd name="T2" fmla="*/ 0 w 203"/>
                <a:gd name="T3" fmla="*/ 42 h 42"/>
                <a:gd name="T4" fmla="*/ 67 w 203"/>
                <a:gd name="T5" fmla="*/ 25 h 42"/>
                <a:gd name="T6" fmla="*/ 203 w 203"/>
                <a:gd name="T7" fmla="*/ 42 h 42"/>
                <a:gd name="T8" fmla="*/ 203 w 203"/>
                <a:gd name="T9" fmla="*/ 42 h 42"/>
                <a:gd name="T10" fmla="*/ 67 w 203"/>
                <a:gd name="T11" fmla="*/ 0 h 42"/>
                <a:gd name="T12" fmla="*/ 0 w 203"/>
                <a:gd name="T13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42">
                  <a:moveTo>
                    <a:pt x="0" y="42"/>
                  </a:moveTo>
                  <a:lnTo>
                    <a:pt x="0" y="42"/>
                  </a:lnTo>
                  <a:lnTo>
                    <a:pt x="67" y="25"/>
                  </a:lnTo>
                  <a:lnTo>
                    <a:pt x="203" y="42"/>
                  </a:lnTo>
                  <a:lnTo>
                    <a:pt x="203" y="42"/>
                  </a:lnTo>
                  <a:lnTo>
                    <a:pt x="67" y="0"/>
                  </a:lnTo>
                  <a:lnTo>
                    <a:pt x="0" y="4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40" name="Freeform 35"/>
            <p:cNvSpPr>
              <a:spLocks/>
            </p:cNvSpPr>
            <p:nvPr/>
          </p:nvSpPr>
          <p:spPr bwMode="auto">
            <a:xfrm>
              <a:off x="11212513" y="5470525"/>
              <a:ext cx="322263" cy="23813"/>
            </a:xfrm>
            <a:custGeom>
              <a:avLst/>
              <a:gdLst>
                <a:gd name="T0" fmla="*/ 0 w 203"/>
                <a:gd name="T1" fmla="*/ 12 h 15"/>
                <a:gd name="T2" fmla="*/ 0 w 203"/>
                <a:gd name="T3" fmla="*/ 15 h 15"/>
                <a:gd name="T4" fmla="*/ 203 w 203"/>
                <a:gd name="T5" fmla="*/ 15 h 15"/>
                <a:gd name="T6" fmla="*/ 203 w 203"/>
                <a:gd name="T7" fmla="*/ 12 h 15"/>
                <a:gd name="T8" fmla="*/ 67 w 203"/>
                <a:gd name="T9" fmla="*/ 0 h 15"/>
                <a:gd name="T10" fmla="*/ 0 w 203"/>
                <a:gd name="T11" fmla="*/ 1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3" h="15">
                  <a:moveTo>
                    <a:pt x="0" y="12"/>
                  </a:moveTo>
                  <a:lnTo>
                    <a:pt x="0" y="15"/>
                  </a:lnTo>
                  <a:lnTo>
                    <a:pt x="203" y="15"/>
                  </a:lnTo>
                  <a:lnTo>
                    <a:pt x="203" y="12"/>
                  </a:lnTo>
                  <a:lnTo>
                    <a:pt x="67" y="0"/>
                  </a:lnTo>
                  <a:lnTo>
                    <a:pt x="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</p:grpSp>
      <p:grpSp>
        <p:nvGrpSpPr>
          <p:cNvPr id="43" name="그룹 42"/>
          <p:cNvGrpSpPr/>
          <p:nvPr userDrawn="1"/>
        </p:nvGrpSpPr>
        <p:grpSpPr>
          <a:xfrm>
            <a:off x="9276077" y="6972575"/>
            <a:ext cx="1110305" cy="316737"/>
            <a:chOff x="10506075" y="5289550"/>
            <a:chExt cx="1028701" cy="287338"/>
          </a:xfrm>
          <a:solidFill>
            <a:schemeClr val="bg1">
              <a:lumMod val="75000"/>
            </a:schemeClr>
          </a:solidFill>
        </p:grpSpPr>
        <p:sp>
          <p:nvSpPr>
            <p:cNvPr id="44" name="Freeform 5"/>
            <p:cNvSpPr>
              <a:spLocks noEditPoints="1"/>
            </p:cNvSpPr>
            <p:nvPr/>
          </p:nvSpPr>
          <p:spPr bwMode="auto">
            <a:xfrm>
              <a:off x="10585450" y="5395913"/>
              <a:ext cx="95250" cy="101600"/>
            </a:xfrm>
            <a:custGeom>
              <a:avLst/>
              <a:gdLst>
                <a:gd name="T0" fmla="*/ 13 w 25"/>
                <a:gd name="T1" fmla="*/ 0 h 26"/>
                <a:gd name="T2" fmla="*/ 0 w 25"/>
                <a:gd name="T3" fmla="*/ 13 h 26"/>
                <a:gd name="T4" fmla="*/ 13 w 25"/>
                <a:gd name="T5" fmla="*/ 26 h 26"/>
                <a:gd name="T6" fmla="*/ 25 w 25"/>
                <a:gd name="T7" fmla="*/ 13 h 26"/>
                <a:gd name="T8" fmla="*/ 13 w 25"/>
                <a:gd name="T9" fmla="*/ 0 h 26"/>
                <a:gd name="T10" fmla="*/ 13 w 25"/>
                <a:gd name="T11" fmla="*/ 20 h 26"/>
                <a:gd name="T12" fmla="*/ 6 w 25"/>
                <a:gd name="T13" fmla="*/ 13 h 26"/>
                <a:gd name="T14" fmla="*/ 13 w 25"/>
                <a:gd name="T15" fmla="*/ 7 h 26"/>
                <a:gd name="T16" fmla="*/ 19 w 25"/>
                <a:gd name="T17" fmla="*/ 13 h 26"/>
                <a:gd name="T18" fmla="*/ 13 w 25"/>
                <a:gd name="T19" fmla="*/ 2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" h="26">
                  <a:moveTo>
                    <a:pt x="13" y="0"/>
                  </a:moveTo>
                  <a:cubicBezTo>
                    <a:pt x="5" y="0"/>
                    <a:pt x="0" y="6"/>
                    <a:pt x="0" y="13"/>
                  </a:cubicBezTo>
                  <a:cubicBezTo>
                    <a:pt x="0" y="20"/>
                    <a:pt x="5" y="26"/>
                    <a:pt x="13" y="26"/>
                  </a:cubicBezTo>
                  <a:cubicBezTo>
                    <a:pt x="20" y="26"/>
                    <a:pt x="25" y="20"/>
                    <a:pt x="25" y="13"/>
                  </a:cubicBezTo>
                  <a:cubicBezTo>
                    <a:pt x="25" y="6"/>
                    <a:pt x="20" y="0"/>
                    <a:pt x="13" y="0"/>
                  </a:cubicBezTo>
                  <a:close/>
                  <a:moveTo>
                    <a:pt x="13" y="20"/>
                  </a:moveTo>
                  <a:cubicBezTo>
                    <a:pt x="9" y="20"/>
                    <a:pt x="6" y="17"/>
                    <a:pt x="6" y="13"/>
                  </a:cubicBezTo>
                  <a:cubicBezTo>
                    <a:pt x="6" y="10"/>
                    <a:pt x="9" y="7"/>
                    <a:pt x="13" y="7"/>
                  </a:cubicBezTo>
                  <a:cubicBezTo>
                    <a:pt x="16" y="7"/>
                    <a:pt x="19" y="10"/>
                    <a:pt x="19" y="13"/>
                  </a:cubicBezTo>
                  <a:cubicBezTo>
                    <a:pt x="19" y="17"/>
                    <a:pt x="16" y="20"/>
                    <a:pt x="1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45" name="Freeform 6"/>
            <p:cNvSpPr>
              <a:spLocks noEditPoints="1"/>
            </p:cNvSpPr>
            <p:nvPr/>
          </p:nvSpPr>
          <p:spPr bwMode="auto">
            <a:xfrm>
              <a:off x="11071225" y="5395913"/>
              <a:ext cx="95250" cy="101600"/>
            </a:xfrm>
            <a:custGeom>
              <a:avLst/>
              <a:gdLst>
                <a:gd name="T0" fmla="*/ 13 w 25"/>
                <a:gd name="T1" fmla="*/ 0 h 26"/>
                <a:gd name="T2" fmla="*/ 0 w 25"/>
                <a:gd name="T3" fmla="*/ 13 h 26"/>
                <a:gd name="T4" fmla="*/ 13 w 25"/>
                <a:gd name="T5" fmla="*/ 26 h 26"/>
                <a:gd name="T6" fmla="*/ 25 w 25"/>
                <a:gd name="T7" fmla="*/ 13 h 26"/>
                <a:gd name="T8" fmla="*/ 13 w 25"/>
                <a:gd name="T9" fmla="*/ 0 h 26"/>
                <a:gd name="T10" fmla="*/ 13 w 25"/>
                <a:gd name="T11" fmla="*/ 20 h 26"/>
                <a:gd name="T12" fmla="*/ 6 w 25"/>
                <a:gd name="T13" fmla="*/ 13 h 26"/>
                <a:gd name="T14" fmla="*/ 13 w 25"/>
                <a:gd name="T15" fmla="*/ 7 h 26"/>
                <a:gd name="T16" fmla="*/ 19 w 25"/>
                <a:gd name="T17" fmla="*/ 13 h 26"/>
                <a:gd name="T18" fmla="*/ 13 w 25"/>
                <a:gd name="T19" fmla="*/ 2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" h="26">
                  <a:moveTo>
                    <a:pt x="13" y="0"/>
                  </a:moveTo>
                  <a:cubicBezTo>
                    <a:pt x="6" y="0"/>
                    <a:pt x="0" y="6"/>
                    <a:pt x="0" y="13"/>
                  </a:cubicBezTo>
                  <a:cubicBezTo>
                    <a:pt x="0" y="20"/>
                    <a:pt x="6" y="26"/>
                    <a:pt x="13" y="26"/>
                  </a:cubicBezTo>
                  <a:cubicBezTo>
                    <a:pt x="20" y="26"/>
                    <a:pt x="25" y="20"/>
                    <a:pt x="25" y="13"/>
                  </a:cubicBezTo>
                  <a:cubicBezTo>
                    <a:pt x="25" y="6"/>
                    <a:pt x="20" y="0"/>
                    <a:pt x="13" y="0"/>
                  </a:cubicBezTo>
                  <a:close/>
                  <a:moveTo>
                    <a:pt x="13" y="20"/>
                  </a:moveTo>
                  <a:cubicBezTo>
                    <a:pt x="9" y="20"/>
                    <a:pt x="6" y="17"/>
                    <a:pt x="6" y="13"/>
                  </a:cubicBezTo>
                  <a:cubicBezTo>
                    <a:pt x="6" y="10"/>
                    <a:pt x="9" y="7"/>
                    <a:pt x="13" y="7"/>
                  </a:cubicBezTo>
                  <a:cubicBezTo>
                    <a:pt x="16" y="7"/>
                    <a:pt x="19" y="10"/>
                    <a:pt x="19" y="13"/>
                  </a:cubicBezTo>
                  <a:cubicBezTo>
                    <a:pt x="19" y="17"/>
                    <a:pt x="16" y="20"/>
                    <a:pt x="1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46" name="Freeform 7"/>
            <p:cNvSpPr>
              <a:spLocks/>
            </p:cNvSpPr>
            <p:nvPr/>
          </p:nvSpPr>
          <p:spPr bwMode="auto">
            <a:xfrm>
              <a:off x="10710863" y="5399088"/>
              <a:ext cx="65088" cy="63500"/>
            </a:xfrm>
            <a:custGeom>
              <a:avLst/>
              <a:gdLst>
                <a:gd name="T0" fmla="*/ 7 w 17"/>
                <a:gd name="T1" fmla="*/ 16 h 16"/>
                <a:gd name="T2" fmla="*/ 9 w 17"/>
                <a:gd name="T3" fmla="*/ 16 h 16"/>
                <a:gd name="T4" fmla="*/ 17 w 17"/>
                <a:gd name="T5" fmla="*/ 8 h 16"/>
                <a:gd name="T6" fmla="*/ 9 w 17"/>
                <a:gd name="T7" fmla="*/ 0 h 16"/>
                <a:gd name="T8" fmla="*/ 0 w 17"/>
                <a:gd name="T9" fmla="*/ 0 h 16"/>
                <a:gd name="T10" fmla="*/ 1 w 17"/>
                <a:gd name="T11" fmla="*/ 5 h 16"/>
                <a:gd name="T12" fmla="*/ 8 w 17"/>
                <a:gd name="T13" fmla="*/ 5 h 16"/>
                <a:gd name="T14" fmla="*/ 11 w 17"/>
                <a:gd name="T15" fmla="*/ 8 h 16"/>
                <a:gd name="T16" fmla="*/ 8 w 17"/>
                <a:gd name="T17" fmla="*/ 12 h 16"/>
                <a:gd name="T18" fmla="*/ 4 w 17"/>
                <a:gd name="T1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" h="16">
                  <a:moveTo>
                    <a:pt x="7" y="16"/>
                  </a:moveTo>
                  <a:cubicBezTo>
                    <a:pt x="9" y="16"/>
                    <a:pt x="9" y="16"/>
                    <a:pt x="9" y="16"/>
                  </a:cubicBezTo>
                  <a:cubicBezTo>
                    <a:pt x="14" y="16"/>
                    <a:pt x="17" y="13"/>
                    <a:pt x="17" y="8"/>
                  </a:cubicBezTo>
                  <a:cubicBezTo>
                    <a:pt x="17" y="4"/>
                    <a:pt x="14" y="0"/>
                    <a:pt x="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8" y="5"/>
                    <a:pt x="8" y="5"/>
                    <a:pt x="8" y="5"/>
                  </a:cubicBezTo>
                  <a:cubicBezTo>
                    <a:pt x="10" y="5"/>
                    <a:pt x="11" y="7"/>
                    <a:pt x="11" y="8"/>
                  </a:cubicBezTo>
                  <a:cubicBezTo>
                    <a:pt x="11" y="10"/>
                    <a:pt x="10" y="12"/>
                    <a:pt x="8" y="12"/>
                  </a:cubicBezTo>
                  <a:cubicBezTo>
                    <a:pt x="4" y="12"/>
                    <a:pt x="4" y="12"/>
                    <a:pt x="4" y="1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47" name="Rectangle 8"/>
            <p:cNvSpPr>
              <a:spLocks noChangeArrowheads="1"/>
            </p:cNvSpPr>
            <p:nvPr/>
          </p:nvSpPr>
          <p:spPr bwMode="auto">
            <a:xfrm>
              <a:off x="10506075" y="5399088"/>
              <a:ext cx="23813" cy="98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48" name="Rectangle 9"/>
            <p:cNvSpPr>
              <a:spLocks noChangeArrowheads="1"/>
            </p:cNvSpPr>
            <p:nvPr/>
          </p:nvSpPr>
          <p:spPr bwMode="auto">
            <a:xfrm>
              <a:off x="10696575" y="5399088"/>
              <a:ext cx="22225" cy="98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49" name="Freeform 10"/>
            <p:cNvSpPr>
              <a:spLocks/>
            </p:cNvSpPr>
            <p:nvPr/>
          </p:nvSpPr>
          <p:spPr bwMode="auto">
            <a:xfrm>
              <a:off x="10877550" y="5399088"/>
              <a:ext cx="31750" cy="98425"/>
            </a:xfrm>
            <a:custGeom>
              <a:avLst/>
              <a:gdLst>
                <a:gd name="T0" fmla="*/ 15 w 20"/>
                <a:gd name="T1" fmla="*/ 62 h 62"/>
                <a:gd name="T2" fmla="*/ 0 w 20"/>
                <a:gd name="T3" fmla="*/ 62 h 62"/>
                <a:gd name="T4" fmla="*/ 5 w 20"/>
                <a:gd name="T5" fmla="*/ 0 h 62"/>
                <a:gd name="T6" fmla="*/ 20 w 20"/>
                <a:gd name="T7" fmla="*/ 0 h 62"/>
                <a:gd name="T8" fmla="*/ 15 w 20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" h="62">
                  <a:moveTo>
                    <a:pt x="15" y="62"/>
                  </a:moveTo>
                  <a:lnTo>
                    <a:pt x="0" y="62"/>
                  </a:lnTo>
                  <a:lnTo>
                    <a:pt x="5" y="0"/>
                  </a:lnTo>
                  <a:lnTo>
                    <a:pt x="20" y="0"/>
                  </a:lnTo>
                  <a:lnTo>
                    <a:pt x="15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50" name="Rectangle 11"/>
            <p:cNvSpPr>
              <a:spLocks noChangeArrowheads="1"/>
            </p:cNvSpPr>
            <p:nvPr/>
          </p:nvSpPr>
          <p:spPr bwMode="auto">
            <a:xfrm>
              <a:off x="10806113" y="5457825"/>
              <a:ext cx="46038" cy="206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51" name="Freeform 12"/>
            <p:cNvSpPr>
              <a:spLocks/>
            </p:cNvSpPr>
            <p:nvPr/>
          </p:nvSpPr>
          <p:spPr bwMode="auto">
            <a:xfrm>
              <a:off x="10779125" y="5399088"/>
              <a:ext cx="61913" cy="98425"/>
            </a:xfrm>
            <a:custGeom>
              <a:avLst/>
              <a:gdLst>
                <a:gd name="T0" fmla="*/ 17 w 39"/>
                <a:gd name="T1" fmla="*/ 62 h 62"/>
                <a:gd name="T2" fmla="*/ 0 w 39"/>
                <a:gd name="T3" fmla="*/ 62 h 62"/>
                <a:gd name="T4" fmla="*/ 24 w 39"/>
                <a:gd name="T5" fmla="*/ 0 h 62"/>
                <a:gd name="T6" fmla="*/ 39 w 39"/>
                <a:gd name="T7" fmla="*/ 0 h 62"/>
                <a:gd name="T8" fmla="*/ 17 w 39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62">
                  <a:moveTo>
                    <a:pt x="17" y="62"/>
                  </a:moveTo>
                  <a:lnTo>
                    <a:pt x="0" y="62"/>
                  </a:lnTo>
                  <a:lnTo>
                    <a:pt x="24" y="0"/>
                  </a:lnTo>
                  <a:lnTo>
                    <a:pt x="39" y="0"/>
                  </a:lnTo>
                  <a:lnTo>
                    <a:pt x="17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52" name="Freeform 13"/>
            <p:cNvSpPr>
              <a:spLocks/>
            </p:cNvSpPr>
            <p:nvPr/>
          </p:nvSpPr>
          <p:spPr bwMode="auto">
            <a:xfrm>
              <a:off x="10817225" y="5399088"/>
              <a:ext cx="57150" cy="98425"/>
            </a:xfrm>
            <a:custGeom>
              <a:avLst/>
              <a:gdLst>
                <a:gd name="T0" fmla="*/ 22 w 36"/>
                <a:gd name="T1" fmla="*/ 62 h 62"/>
                <a:gd name="T2" fmla="*/ 36 w 36"/>
                <a:gd name="T3" fmla="*/ 62 h 62"/>
                <a:gd name="T4" fmla="*/ 15 w 36"/>
                <a:gd name="T5" fmla="*/ 0 h 62"/>
                <a:gd name="T6" fmla="*/ 0 w 36"/>
                <a:gd name="T7" fmla="*/ 0 h 62"/>
                <a:gd name="T8" fmla="*/ 22 w 36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62">
                  <a:moveTo>
                    <a:pt x="22" y="62"/>
                  </a:moveTo>
                  <a:lnTo>
                    <a:pt x="36" y="62"/>
                  </a:lnTo>
                  <a:lnTo>
                    <a:pt x="15" y="0"/>
                  </a:lnTo>
                  <a:lnTo>
                    <a:pt x="0" y="0"/>
                  </a:lnTo>
                  <a:lnTo>
                    <a:pt x="22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53" name="Freeform 14"/>
            <p:cNvSpPr>
              <a:spLocks/>
            </p:cNvSpPr>
            <p:nvPr/>
          </p:nvSpPr>
          <p:spPr bwMode="auto">
            <a:xfrm>
              <a:off x="10885488" y="5399088"/>
              <a:ext cx="49213" cy="98425"/>
            </a:xfrm>
            <a:custGeom>
              <a:avLst/>
              <a:gdLst>
                <a:gd name="T0" fmla="*/ 24 w 31"/>
                <a:gd name="T1" fmla="*/ 62 h 62"/>
                <a:gd name="T2" fmla="*/ 29 w 31"/>
                <a:gd name="T3" fmla="*/ 62 h 62"/>
                <a:gd name="T4" fmla="*/ 31 w 31"/>
                <a:gd name="T5" fmla="*/ 40 h 62"/>
                <a:gd name="T6" fmla="*/ 15 w 31"/>
                <a:gd name="T7" fmla="*/ 0 h 62"/>
                <a:gd name="T8" fmla="*/ 0 w 31"/>
                <a:gd name="T9" fmla="*/ 0 h 62"/>
                <a:gd name="T10" fmla="*/ 24 w 31"/>
                <a:gd name="T11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1" h="62">
                  <a:moveTo>
                    <a:pt x="24" y="62"/>
                  </a:moveTo>
                  <a:lnTo>
                    <a:pt x="29" y="62"/>
                  </a:lnTo>
                  <a:lnTo>
                    <a:pt x="31" y="4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24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54" name="Freeform 15"/>
            <p:cNvSpPr>
              <a:spLocks/>
            </p:cNvSpPr>
            <p:nvPr/>
          </p:nvSpPr>
          <p:spPr bwMode="auto">
            <a:xfrm>
              <a:off x="10953750" y="5399088"/>
              <a:ext cx="30163" cy="98425"/>
            </a:xfrm>
            <a:custGeom>
              <a:avLst/>
              <a:gdLst>
                <a:gd name="T0" fmla="*/ 5 w 19"/>
                <a:gd name="T1" fmla="*/ 62 h 62"/>
                <a:gd name="T2" fmla="*/ 19 w 19"/>
                <a:gd name="T3" fmla="*/ 62 h 62"/>
                <a:gd name="T4" fmla="*/ 15 w 19"/>
                <a:gd name="T5" fmla="*/ 0 h 62"/>
                <a:gd name="T6" fmla="*/ 0 w 19"/>
                <a:gd name="T7" fmla="*/ 0 h 62"/>
                <a:gd name="T8" fmla="*/ 5 w 19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62">
                  <a:moveTo>
                    <a:pt x="5" y="62"/>
                  </a:moveTo>
                  <a:lnTo>
                    <a:pt x="19" y="62"/>
                  </a:lnTo>
                  <a:lnTo>
                    <a:pt x="15" y="0"/>
                  </a:lnTo>
                  <a:lnTo>
                    <a:pt x="0" y="0"/>
                  </a:lnTo>
                  <a:lnTo>
                    <a:pt x="5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55" name="Freeform 16"/>
            <p:cNvSpPr>
              <a:spLocks/>
            </p:cNvSpPr>
            <p:nvPr/>
          </p:nvSpPr>
          <p:spPr bwMode="auto">
            <a:xfrm>
              <a:off x="10926763" y="5399088"/>
              <a:ext cx="50800" cy="98425"/>
            </a:xfrm>
            <a:custGeom>
              <a:avLst/>
              <a:gdLst>
                <a:gd name="T0" fmla="*/ 8 w 32"/>
                <a:gd name="T1" fmla="*/ 62 h 62"/>
                <a:gd name="T2" fmla="*/ 3 w 32"/>
                <a:gd name="T3" fmla="*/ 62 h 62"/>
                <a:gd name="T4" fmla="*/ 0 w 32"/>
                <a:gd name="T5" fmla="*/ 40 h 62"/>
                <a:gd name="T6" fmla="*/ 17 w 32"/>
                <a:gd name="T7" fmla="*/ 0 h 62"/>
                <a:gd name="T8" fmla="*/ 32 w 32"/>
                <a:gd name="T9" fmla="*/ 0 h 62"/>
                <a:gd name="T10" fmla="*/ 8 w 32"/>
                <a:gd name="T11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2" h="62">
                  <a:moveTo>
                    <a:pt x="8" y="62"/>
                  </a:moveTo>
                  <a:lnTo>
                    <a:pt x="3" y="62"/>
                  </a:lnTo>
                  <a:lnTo>
                    <a:pt x="0" y="40"/>
                  </a:lnTo>
                  <a:lnTo>
                    <a:pt x="17" y="0"/>
                  </a:lnTo>
                  <a:lnTo>
                    <a:pt x="32" y="0"/>
                  </a:lnTo>
                  <a:lnTo>
                    <a:pt x="8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56" name="Freeform 17"/>
            <p:cNvSpPr>
              <a:spLocks/>
            </p:cNvSpPr>
            <p:nvPr/>
          </p:nvSpPr>
          <p:spPr bwMode="auto">
            <a:xfrm>
              <a:off x="10521950" y="5399088"/>
              <a:ext cx="63500" cy="50800"/>
            </a:xfrm>
            <a:custGeom>
              <a:avLst/>
              <a:gdLst>
                <a:gd name="T0" fmla="*/ 17 w 40"/>
                <a:gd name="T1" fmla="*/ 32 h 32"/>
                <a:gd name="T2" fmla="*/ 0 w 40"/>
                <a:gd name="T3" fmla="*/ 32 h 32"/>
                <a:gd name="T4" fmla="*/ 24 w 40"/>
                <a:gd name="T5" fmla="*/ 0 h 32"/>
                <a:gd name="T6" fmla="*/ 40 w 40"/>
                <a:gd name="T7" fmla="*/ 0 h 32"/>
                <a:gd name="T8" fmla="*/ 17 w 40"/>
                <a:gd name="T9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32">
                  <a:moveTo>
                    <a:pt x="17" y="32"/>
                  </a:moveTo>
                  <a:lnTo>
                    <a:pt x="0" y="32"/>
                  </a:lnTo>
                  <a:lnTo>
                    <a:pt x="24" y="0"/>
                  </a:lnTo>
                  <a:lnTo>
                    <a:pt x="40" y="0"/>
                  </a:lnTo>
                  <a:lnTo>
                    <a:pt x="17" y="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57" name="Freeform 18"/>
            <p:cNvSpPr>
              <a:spLocks/>
            </p:cNvSpPr>
            <p:nvPr/>
          </p:nvSpPr>
          <p:spPr bwMode="auto">
            <a:xfrm>
              <a:off x="10525125" y="5443538"/>
              <a:ext cx="65088" cy="53975"/>
            </a:xfrm>
            <a:custGeom>
              <a:avLst/>
              <a:gdLst>
                <a:gd name="T0" fmla="*/ 17 w 41"/>
                <a:gd name="T1" fmla="*/ 0 h 34"/>
                <a:gd name="T2" fmla="*/ 0 w 41"/>
                <a:gd name="T3" fmla="*/ 0 h 34"/>
                <a:gd name="T4" fmla="*/ 24 w 41"/>
                <a:gd name="T5" fmla="*/ 34 h 34"/>
                <a:gd name="T6" fmla="*/ 41 w 41"/>
                <a:gd name="T7" fmla="*/ 34 h 34"/>
                <a:gd name="T8" fmla="*/ 17 w 41"/>
                <a:gd name="T9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34">
                  <a:moveTo>
                    <a:pt x="17" y="0"/>
                  </a:moveTo>
                  <a:lnTo>
                    <a:pt x="0" y="0"/>
                  </a:lnTo>
                  <a:lnTo>
                    <a:pt x="24" y="34"/>
                  </a:lnTo>
                  <a:lnTo>
                    <a:pt x="41" y="34"/>
                  </a:lnTo>
                  <a:lnTo>
                    <a:pt x="17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58" name="Freeform 19"/>
            <p:cNvSpPr>
              <a:spLocks/>
            </p:cNvSpPr>
            <p:nvPr/>
          </p:nvSpPr>
          <p:spPr bwMode="auto">
            <a:xfrm>
              <a:off x="10726738" y="5446713"/>
              <a:ext cx="49213" cy="50800"/>
            </a:xfrm>
            <a:custGeom>
              <a:avLst/>
              <a:gdLst>
                <a:gd name="T0" fmla="*/ 14 w 31"/>
                <a:gd name="T1" fmla="*/ 0 h 32"/>
                <a:gd name="T2" fmla="*/ 0 w 31"/>
                <a:gd name="T3" fmla="*/ 0 h 32"/>
                <a:gd name="T4" fmla="*/ 14 w 31"/>
                <a:gd name="T5" fmla="*/ 32 h 32"/>
                <a:gd name="T6" fmla="*/ 31 w 31"/>
                <a:gd name="T7" fmla="*/ 32 h 32"/>
                <a:gd name="T8" fmla="*/ 14 w 31"/>
                <a:gd name="T9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2">
                  <a:moveTo>
                    <a:pt x="14" y="0"/>
                  </a:moveTo>
                  <a:lnTo>
                    <a:pt x="0" y="0"/>
                  </a:lnTo>
                  <a:lnTo>
                    <a:pt x="14" y="32"/>
                  </a:lnTo>
                  <a:lnTo>
                    <a:pt x="31" y="32"/>
                  </a:lnTo>
                  <a:lnTo>
                    <a:pt x="14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59" name="Freeform 20"/>
            <p:cNvSpPr>
              <a:spLocks/>
            </p:cNvSpPr>
            <p:nvPr/>
          </p:nvSpPr>
          <p:spPr bwMode="auto">
            <a:xfrm>
              <a:off x="10991850" y="5395913"/>
              <a:ext cx="79375" cy="101600"/>
            </a:xfrm>
            <a:custGeom>
              <a:avLst/>
              <a:gdLst>
                <a:gd name="T0" fmla="*/ 18 w 21"/>
                <a:gd name="T1" fmla="*/ 18 h 26"/>
                <a:gd name="T2" fmla="*/ 13 w 21"/>
                <a:gd name="T3" fmla="*/ 20 h 26"/>
                <a:gd name="T4" fmla="*/ 6 w 21"/>
                <a:gd name="T5" fmla="*/ 13 h 26"/>
                <a:gd name="T6" fmla="*/ 13 w 21"/>
                <a:gd name="T7" fmla="*/ 7 h 26"/>
                <a:gd name="T8" fmla="*/ 18 w 21"/>
                <a:gd name="T9" fmla="*/ 9 h 26"/>
                <a:gd name="T10" fmla="*/ 21 w 21"/>
                <a:gd name="T11" fmla="*/ 3 h 26"/>
                <a:gd name="T12" fmla="*/ 13 w 21"/>
                <a:gd name="T13" fmla="*/ 0 h 26"/>
                <a:gd name="T14" fmla="*/ 0 w 21"/>
                <a:gd name="T15" fmla="*/ 13 h 26"/>
                <a:gd name="T16" fmla="*/ 13 w 21"/>
                <a:gd name="T17" fmla="*/ 26 h 26"/>
                <a:gd name="T18" fmla="*/ 21 w 21"/>
                <a:gd name="T19" fmla="*/ 23 h 26"/>
                <a:gd name="T20" fmla="*/ 18 w 21"/>
                <a:gd name="T21" fmla="*/ 18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" h="26">
                  <a:moveTo>
                    <a:pt x="18" y="18"/>
                  </a:moveTo>
                  <a:cubicBezTo>
                    <a:pt x="17" y="19"/>
                    <a:pt x="15" y="20"/>
                    <a:pt x="13" y="20"/>
                  </a:cubicBezTo>
                  <a:cubicBezTo>
                    <a:pt x="9" y="20"/>
                    <a:pt x="6" y="17"/>
                    <a:pt x="6" y="13"/>
                  </a:cubicBezTo>
                  <a:cubicBezTo>
                    <a:pt x="6" y="10"/>
                    <a:pt x="9" y="7"/>
                    <a:pt x="13" y="7"/>
                  </a:cubicBezTo>
                  <a:cubicBezTo>
                    <a:pt x="15" y="7"/>
                    <a:pt x="17" y="7"/>
                    <a:pt x="18" y="9"/>
                  </a:cubicBezTo>
                  <a:cubicBezTo>
                    <a:pt x="18" y="7"/>
                    <a:pt x="19" y="5"/>
                    <a:pt x="21" y="3"/>
                  </a:cubicBezTo>
                  <a:cubicBezTo>
                    <a:pt x="19" y="1"/>
                    <a:pt x="16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20"/>
                    <a:pt x="6" y="26"/>
                    <a:pt x="13" y="26"/>
                  </a:cubicBezTo>
                  <a:cubicBezTo>
                    <a:pt x="16" y="26"/>
                    <a:pt x="19" y="25"/>
                    <a:pt x="21" y="23"/>
                  </a:cubicBezTo>
                  <a:cubicBezTo>
                    <a:pt x="19" y="22"/>
                    <a:pt x="18" y="20"/>
                    <a:pt x="18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60" name="Freeform 21"/>
            <p:cNvSpPr>
              <a:spLocks noEditPoints="1"/>
            </p:cNvSpPr>
            <p:nvPr/>
          </p:nvSpPr>
          <p:spPr bwMode="auto">
            <a:xfrm>
              <a:off x="10882313" y="5518150"/>
              <a:ext cx="33338" cy="58738"/>
            </a:xfrm>
            <a:custGeom>
              <a:avLst/>
              <a:gdLst>
                <a:gd name="T0" fmla="*/ 7 w 9"/>
                <a:gd name="T1" fmla="*/ 15 h 15"/>
                <a:gd name="T2" fmla="*/ 4 w 9"/>
                <a:gd name="T3" fmla="*/ 9 h 15"/>
                <a:gd name="T4" fmla="*/ 2 w 9"/>
                <a:gd name="T5" fmla="*/ 9 h 15"/>
                <a:gd name="T6" fmla="*/ 2 w 9"/>
                <a:gd name="T7" fmla="*/ 15 h 15"/>
                <a:gd name="T8" fmla="*/ 0 w 9"/>
                <a:gd name="T9" fmla="*/ 15 h 15"/>
                <a:gd name="T10" fmla="*/ 0 w 9"/>
                <a:gd name="T11" fmla="*/ 0 h 15"/>
                <a:gd name="T12" fmla="*/ 5 w 9"/>
                <a:gd name="T13" fmla="*/ 0 h 15"/>
                <a:gd name="T14" fmla="*/ 9 w 9"/>
                <a:gd name="T15" fmla="*/ 4 h 15"/>
                <a:gd name="T16" fmla="*/ 6 w 9"/>
                <a:gd name="T17" fmla="*/ 8 h 15"/>
                <a:gd name="T18" fmla="*/ 9 w 9"/>
                <a:gd name="T19" fmla="*/ 15 h 15"/>
                <a:gd name="T20" fmla="*/ 7 w 9"/>
                <a:gd name="T21" fmla="*/ 15 h 15"/>
                <a:gd name="T22" fmla="*/ 5 w 9"/>
                <a:gd name="T23" fmla="*/ 2 h 15"/>
                <a:gd name="T24" fmla="*/ 2 w 9"/>
                <a:gd name="T25" fmla="*/ 2 h 15"/>
                <a:gd name="T26" fmla="*/ 2 w 9"/>
                <a:gd name="T27" fmla="*/ 7 h 15"/>
                <a:gd name="T28" fmla="*/ 5 w 9"/>
                <a:gd name="T29" fmla="*/ 7 h 15"/>
                <a:gd name="T30" fmla="*/ 7 w 9"/>
                <a:gd name="T31" fmla="*/ 4 h 15"/>
                <a:gd name="T32" fmla="*/ 5 w 9"/>
                <a:gd name="T3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" h="15">
                  <a:moveTo>
                    <a:pt x="7" y="15"/>
                  </a:moveTo>
                  <a:cubicBezTo>
                    <a:pt x="4" y="9"/>
                    <a:pt x="4" y="9"/>
                    <a:pt x="4" y="9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7" y="0"/>
                    <a:pt x="9" y="2"/>
                    <a:pt x="9" y="4"/>
                  </a:cubicBezTo>
                  <a:cubicBezTo>
                    <a:pt x="9" y="6"/>
                    <a:pt x="8" y="8"/>
                    <a:pt x="6" y="8"/>
                  </a:cubicBezTo>
                  <a:cubicBezTo>
                    <a:pt x="9" y="15"/>
                    <a:pt x="9" y="15"/>
                    <a:pt x="9" y="15"/>
                  </a:cubicBezTo>
                  <a:lnTo>
                    <a:pt x="7" y="15"/>
                  </a:lnTo>
                  <a:close/>
                  <a:moveTo>
                    <a:pt x="5" y="2"/>
                  </a:moveTo>
                  <a:cubicBezTo>
                    <a:pt x="2" y="2"/>
                    <a:pt x="2" y="2"/>
                    <a:pt x="2" y="2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6" y="7"/>
                    <a:pt x="7" y="6"/>
                    <a:pt x="7" y="4"/>
                  </a:cubicBezTo>
                  <a:cubicBezTo>
                    <a:pt x="7" y="3"/>
                    <a:pt x="6" y="2"/>
                    <a:pt x="5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61" name="Freeform 22"/>
            <p:cNvSpPr>
              <a:spLocks/>
            </p:cNvSpPr>
            <p:nvPr/>
          </p:nvSpPr>
          <p:spPr bwMode="auto">
            <a:xfrm>
              <a:off x="10942638" y="5518150"/>
              <a:ext cx="34925" cy="58738"/>
            </a:xfrm>
            <a:custGeom>
              <a:avLst/>
              <a:gdLst>
                <a:gd name="T0" fmla="*/ 0 w 22"/>
                <a:gd name="T1" fmla="*/ 37 h 37"/>
                <a:gd name="T2" fmla="*/ 0 w 22"/>
                <a:gd name="T3" fmla="*/ 0 h 37"/>
                <a:gd name="T4" fmla="*/ 22 w 22"/>
                <a:gd name="T5" fmla="*/ 0 h 37"/>
                <a:gd name="T6" fmla="*/ 22 w 22"/>
                <a:gd name="T7" fmla="*/ 4 h 37"/>
                <a:gd name="T8" fmla="*/ 5 w 22"/>
                <a:gd name="T9" fmla="*/ 4 h 37"/>
                <a:gd name="T10" fmla="*/ 5 w 22"/>
                <a:gd name="T11" fmla="*/ 14 h 37"/>
                <a:gd name="T12" fmla="*/ 19 w 22"/>
                <a:gd name="T13" fmla="*/ 14 h 37"/>
                <a:gd name="T14" fmla="*/ 19 w 22"/>
                <a:gd name="T15" fmla="*/ 19 h 37"/>
                <a:gd name="T16" fmla="*/ 5 w 22"/>
                <a:gd name="T17" fmla="*/ 19 h 37"/>
                <a:gd name="T18" fmla="*/ 5 w 22"/>
                <a:gd name="T19" fmla="*/ 32 h 37"/>
                <a:gd name="T20" fmla="*/ 22 w 22"/>
                <a:gd name="T21" fmla="*/ 32 h 37"/>
                <a:gd name="T22" fmla="*/ 22 w 22"/>
                <a:gd name="T23" fmla="*/ 37 h 37"/>
                <a:gd name="T24" fmla="*/ 0 w 22"/>
                <a:gd name="T2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" h="37">
                  <a:moveTo>
                    <a:pt x="0" y="37"/>
                  </a:moveTo>
                  <a:lnTo>
                    <a:pt x="0" y="0"/>
                  </a:lnTo>
                  <a:lnTo>
                    <a:pt x="22" y="0"/>
                  </a:lnTo>
                  <a:lnTo>
                    <a:pt x="22" y="4"/>
                  </a:lnTo>
                  <a:lnTo>
                    <a:pt x="5" y="4"/>
                  </a:lnTo>
                  <a:lnTo>
                    <a:pt x="5" y="14"/>
                  </a:lnTo>
                  <a:lnTo>
                    <a:pt x="19" y="14"/>
                  </a:lnTo>
                  <a:lnTo>
                    <a:pt x="19" y="19"/>
                  </a:lnTo>
                  <a:lnTo>
                    <a:pt x="5" y="19"/>
                  </a:lnTo>
                  <a:lnTo>
                    <a:pt x="5" y="32"/>
                  </a:lnTo>
                  <a:lnTo>
                    <a:pt x="22" y="32"/>
                  </a:lnTo>
                  <a:lnTo>
                    <a:pt x="22" y="37"/>
                  </a:lnTo>
                  <a:lnTo>
                    <a:pt x="0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62" name="Rectangle 23"/>
            <p:cNvSpPr>
              <a:spLocks noChangeArrowheads="1"/>
            </p:cNvSpPr>
            <p:nvPr/>
          </p:nvSpPr>
          <p:spPr bwMode="auto">
            <a:xfrm>
              <a:off x="11002963" y="5518150"/>
              <a:ext cx="7938" cy="587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63" name="Freeform 24"/>
            <p:cNvSpPr>
              <a:spLocks/>
            </p:cNvSpPr>
            <p:nvPr/>
          </p:nvSpPr>
          <p:spPr bwMode="auto">
            <a:xfrm>
              <a:off x="11037888" y="5518150"/>
              <a:ext cx="33338" cy="58738"/>
            </a:xfrm>
            <a:custGeom>
              <a:avLst/>
              <a:gdLst>
                <a:gd name="T0" fmla="*/ 14 w 21"/>
                <a:gd name="T1" fmla="*/ 4 h 37"/>
                <a:gd name="T2" fmla="*/ 14 w 21"/>
                <a:gd name="T3" fmla="*/ 37 h 37"/>
                <a:gd name="T4" fmla="*/ 9 w 21"/>
                <a:gd name="T5" fmla="*/ 37 h 37"/>
                <a:gd name="T6" fmla="*/ 9 w 21"/>
                <a:gd name="T7" fmla="*/ 4 h 37"/>
                <a:gd name="T8" fmla="*/ 0 w 21"/>
                <a:gd name="T9" fmla="*/ 4 h 37"/>
                <a:gd name="T10" fmla="*/ 0 w 21"/>
                <a:gd name="T11" fmla="*/ 0 h 37"/>
                <a:gd name="T12" fmla="*/ 21 w 21"/>
                <a:gd name="T13" fmla="*/ 0 h 37"/>
                <a:gd name="T14" fmla="*/ 21 w 21"/>
                <a:gd name="T15" fmla="*/ 4 h 37"/>
                <a:gd name="T16" fmla="*/ 14 w 21"/>
                <a:gd name="T17" fmla="*/ 4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37">
                  <a:moveTo>
                    <a:pt x="14" y="4"/>
                  </a:moveTo>
                  <a:lnTo>
                    <a:pt x="14" y="37"/>
                  </a:lnTo>
                  <a:lnTo>
                    <a:pt x="9" y="37"/>
                  </a:lnTo>
                  <a:lnTo>
                    <a:pt x="9" y="4"/>
                  </a:lnTo>
                  <a:lnTo>
                    <a:pt x="0" y="4"/>
                  </a:lnTo>
                  <a:lnTo>
                    <a:pt x="0" y="0"/>
                  </a:lnTo>
                  <a:lnTo>
                    <a:pt x="21" y="0"/>
                  </a:lnTo>
                  <a:lnTo>
                    <a:pt x="21" y="4"/>
                  </a:lnTo>
                  <a:lnTo>
                    <a:pt x="14" y="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64" name="Freeform 25"/>
            <p:cNvSpPr>
              <a:spLocks/>
            </p:cNvSpPr>
            <p:nvPr/>
          </p:nvSpPr>
          <p:spPr bwMode="auto">
            <a:xfrm>
              <a:off x="11095038" y="5518150"/>
              <a:ext cx="33338" cy="58738"/>
            </a:xfrm>
            <a:custGeom>
              <a:avLst/>
              <a:gdLst>
                <a:gd name="T0" fmla="*/ 5 w 9"/>
                <a:gd name="T1" fmla="*/ 15 h 15"/>
                <a:gd name="T2" fmla="*/ 0 w 9"/>
                <a:gd name="T3" fmla="*/ 13 h 15"/>
                <a:gd name="T4" fmla="*/ 1 w 9"/>
                <a:gd name="T5" fmla="*/ 11 h 15"/>
                <a:gd name="T6" fmla="*/ 5 w 9"/>
                <a:gd name="T7" fmla="*/ 13 h 15"/>
                <a:gd name="T8" fmla="*/ 7 w 9"/>
                <a:gd name="T9" fmla="*/ 11 h 15"/>
                <a:gd name="T10" fmla="*/ 7 w 9"/>
                <a:gd name="T11" fmla="*/ 9 h 15"/>
                <a:gd name="T12" fmla="*/ 5 w 9"/>
                <a:gd name="T13" fmla="*/ 8 h 15"/>
                <a:gd name="T14" fmla="*/ 4 w 9"/>
                <a:gd name="T15" fmla="*/ 8 h 15"/>
                <a:gd name="T16" fmla="*/ 1 w 9"/>
                <a:gd name="T17" fmla="*/ 7 h 15"/>
                <a:gd name="T18" fmla="*/ 0 w 9"/>
                <a:gd name="T19" fmla="*/ 4 h 15"/>
                <a:gd name="T20" fmla="*/ 5 w 9"/>
                <a:gd name="T21" fmla="*/ 0 h 15"/>
                <a:gd name="T22" fmla="*/ 9 w 9"/>
                <a:gd name="T23" fmla="*/ 2 h 15"/>
                <a:gd name="T24" fmla="*/ 8 w 9"/>
                <a:gd name="T25" fmla="*/ 3 h 15"/>
                <a:gd name="T26" fmla="*/ 5 w 9"/>
                <a:gd name="T27" fmla="*/ 2 h 15"/>
                <a:gd name="T28" fmla="*/ 2 w 9"/>
                <a:gd name="T29" fmla="*/ 4 h 15"/>
                <a:gd name="T30" fmla="*/ 3 w 9"/>
                <a:gd name="T31" fmla="*/ 5 h 15"/>
                <a:gd name="T32" fmla="*/ 4 w 9"/>
                <a:gd name="T33" fmla="*/ 6 h 15"/>
                <a:gd name="T34" fmla="*/ 6 w 9"/>
                <a:gd name="T35" fmla="*/ 6 h 15"/>
                <a:gd name="T36" fmla="*/ 8 w 9"/>
                <a:gd name="T37" fmla="*/ 8 h 15"/>
                <a:gd name="T38" fmla="*/ 9 w 9"/>
                <a:gd name="T39" fmla="*/ 11 h 15"/>
                <a:gd name="T40" fmla="*/ 5 w 9"/>
                <a:gd name="T4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9" h="15">
                  <a:moveTo>
                    <a:pt x="5" y="15"/>
                  </a:moveTo>
                  <a:cubicBezTo>
                    <a:pt x="3" y="15"/>
                    <a:pt x="1" y="14"/>
                    <a:pt x="0" y="13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3"/>
                    <a:pt x="3" y="13"/>
                    <a:pt x="5" y="13"/>
                  </a:cubicBezTo>
                  <a:cubicBezTo>
                    <a:pt x="6" y="13"/>
                    <a:pt x="7" y="12"/>
                    <a:pt x="7" y="11"/>
                  </a:cubicBezTo>
                  <a:cubicBezTo>
                    <a:pt x="7" y="10"/>
                    <a:pt x="7" y="9"/>
                    <a:pt x="7" y="9"/>
                  </a:cubicBezTo>
                  <a:cubicBezTo>
                    <a:pt x="7" y="9"/>
                    <a:pt x="6" y="9"/>
                    <a:pt x="5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3" y="8"/>
                    <a:pt x="2" y="8"/>
                    <a:pt x="1" y="7"/>
                  </a:cubicBezTo>
                  <a:cubicBezTo>
                    <a:pt x="1" y="6"/>
                    <a:pt x="0" y="5"/>
                    <a:pt x="0" y="4"/>
                  </a:cubicBezTo>
                  <a:cubicBezTo>
                    <a:pt x="0" y="2"/>
                    <a:pt x="2" y="0"/>
                    <a:pt x="5" y="0"/>
                  </a:cubicBezTo>
                  <a:cubicBezTo>
                    <a:pt x="7" y="0"/>
                    <a:pt x="8" y="0"/>
                    <a:pt x="9" y="2"/>
                  </a:cubicBezTo>
                  <a:cubicBezTo>
                    <a:pt x="8" y="3"/>
                    <a:pt x="8" y="3"/>
                    <a:pt x="8" y="3"/>
                  </a:cubicBezTo>
                  <a:cubicBezTo>
                    <a:pt x="7" y="2"/>
                    <a:pt x="6" y="2"/>
                    <a:pt x="5" y="2"/>
                  </a:cubicBezTo>
                  <a:cubicBezTo>
                    <a:pt x="3" y="2"/>
                    <a:pt x="2" y="3"/>
                    <a:pt x="2" y="4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6"/>
                    <a:pt x="4" y="6"/>
                    <a:pt x="4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7" y="7"/>
                    <a:pt x="8" y="7"/>
                    <a:pt x="8" y="8"/>
                  </a:cubicBezTo>
                  <a:cubicBezTo>
                    <a:pt x="9" y="8"/>
                    <a:pt x="9" y="9"/>
                    <a:pt x="9" y="11"/>
                  </a:cubicBezTo>
                  <a:cubicBezTo>
                    <a:pt x="9" y="13"/>
                    <a:pt x="7" y="15"/>
                    <a:pt x="5" y="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65" name="Freeform 26"/>
            <p:cNvSpPr>
              <a:spLocks noEditPoints="1"/>
            </p:cNvSpPr>
            <p:nvPr/>
          </p:nvSpPr>
          <p:spPr bwMode="auto">
            <a:xfrm>
              <a:off x="11174413" y="5518150"/>
              <a:ext cx="41275" cy="58738"/>
            </a:xfrm>
            <a:custGeom>
              <a:avLst/>
              <a:gdLst>
                <a:gd name="T0" fmla="*/ 9 w 11"/>
                <a:gd name="T1" fmla="*/ 15 h 15"/>
                <a:gd name="T2" fmla="*/ 8 w 11"/>
                <a:gd name="T3" fmla="*/ 13 h 15"/>
                <a:gd name="T4" fmla="*/ 4 w 11"/>
                <a:gd name="T5" fmla="*/ 15 h 15"/>
                <a:gd name="T6" fmla="*/ 0 w 11"/>
                <a:gd name="T7" fmla="*/ 10 h 15"/>
                <a:gd name="T8" fmla="*/ 2 w 11"/>
                <a:gd name="T9" fmla="*/ 6 h 15"/>
                <a:gd name="T10" fmla="*/ 1 w 11"/>
                <a:gd name="T11" fmla="*/ 3 h 15"/>
                <a:gd name="T12" fmla="*/ 4 w 11"/>
                <a:gd name="T13" fmla="*/ 0 h 15"/>
                <a:gd name="T14" fmla="*/ 7 w 11"/>
                <a:gd name="T15" fmla="*/ 3 h 15"/>
                <a:gd name="T16" fmla="*/ 6 w 11"/>
                <a:gd name="T17" fmla="*/ 6 h 15"/>
                <a:gd name="T18" fmla="*/ 5 w 11"/>
                <a:gd name="T19" fmla="*/ 7 h 15"/>
                <a:gd name="T20" fmla="*/ 8 w 11"/>
                <a:gd name="T21" fmla="*/ 10 h 15"/>
                <a:gd name="T22" fmla="*/ 8 w 11"/>
                <a:gd name="T23" fmla="*/ 7 h 15"/>
                <a:gd name="T24" fmla="*/ 10 w 11"/>
                <a:gd name="T25" fmla="*/ 7 h 15"/>
                <a:gd name="T26" fmla="*/ 9 w 11"/>
                <a:gd name="T27" fmla="*/ 12 h 15"/>
                <a:gd name="T28" fmla="*/ 11 w 11"/>
                <a:gd name="T29" fmla="*/ 15 h 15"/>
                <a:gd name="T30" fmla="*/ 9 w 11"/>
                <a:gd name="T31" fmla="*/ 15 h 15"/>
                <a:gd name="T32" fmla="*/ 3 w 11"/>
                <a:gd name="T33" fmla="*/ 8 h 15"/>
                <a:gd name="T34" fmla="*/ 2 w 11"/>
                <a:gd name="T35" fmla="*/ 10 h 15"/>
                <a:gd name="T36" fmla="*/ 4 w 11"/>
                <a:gd name="T37" fmla="*/ 13 h 15"/>
                <a:gd name="T38" fmla="*/ 6 w 11"/>
                <a:gd name="T39" fmla="*/ 12 h 15"/>
                <a:gd name="T40" fmla="*/ 3 w 11"/>
                <a:gd name="T41" fmla="*/ 8 h 15"/>
                <a:gd name="T42" fmla="*/ 4 w 11"/>
                <a:gd name="T43" fmla="*/ 2 h 15"/>
                <a:gd name="T44" fmla="*/ 3 w 11"/>
                <a:gd name="T45" fmla="*/ 3 h 15"/>
                <a:gd name="T46" fmla="*/ 4 w 11"/>
                <a:gd name="T47" fmla="*/ 5 h 15"/>
                <a:gd name="T48" fmla="*/ 5 w 11"/>
                <a:gd name="T49" fmla="*/ 5 h 15"/>
                <a:gd name="T50" fmla="*/ 5 w 11"/>
                <a:gd name="T51" fmla="*/ 3 h 15"/>
                <a:gd name="T52" fmla="*/ 4 w 11"/>
                <a:gd name="T5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1" h="15">
                  <a:moveTo>
                    <a:pt x="9" y="15"/>
                  </a:moveTo>
                  <a:cubicBezTo>
                    <a:pt x="8" y="13"/>
                    <a:pt x="8" y="13"/>
                    <a:pt x="8" y="13"/>
                  </a:cubicBezTo>
                  <a:cubicBezTo>
                    <a:pt x="7" y="14"/>
                    <a:pt x="6" y="15"/>
                    <a:pt x="4" y="15"/>
                  </a:cubicBezTo>
                  <a:cubicBezTo>
                    <a:pt x="1" y="15"/>
                    <a:pt x="0" y="13"/>
                    <a:pt x="0" y="10"/>
                  </a:cubicBezTo>
                  <a:cubicBezTo>
                    <a:pt x="0" y="8"/>
                    <a:pt x="1" y="7"/>
                    <a:pt x="2" y="6"/>
                  </a:cubicBezTo>
                  <a:cubicBezTo>
                    <a:pt x="2" y="6"/>
                    <a:pt x="1" y="5"/>
                    <a:pt x="1" y="3"/>
                  </a:cubicBezTo>
                  <a:cubicBezTo>
                    <a:pt x="1" y="1"/>
                    <a:pt x="2" y="0"/>
                    <a:pt x="4" y="0"/>
                  </a:cubicBezTo>
                  <a:cubicBezTo>
                    <a:pt x="6" y="0"/>
                    <a:pt x="7" y="1"/>
                    <a:pt x="7" y="3"/>
                  </a:cubicBezTo>
                  <a:cubicBezTo>
                    <a:pt x="7" y="4"/>
                    <a:pt x="7" y="5"/>
                    <a:pt x="6" y="6"/>
                  </a:cubicBezTo>
                  <a:cubicBezTo>
                    <a:pt x="6" y="6"/>
                    <a:pt x="5" y="6"/>
                    <a:pt x="5" y="7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8" y="9"/>
                    <a:pt x="8" y="9"/>
                    <a:pt x="8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9"/>
                    <a:pt x="10" y="11"/>
                    <a:pt x="9" y="12"/>
                  </a:cubicBezTo>
                  <a:cubicBezTo>
                    <a:pt x="11" y="15"/>
                    <a:pt x="11" y="15"/>
                    <a:pt x="11" y="15"/>
                  </a:cubicBezTo>
                  <a:lnTo>
                    <a:pt x="9" y="15"/>
                  </a:lnTo>
                  <a:close/>
                  <a:moveTo>
                    <a:pt x="3" y="8"/>
                  </a:moveTo>
                  <a:cubicBezTo>
                    <a:pt x="2" y="8"/>
                    <a:pt x="2" y="9"/>
                    <a:pt x="2" y="10"/>
                  </a:cubicBezTo>
                  <a:cubicBezTo>
                    <a:pt x="2" y="12"/>
                    <a:pt x="3" y="13"/>
                    <a:pt x="4" y="13"/>
                  </a:cubicBezTo>
                  <a:cubicBezTo>
                    <a:pt x="5" y="13"/>
                    <a:pt x="6" y="13"/>
                    <a:pt x="6" y="12"/>
                  </a:cubicBezTo>
                  <a:lnTo>
                    <a:pt x="3" y="8"/>
                  </a:lnTo>
                  <a:close/>
                  <a:moveTo>
                    <a:pt x="4" y="2"/>
                  </a:moveTo>
                  <a:cubicBezTo>
                    <a:pt x="3" y="2"/>
                    <a:pt x="3" y="2"/>
                    <a:pt x="3" y="3"/>
                  </a:cubicBezTo>
                  <a:cubicBezTo>
                    <a:pt x="3" y="4"/>
                    <a:pt x="3" y="4"/>
                    <a:pt x="4" y="5"/>
                  </a:cubicBezTo>
                  <a:cubicBezTo>
                    <a:pt x="4" y="5"/>
                    <a:pt x="5" y="5"/>
                    <a:pt x="5" y="5"/>
                  </a:cubicBezTo>
                  <a:cubicBezTo>
                    <a:pt x="5" y="4"/>
                    <a:pt x="5" y="4"/>
                    <a:pt x="5" y="3"/>
                  </a:cubicBezTo>
                  <a:cubicBezTo>
                    <a:pt x="5" y="2"/>
                    <a:pt x="5" y="2"/>
                    <a:pt x="4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66" name="Freeform 27"/>
            <p:cNvSpPr>
              <a:spLocks/>
            </p:cNvSpPr>
            <p:nvPr/>
          </p:nvSpPr>
          <p:spPr bwMode="auto">
            <a:xfrm>
              <a:off x="11256963" y="5518150"/>
              <a:ext cx="34925" cy="58738"/>
            </a:xfrm>
            <a:custGeom>
              <a:avLst/>
              <a:gdLst>
                <a:gd name="T0" fmla="*/ 12 w 22"/>
                <a:gd name="T1" fmla="*/ 4 h 37"/>
                <a:gd name="T2" fmla="*/ 12 w 22"/>
                <a:gd name="T3" fmla="*/ 37 h 37"/>
                <a:gd name="T4" fmla="*/ 7 w 22"/>
                <a:gd name="T5" fmla="*/ 37 h 37"/>
                <a:gd name="T6" fmla="*/ 7 w 22"/>
                <a:gd name="T7" fmla="*/ 4 h 37"/>
                <a:gd name="T8" fmla="*/ 0 w 22"/>
                <a:gd name="T9" fmla="*/ 4 h 37"/>
                <a:gd name="T10" fmla="*/ 0 w 22"/>
                <a:gd name="T11" fmla="*/ 0 h 37"/>
                <a:gd name="T12" fmla="*/ 22 w 22"/>
                <a:gd name="T13" fmla="*/ 0 h 37"/>
                <a:gd name="T14" fmla="*/ 22 w 22"/>
                <a:gd name="T15" fmla="*/ 4 h 37"/>
                <a:gd name="T16" fmla="*/ 12 w 22"/>
                <a:gd name="T17" fmla="*/ 4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37">
                  <a:moveTo>
                    <a:pt x="12" y="4"/>
                  </a:moveTo>
                  <a:lnTo>
                    <a:pt x="12" y="37"/>
                  </a:lnTo>
                  <a:lnTo>
                    <a:pt x="7" y="37"/>
                  </a:lnTo>
                  <a:lnTo>
                    <a:pt x="7" y="4"/>
                  </a:lnTo>
                  <a:lnTo>
                    <a:pt x="0" y="4"/>
                  </a:lnTo>
                  <a:lnTo>
                    <a:pt x="0" y="0"/>
                  </a:lnTo>
                  <a:lnTo>
                    <a:pt x="22" y="0"/>
                  </a:lnTo>
                  <a:lnTo>
                    <a:pt x="22" y="4"/>
                  </a:lnTo>
                  <a:lnTo>
                    <a:pt x="12" y="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67" name="Freeform 28"/>
            <p:cNvSpPr>
              <a:spLocks noEditPoints="1"/>
            </p:cNvSpPr>
            <p:nvPr/>
          </p:nvSpPr>
          <p:spPr bwMode="auto">
            <a:xfrm>
              <a:off x="11318875" y="5518150"/>
              <a:ext cx="33338" cy="58738"/>
            </a:xfrm>
            <a:custGeom>
              <a:avLst/>
              <a:gdLst>
                <a:gd name="T0" fmla="*/ 7 w 9"/>
                <a:gd name="T1" fmla="*/ 15 h 15"/>
                <a:gd name="T2" fmla="*/ 4 w 9"/>
                <a:gd name="T3" fmla="*/ 9 h 15"/>
                <a:gd name="T4" fmla="*/ 2 w 9"/>
                <a:gd name="T5" fmla="*/ 9 h 15"/>
                <a:gd name="T6" fmla="*/ 2 w 9"/>
                <a:gd name="T7" fmla="*/ 15 h 15"/>
                <a:gd name="T8" fmla="*/ 0 w 9"/>
                <a:gd name="T9" fmla="*/ 15 h 15"/>
                <a:gd name="T10" fmla="*/ 0 w 9"/>
                <a:gd name="T11" fmla="*/ 0 h 15"/>
                <a:gd name="T12" fmla="*/ 5 w 9"/>
                <a:gd name="T13" fmla="*/ 0 h 15"/>
                <a:gd name="T14" fmla="*/ 9 w 9"/>
                <a:gd name="T15" fmla="*/ 4 h 15"/>
                <a:gd name="T16" fmla="*/ 6 w 9"/>
                <a:gd name="T17" fmla="*/ 8 h 15"/>
                <a:gd name="T18" fmla="*/ 9 w 9"/>
                <a:gd name="T19" fmla="*/ 15 h 15"/>
                <a:gd name="T20" fmla="*/ 7 w 9"/>
                <a:gd name="T21" fmla="*/ 15 h 15"/>
                <a:gd name="T22" fmla="*/ 5 w 9"/>
                <a:gd name="T23" fmla="*/ 2 h 15"/>
                <a:gd name="T24" fmla="*/ 2 w 9"/>
                <a:gd name="T25" fmla="*/ 2 h 15"/>
                <a:gd name="T26" fmla="*/ 2 w 9"/>
                <a:gd name="T27" fmla="*/ 7 h 15"/>
                <a:gd name="T28" fmla="*/ 5 w 9"/>
                <a:gd name="T29" fmla="*/ 7 h 15"/>
                <a:gd name="T30" fmla="*/ 7 w 9"/>
                <a:gd name="T31" fmla="*/ 4 h 15"/>
                <a:gd name="T32" fmla="*/ 5 w 9"/>
                <a:gd name="T3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" h="15">
                  <a:moveTo>
                    <a:pt x="7" y="15"/>
                  </a:moveTo>
                  <a:cubicBezTo>
                    <a:pt x="4" y="9"/>
                    <a:pt x="4" y="9"/>
                    <a:pt x="4" y="9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7" y="0"/>
                    <a:pt x="9" y="2"/>
                    <a:pt x="9" y="4"/>
                  </a:cubicBezTo>
                  <a:cubicBezTo>
                    <a:pt x="9" y="6"/>
                    <a:pt x="8" y="8"/>
                    <a:pt x="6" y="8"/>
                  </a:cubicBezTo>
                  <a:cubicBezTo>
                    <a:pt x="9" y="15"/>
                    <a:pt x="9" y="15"/>
                    <a:pt x="9" y="15"/>
                  </a:cubicBezTo>
                  <a:lnTo>
                    <a:pt x="7" y="15"/>
                  </a:lnTo>
                  <a:close/>
                  <a:moveTo>
                    <a:pt x="5" y="2"/>
                  </a:moveTo>
                  <a:cubicBezTo>
                    <a:pt x="2" y="2"/>
                    <a:pt x="2" y="2"/>
                    <a:pt x="2" y="2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6" y="7"/>
                    <a:pt x="7" y="6"/>
                    <a:pt x="7" y="4"/>
                  </a:cubicBezTo>
                  <a:cubicBezTo>
                    <a:pt x="7" y="3"/>
                    <a:pt x="6" y="2"/>
                    <a:pt x="5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68" name="Freeform 29"/>
            <p:cNvSpPr>
              <a:spLocks/>
            </p:cNvSpPr>
            <p:nvPr/>
          </p:nvSpPr>
          <p:spPr bwMode="auto">
            <a:xfrm>
              <a:off x="11379200" y="5518150"/>
              <a:ext cx="38100" cy="58738"/>
            </a:xfrm>
            <a:custGeom>
              <a:avLst/>
              <a:gdLst>
                <a:gd name="T0" fmla="*/ 5 w 10"/>
                <a:gd name="T1" fmla="*/ 15 h 15"/>
                <a:gd name="T2" fmla="*/ 0 w 10"/>
                <a:gd name="T3" fmla="*/ 10 h 15"/>
                <a:gd name="T4" fmla="*/ 0 w 10"/>
                <a:gd name="T5" fmla="*/ 0 h 15"/>
                <a:gd name="T6" fmla="*/ 2 w 10"/>
                <a:gd name="T7" fmla="*/ 0 h 15"/>
                <a:gd name="T8" fmla="*/ 2 w 10"/>
                <a:gd name="T9" fmla="*/ 10 h 15"/>
                <a:gd name="T10" fmla="*/ 5 w 10"/>
                <a:gd name="T11" fmla="*/ 13 h 15"/>
                <a:gd name="T12" fmla="*/ 8 w 10"/>
                <a:gd name="T13" fmla="*/ 10 h 15"/>
                <a:gd name="T14" fmla="*/ 8 w 10"/>
                <a:gd name="T15" fmla="*/ 0 h 15"/>
                <a:gd name="T16" fmla="*/ 10 w 10"/>
                <a:gd name="T17" fmla="*/ 0 h 15"/>
                <a:gd name="T18" fmla="*/ 10 w 10"/>
                <a:gd name="T19" fmla="*/ 10 h 15"/>
                <a:gd name="T20" fmla="*/ 5 w 10"/>
                <a:gd name="T2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" h="15">
                  <a:moveTo>
                    <a:pt x="5" y="15"/>
                  </a:moveTo>
                  <a:cubicBezTo>
                    <a:pt x="2" y="15"/>
                    <a:pt x="0" y="13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2"/>
                    <a:pt x="3" y="13"/>
                    <a:pt x="5" y="13"/>
                  </a:cubicBezTo>
                  <a:cubicBezTo>
                    <a:pt x="7" y="13"/>
                    <a:pt x="8" y="12"/>
                    <a:pt x="8" y="1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3"/>
                    <a:pt x="8" y="15"/>
                    <a:pt x="5" y="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69" name="Freeform 30"/>
            <p:cNvSpPr>
              <a:spLocks/>
            </p:cNvSpPr>
            <p:nvPr/>
          </p:nvSpPr>
          <p:spPr bwMode="auto">
            <a:xfrm>
              <a:off x="11439525" y="5518150"/>
              <a:ext cx="38100" cy="58738"/>
            </a:xfrm>
            <a:custGeom>
              <a:avLst/>
              <a:gdLst>
                <a:gd name="T0" fmla="*/ 5 w 10"/>
                <a:gd name="T1" fmla="*/ 15 h 15"/>
                <a:gd name="T2" fmla="*/ 0 w 10"/>
                <a:gd name="T3" fmla="*/ 13 h 15"/>
                <a:gd name="T4" fmla="*/ 2 w 10"/>
                <a:gd name="T5" fmla="*/ 11 h 15"/>
                <a:gd name="T6" fmla="*/ 5 w 10"/>
                <a:gd name="T7" fmla="*/ 13 h 15"/>
                <a:gd name="T8" fmla="*/ 8 w 10"/>
                <a:gd name="T9" fmla="*/ 11 h 15"/>
                <a:gd name="T10" fmla="*/ 7 w 10"/>
                <a:gd name="T11" fmla="*/ 9 h 15"/>
                <a:gd name="T12" fmla="*/ 6 w 10"/>
                <a:gd name="T13" fmla="*/ 8 h 15"/>
                <a:gd name="T14" fmla="*/ 4 w 10"/>
                <a:gd name="T15" fmla="*/ 8 h 15"/>
                <a:gd name="T16" fmla="*/ 2 w 10"/>
                <a:gd name="T17" fmla="*/ 7 h 15"/>
                <a:gd name="T18" fmla="*/ 1 w 10"/>
                <a:gd name="T19" fmla="*/ 4 h 15"/>
                <a:gd name="T20" fmla="*/ 5 w 10"/>
                <a:gd name="T21" fmla="*/ 0 h 15"/>
                <a:gd name="T22" fmla="*/ 9 w 10"/>
                <a:gd name="T23" fmla="*/ 2 h 15"/>
                <a:gd name="T24" fmla="*/ 8 w 10"/>
                <a:gd name="T25" fmla="*/ 3 h 15"/>
                <a:gd name="T26" fmla="*/ 5 w 10"/>
                <a:gd name="T27" fmla="*/ 2 h 15"/>
                <a:gd name="T28" fmla="*/ 3 w 10"/>
                <a:gd name="T29" fmla="*/ 4 h 15"/>
                <a:gd name="T30" fmla="*/ 3 w 10"/>
                <a:gd name="T31" fmla="*/ 5 h 15"/>
                <a:gd name="T32" fmla="*/ 5 w 10"/>
                <a:gd name="T33" fmla="*/ 6 h 15"/>
                <a:gd name="T34" fmla="*/ 6 w 10"/>
                <a:gd name="T35" fmla="*/ 6 h 15"/>
                <a:gd name="T36" fmla="*/ 9 w 10"/>
                <a:gd name="T37" fmla="*/ 8 h 15"/>
                <a:gd name="T38" fmla="*/ 10 w 10"/>
                <a:gd name="T39" fmla="*/ 11 h 15"/>
                <a:gd name="T40" fmla="*/ 5 w 10"/>
                <a:gd name="T4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" h="15">
                  <a:moveTo>
                    <a:pt x="5" y="15"/>
                  </a:moveTo>
                  <a:cubicBezTo>
                    <a:pt x="3" y="15"/>
                    <a:pt x="2" y="14"/>
                    <a:pt x="0" y="13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3"/>
                    <a:pt x="4" y="13"/>
                    <a:pt x="5" y="13"/>
                  </a:cubicBezTo>
                  <a:cubicBezTo>
                    <a:pt x="7" y="13"/>
                    <a:pt x="8" y="12"/>
                    <a:pt x="8" y="11"/>
                  </a:cubicBezTo>
                  <a:cubicBezTo>
                    <a:pt x="8" y="10"/>
                    <a:pt x="8" y="9"/>
                    <a:pt x="7" y="9"/>
                  </a:cubicBezTo>
                  <a:cubicBezTo>
                    <a:pt x="7" y="9"/>
                    <a:pt x="7" y="9"/>
                    <a:pt x="6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3" y="8"/>
                    <a:pt x="2" y="8"/>
                    <a:pt x="2" y="7"/>
                  </a:cubicBezTo>
                  <a:cubicBezTo>
                    <a:pt x="1" y="6"/>
                    <a:pt x="1" y="5"/>
                    <a:pt x="1" y="4"/>
                  </a:cubicBezTo>
                  <a:cubicBezTo>
                    <a:pt x="1" y="2"/>
                    <a:pt x="2" y="0"/>
                    <a:pt x="5" y="0"/>
                  </a:cubicBezTo>
                  <a:cubicBezTo>
                    <a:pt x="7" y="0"/>
                    <a:pt x="8" y="0"/>
                    <a:pt x="9" y="2"/>
                  </a:cubicBezTo>
                  <a:cubicBezTo>
                    <a:pt x="8" y="3"/>
                    <a:pt x="8" y="3"/>
                    <a:pt x="8" y="3"/>
                  </a:cubicBezTo>
                  <a:cubicBezTo>
                    <a:pt x="7" y="2"/>
                    <a:pt x="6" y="2"/>
                    <a:pt x="5" y="2"/>
                  </a:cubicBezTo>
                  <a:cubicBezTo>
                    <a:pt x="4" y="2"/>
                    <a:pt x="3" y="3"/>
                    <a:pt x="3" y="4"/>
                  </a:cubicBezTo>
                  <a:cubicBezTo>
                    <a:pt x="3" y="5"/>
                    <a:pt x="3" y="5"/>
                    <a:pt x="3" y="5"/>
                  </a:cubicBezTo>
                  <a:cubicBezTo>
                    <a:pt x="4" y="6"/>
                    <a:pt x="4" y="6"/>
                    <a:pt x="5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8" y="7"/>
                    <a:pt x="8" y="7"/>
                    <a:pt x="9" y="8"/>
                  </a:cubicBezTo>
                  <a:cubicBezTo>
                    <a:pt x="9" y="8"/>
                    <a:pt x="10" y="9"/>
                    <a:pt x="10" y="11"/>
                  </a:cubicBezTo>
                  <a:cubicBezTo>
                    <a:pt x="10" y="13"/>
                    <a:pt x="8" y="15"/>
                    <a:pt x="5" y="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70" name="Freeform 31"/>
            <p:cNvSpPr>
              <a:spLocks/>
            </p:cNvSpPr>
            <p:nvPr/>
          </p:nvSpPr>
          <p:spPr bwMode="auto">
            <a:xfrm>
              <a:off x="11499850" y="5518150"/>
              <a:ext cx="34925" cy="58738"/>
            </a:xfrm>
            <a:custGeom>
              <a:avLst/>
              <a:gdLst>
                <a:gd name="T0" fmla="*/ 15 w 22"/>
                <a:gd name="T1" fmla="*/ 4 h 37"/>
                <a:gd name="T2" fmla="*/ 15 w 22"/>
                <a:gd name="T3" fmla="*/ 37 h 37"/>
                <a:gd name="T4" fmla="*/ 10 w 22"/>
                <a:gd name="T5" fmla="*/ 37 h 37"/>
                <a:gd name="T6" fmla="*/ 10 w 22"/>
                <a:gd name="T7" fmla="*/ 4 h 37"/>
                <a:gd name="T8" fmla="*/ 0 w 22"/>
                <a:gd name="T9" fmla="*/ 4 h 37"/>
                <a:gd name="T10" fmla="*/ 0 w 22"/>
                <a:gd name="T11" fmla="*/ 0 h 37"/>
                <a:gd name="T12" fmla="*/ 22 w 22"/>
                <a:gd name="T13" fmla="*/ 0 h 37"/>
                <a:gd name="T14" fmla="*/ 22 w 22"/>
                <a:gd name="T15" fmla="*/ 4 h 37"/>
                <a:gd name="T16" fmla="*/ 15 w 22"/>
                <a:gd name="T17" fmla="*/ 4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37">
                  <a:moveTo>
                    <a:pt x="15" y="4"/>
                  </a:moveTo>
                  <a:lnTo>
                    <a:pt x="15" y="37"/>
                  </a:lnTo>
                  <a:lnTo>
                    <a:pt x="10" y="37"/>
                  </a:lnTo>
                  <a:lnTo>
                    <a:pt x="10" y="4"/>
                  </a:lnTo>
                  <a:lnTo>
                    <a:pt x="0" y="4"/>
                  </a:lnTo>
                  <a:lnTo>
                    <a:pt x="0" y="0"/>
                  </a:lnTo>
                  <a:lnTo>
                    <a:pt x="22" y="0"/>
                  </a:lnTo>
                  <a:lnTo>
                    <a:pt x="22" y="4"/>
                  </a:lnTo>
                  <a:lnTo>
                    <a:pt x="15" y="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71" name="Freeform 32"/>
            <p:cNvSpPr>
              <a:spLocks/>
            </p:cNvSpPr>
            <p:nvPr/>
          </p:nvSpPr>
          <p:spPr bwMode="auto">
            <a:xfrm>
              <a:off x="11212513" y="5289550"/>
              <a:ext cx="322263" cy="173038"/>
            </a:xfrm>
            <a:custGeom>
              <a:avLst/>
              <a:gdLst>
                <a:gd name="T0" fmla="*/ 203 w 203"/>
                <a:gd name="T1" fmla="*/ 109 h 109"/>
                <a:gd name="T2" fmla="*/ 203 w 203"/>
                <a:gd name="T3" fmla="*/ 109 h 109"/>
                <a:gd name="T4" fmla="*/ 67 w 203"/>
                <a:gd name="T5" fmla="*/ 0 h 109"/>
                <a:gd name="T6" fmla="*/ 0 w 203"/>
                <a:gd name="T7" fmla="*/ 106 h 109"/>
                <a:gd name="T8" fmla="*/ 0 w 203"/>
                <a:gd name="T9" fmla="*/ 109 h 109"/>
                <a:gd name="T10" fmla="*/ 67 w 203"/>
                <a:gd name="T11" fmla="*/ 35 h 109"/>
                <a:gd name="T12" fmla="*/ 203 w 203"/>
                <a:gd name="T13" fmla="*/ 109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109">
                  <a:moveTo>
                    <a:pt x="203" y="109"/>
                  </a:moveTo>
                  <a:lnTo>
                    <a:pt x="203" y="109"/>
                  </a:lnTo>
                  <a:lnTo>
                    <a:pt x="67" y="0"/>
                  </a:lnTo>
                  <a:lnTo>
                    <a:pt x="0" y="106"/>
                  </a:lnTo>
                  <a:lnTo>
                    <a:pt x="0" y="109"/>
                  </a:lnTo>
                  <a:lnTo>
                    <a:pt x="67" y="35"/>
                  </a:lnTo>
                  <a:lnTo>
                    <a:pt x="203" y="1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72" name="Freeform 33"/>
            <p:cNvSpPr>
              <a:spLocks/>
            </p:cNvSpPr>
            <p:nvPr/>
          </p:nvSpPr>
          <p:spPr bwMode="auto">
            <a:xfrm>
              <a:off x="11212513" y="5364163"/>
              <a:ext cx="322263" cy="109538"/>
            </a:xfrm>
            <a:custGeom>
              <a:avLst/>
              <a:gdLst>
                <a:gd name="T0" fmla="*/ 0 w 203"/>
                <a:gd name="T1" fmla="*/ 67 h 69"/>
                <a:gd name="T2" fmla="*/ 0 w 203"/>
                <a:gd name="T3" fmla="*/ 69 h 69"/>
                <a:gd name="T4" fmla="*/ 67 w 203"/>
                <a:gd name="T5" fmla="*/ 25 h 69"/>
                <a:gd name="T6" fmla="*/ 203 w 203"/>
                <a:gd name="T7" fmla="*/ 69 h 69"/>
                <a:gd name="T8" fmla="*/ 203 w 203"/>
                <a:gd name="T9" fmla="*/ 67 h 69"/>
                <a:gd name="T10" fmla="*/ 67 w 203"/>
                <a:gd name="T11" fmla="*/ 0 h 69"/>
                <a:gd name="T12" fmla="*/ 0 w 203"/>
                <a:gd name="T13" fmla="*/ 6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69">
                  <a:moveTo>
                    <a:pt x="0" y="67"/>
                  </a:moveTo>
                  <a:lnTo>
                    <a:pt x="0" y="69"/>
                  </a:lnTo>
                  <a:lnTo>
                    <a:pt x="67" y="25"/>
                  </a:lnTo>
                  <a:lnTo>
                    <a:pt x="203" y="69"/>
                  </a:lnTo>
                  <a:lnTo>
                    <a:pt x="203" y="67"/>
                  </a:lnTo>
                  <a:lnTo>
                    <a:pt x="67" y="0"/>
                  </a:lnTo>
                  <a:lnTo>
                    <a:pt x="0" y="6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73" name="Freeform 34"/>
            <p:cNvSpPr>
              <a:spLocks/>
            </p:cNvSpPr>
            <p:nvPr/>
          </p:nvSpPr>
          <p:spPr bwMode="auto">
            <a:xfrm>
              <a:off x="11212513" y="5414963"/>
              <a:ext cx="322263" cy="66675"/>
            </a:xfrm>
            <a:custGeom>
              <a:avLst/>
              <a:gdLst>
                <a:gd name="T0" fmla="*/ 0 w 203"/>
                <a:gd name="T1" fmla="*/ 42 h 42"/>
                <a:gd name="T2" fmla="*/ 0 w 203"/>
                <a:gd name="T3" fmla="*/ 42 h 42"/>
                <a:gd name="T4" fmla="*/ 67 w 203"/>
                <a:gd name="T5" fmla="*/ 25 h 42"/>
                <a:gd name="T6" fmla="*/ 203 w 203"/>
                <a:gd name="T7" fmla="*/ 42 h 42"/>
                <a:gd name="T8" fmla="*/ 203 w 203"/>
                <a:gd name="T9" fmla="*/ 42 h 42"/>
                <a:gd name="T10" fmla="*/ 67 w 203"/>
                <a:gd name="T11" fmla="*/ 0 h 42"/>
                <a:gd name="T12" fmla="*/ 0 w 203"/>
                <a:gd name="T13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42">
                  <a:moveTo>
                    <a:pt x="0" y="42"/>
                  </a:moveTo>
                  <a:lnTo>
                    <a:pt x="0" y="42"/>
                  </a:lnTo>
                  <a:lnTo>
                    <a:pt x="67" y="25"/>
                  </a:lnTo>
                  <a:lnTo>
                    <a:pt x="203" y="42"/>
                  </a:lnTo>
                  <a:lnTo>
                    <a:pt x="203" y="42"/>
                  </a:lnTo>
                  <a:lnTo>
                    <a:pt x="67" y="0"/>
                  </a:lnTo>
                  <a:lnTo>
                    <a:pt x="0" y="4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74" name="Freeform 35"/>
            <p:cNvSpPr>
              <a:spLocks/>
            </p:cNvSpPr>
            <p:nvPr/>
          </p:nvSpPr>
          <p:spPr bwMode="auto">
            <a:xfrm>
              <a:off x="11212513" y="5470525"/>
              <a:ext cx="322263" cy="23813"/>
            </a:xfrm>
            <a:custGeom>
              <a:avLst/>
              <a:gdLst>
                <a:gd name="T0" fmla="*/ 0 w 203"/>
                <a:gd name="T1" fmla="*/ 12 h 15"/>
                <a:gd name="T2" fmla="*/ 0 w 203"/>
                <a:gd name="T3" fmla="*/ 15 h 15"/>
                <a:gd name="T4" fmla="*/ 203 w 203"/>
                <a:gd name="T5" fmla="*/ 15 h 15"/>
                <a:gd name="T6" fmla="*/ 203 w 203"/>
                <a:gd name="T7" fmla="*/ 12 h 15"/>
                <a:gd name="T8" fmla="*/ 67 w 203"/>
                <a:gd name="T9" fmla="*/ 0 h 15"/>
                <a:gd name="T10" fmla="*/ 0 w 203"/>
                <a:gd name="T11" fmla="*/ 1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3" h="15">
                  <a:moveTo>
                    <a:pt x="0" y="12"/>
                  </a:moveTo>
                  <a:lnTo>
                    <a:pt x="0" y="15"/>
                  </a:lnTo>
                  <a:lnTo>
                    <a:pt x="203" y="15"/>
                  </a:lnTo>
                  <a:lnTo>
                    <a:pt x="203" y="12"/>
                  </a:lnTo>
                  <a:lnTo>
                    <a:pt x="67" y="0"/>
                  </a:lnTo>
                  <a:lnTo>
                    <a:pt x="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</p:grpSp>
      <p:cxnSp>
        <p:nvCxnSpPr>
          <p:cNvPr id="80" name="직선 연결선 79"/>
          <p:cNvCxnSpPr/>
          <p:nvPr userDrawn="1"/>
        </p:nvCxnSpPr>
        <p:spPr>
          <a:xfrm>
            <a:off x="462200" y="7173747"/>
            <a:ext cx="850333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FF3DAC25-3C73-5200-93E9-4A840B10493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8544" b="4354"/>
          <a:stretch/>
        </p:blipFill>
        <p:spPr>
          <a:xfrm>
            <a:off x="7788" y="4094632"/>
            <a:ext cx="4372862" cy="3465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770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6588" userDrawn="1">
          <p15:clr>
            <a:srgbClr val="FBAE40"/>
          </p15:clr>
        </p15:guide>
        <p15:guide id="3" pos="56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흰배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/>
          <p:cNvCxnSpPr/>
          <p:nvPr userDrawn="1"/>
        </p:nvCxnSpPr>
        <p:spPr>
          <a:xfrm>
            <a:off x="269875" y="876524"/>
            <a:ext cx="10043271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6"/>
          <p:cNvSpPr>
            <a:spLocks noChangeArrowheads="1"/>
          </p:cNvSpPr>
          <p:nvPr userDrawn="1"/>
        </p:nvSpPr>
        <p:spPr bwMode="auto">
          <a:xfrm>
            <a:off x="8910685" y="182503"/>
            <a:ext cx="1402460" cy="27877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0" tIns="40073" rIns="0" bIns="40073" anchor="ctr"/>
          <a:lstStyle/>
          <a:p>
            <a:pPr algn="r" defTabSz="801455">
              <a:defRPr/>
            </a:pPr>
            <a:r>
              <a:rPr lang="en-US" altLang="ko-KR" sz="700" i="1" dirty="0">
                <a:solidFill>
                  <a:srgbClr val="FF0000"/>
                </a:solidFill>
                <a:latin typeface="Arial" pitchFamily="34" charset="0"/>
                <a:ea typeface="KoPubWorld돋움체 Bold" panose="00000800000000000000" pitchFamily="2" charset="-127"/>
                <a:cs typeface="Arial" pitchFamily="34" charset="0"/>
              </a:rPr>
              <a:t>Strictly Private &amp; Confidential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9875" y="6805378"/>
            <a:ext cx="10024395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0" y="137872"/>
            <a:ext cx="6318014" cy="653633"/>
          </a:xfrm>
          <a:prstGeom prst="rect">
            <a:avLst/>
          </a:prstGeom>
          <a:noFill/>
        </p:spPr>
        <p:txBody>
          <a:bodyPr wrap="square" lIns="467884" tIns="359911" rIns="0" bIns="0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801361"/>
            <a:r>
              <a:rPr lang="ko-KR" altLang="en-US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프로젝트 추진 배경</a:t>
            </a:r>
            <a:endParaRPr lang="en-US" altLang="ko-KR" sz="11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Picture 6" descr="CI기본형">
            <a:extLst>
              <a:ext uri="{FF2B5EF4-FFF2-40B4-BE49-F238E27FC236}">
                <a16:creationId xmlns:a16="http://schemas.microsoft.com/office/drawing/2014/main" id="{0AD58965-4F98-1A73-F8FC-D5222B7060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t="14815" b="12407"/>
          <a:stretch>
            <a:fillRect/>
          </a:stretch>
        </p:blipFill>
        <p:spPr bwMode="auto">
          <a:xfrm>
            <a:off x="294095" y="7211426"/>
            <a:ext cx="757772" cy="1993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31388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8">
          <p15:clr>
            <a:srgbClr val="FBAE40"/>
          </p15:clr>
        </p15:guide>
        <p15:guide id="3" pos="649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흰배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/>
          <p:cNvCxnSpPr/>
          <p:nvPr userDrawn="1"/>
        </p:nvCxnSpPr>
        <p:spPr>
          <a:xfrm>
            <a:off x="269875" y="876524"/>
            <a:ext cx="10043271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6"/>
          <p:cNvSpPr>
            <a:spLocks noChangeArrowheads="1"/>
          </p:cNvSpPr>
          <p:nvPr userDrawn="1"/>
        </p:nvSpPr>
        <p:spPr bwMode="auto">
          <a:xfrm>
            <a:off x="8910685" y="182503"/>
            <a:ext cx="1402460" cy="27877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0" tIns="40073" rIns="0" bIns="40073" anchor="ctr"/>
          <a:lstStyle/>
          <a:p>
            <a:pPr algn="r" defTabSz="801455">
              <a:defRPr/>
            </a:pPr>
            <a:r>
              <a:rPr lang="en-US" altLang="ko-KR" sz="700" i="1" dirty="0">
                <a:solidFill>
                  <a:srgbClr val="FF0000"/>
                </a:solidFill>
                <a:latin typeface="Arial" pitchFamily="34" charset="0"/>
                <a:ea typeface="KoPubWorld돋움체 Bold" panose="00000800000000000000" pitchFamily="2" charset="-127"/>
                <a:cs typeface="Arial" pitchFamily="34" charset="0"/>
              </a:rPr>
              <a:t>Strictly Private &amp; Confidential</a:t>
            </a:r>
          </a:p>
        </p:txBody>
      </p:sp>
      <p:sp>
        <p:nvSpPr>
          <p:cNvPr id="13" name="직사각형 12"/>
          <p:cNvSpPr/>
          <p:nvPr userDrawn="1"/>
        </p:nvSpPr>
        <p:spPr>
          <a:xfrm>
            <a:off x="269875" y="1871663"/>
            <a:ext cx="10044000" cy="457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9875" y="6805378"/>
            <a:ext cx="10024395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0" y="137872"/>
            <a:ext cx="6318014" cy="653633"/>
          </a:xfrm>
          <a:prstGeom prst="rect">
            <a:avLst/>
          </a:prstGeom>
          <a:noFill/>
        </p:spPr>
        <p:txBody>
          <a:bodyPr wrap="square" lIns="467884" tIns="359911" rIns="0" bIns="0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801361"/>
            <a:r>
              <a:rPr lang="ko-KR" altLang="en-US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투자심의위원회 개요</a:t>
            </a:r>
            <a:endParaRPr lang="en-US" altLang="ko-KR" sz="11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Picture 6" descr="CI기본형">
            <a:extLst>
              <a:ext uri="{FF2B5EF4-FFF2-40B4-BE49-F238E27FC236}">
                <a16:creationId xmlns:a16="http://schemas.microsoft.com/office/drawing/2014/main" id="{197B6F54-0315-951A-50F1-10ED03E2F56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t="14815" b="12407"/>
          <a:stretch>
            <a:fillRect/>
          </a:stretch>
        </p:blipFill>
        <p:spPr bwMode="auto">
          <a:xfrm>
            <a:off x="294095" y="7211426"/>
            <a:ext cx="757772" cy="1993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49377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8">
          <p15:clr>
            <a:srgbClr val="FBAE40"/>
          </p15:clr>
        </p15:guide>
        <p15:guide id="3" pos="649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흰배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/>
          <p:cNvCxnSpPr/>
          <p:nvPr userDrawn="1"/>
        </p:nvCxnSpPr>
        <p:spPr>
          <a:xfrm>
            <a:off x="269875" y="876524"/>
            <a:ext cx="10043271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6"/>
          <p:cNvSpPr>
            <a:spLocks noChangeArrowheads="1"/>
          </p:cNvSpPr>
          <p:nvPr userDrawn="1"/>
        </p:nvSpPr>
        <p:spPr bwMode="auto">
          <a:xfrm>
            <a:off x="8910685" y="182503"/>
            <a:ext cx="1402460" cy="27877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0" tIns="40073" rIns="0" bIns="40073" anchor="ctr"/>
          <a:lstStyle/>
          <a:p>
            <a:pPr algn="r" defTabSz="801455">
              <a:defRPr/>
            </a:pPr>
            <a:r>
              <a:rPr lang="en-US" altLang="ko-KR" sz="700" i="1" dirty="0">
                <a:solidFill>
                  <a:srgbClr val="FF0000"/>
                </a:solidFill>
                <a:latin typeface="Arial" pitchFamily="34" charset="0"/>
                <a:ea typeface="KoPubWorld돋움체 Bold" panose="00000800000000000000" pitchFamily="2" charset="-127"/>
                <a:cs typeface="Arial" pitchFamily="34" charset="0"/>
              </a:rPr>
              <a:t>Strictly Private &amp; Confidential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9875" y="6805378"/>
            <a:ext cx="10024395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0" y="137872"/>
            <a:ext cx="6318014" cy="653633"/>
          </a:xfrm>
          <a:prstGeom prst="rect">
            <a:avLst/>
          </a:prstGeom>
          <a:noFill/>
        </p:spPr>
        <p:txBody>
          <a:bodyPr wrap="square" lIns="467884" tIns="359911" rIns="0" bIns="0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801361"/>
            <a:r>
              <a:rPr lang="ko-KR" altLang="en-US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투자심의위원회 개요</a:t>
            </a:r>
            <a:endParaRPr lang="en-US" altLang="ko-KR" sz="11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Picture 6" descr="CI기본형">
            <a:extLst>
              <a:ext uri="{FF2B5EF4-FFF2-40B4-BE49-F238E27FC236}">
                <a16:creationId xmlns:a16="http://schemas.microsoft.com/office/drawing/2014/main" id="{772160A2-C39D-56FE-7995-5A43B4A6338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t="14815" b="12407"/>
          <a:stretch>
            <a:fillRect/>
          </a:stretch>
        </p:blipFill>
        <p:spPr bwMode="auto">
          <a:xfrm>
            <a:off x="294095" y="7211426"/>
            <a:ext cx="757772" cy="1993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788303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8">
          <p15:clr>
            <a:srgbClr val="FBAE40"/>
          </p15:clr>
        </p15:guide>
        <p15:guide id="3" pos="649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흰배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/>
          <p:cNvCxnSpPr/>
          <p:nvPr userDrawn="1"/>
        </p:nvCxnSpPr>
        <p:spPr>
          <a:xfrm>
            <a:off x="269875" y="876524"/>
            <a:ext cx="10043271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6"/>
          <p:cNvSpPr>
            <a:spLocks noChangeArrowheads="1"/>
          </p:cNvSpPr>
          <p:nvPr userDrawn="1"/>
        </p:nvSpPr>
        <p:spPr bwMode="auto">
          <a:xfrm>
            <a:off x="8910685" y="182503"/>
            <a:ext cx="1402460" cy="27877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0" tIns="40073" rIns="0" bIns="40073" anchor="ctr"/>
          <a:lstStyle/>
          <a:p>
            <a:pPr algn="r" defTabSz="801455">
              <a:defRPr/>
            </a:pPr>
            <a:r>
              <a:rPr lang="en-US" altLang="ko-KR" sz="700" i="1" dirty="0">
                <a:solidFill>
                  <a:srgbClr val="FF0000"/>
                </a:solidFill>
                <a:latin typeface="Arial" pitchFamily="34" charset="0"/>
                <a:ea typeface="KoPubWorld돋움체 Bold" panose="00000800000000000000" pitchFamily="2" charset="-127"/>
                <a:cs typeface="Arial" pitchFamily="34" charset="0"/>
              </a:rPr>
              <a:t>Strictly Private &amp; Confidential</a:t>
            </a:r>
          </a:p>
        </p:txBody>
      </p:sp>
      <p:sp>
        <p:nvSpPr>
          <p:cNvPr id="13" name="직사각형 12"/>
          <p:cNvSpPr/>
          <p:nvPr userDrawn="1"/>
        </p:nvSpPr>
        <p:spPr>
          <a:xfrm>
            <a:off x="269875" y="1871663"/>
            <a:ext cx="10044000" cy="457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9875" y="6805378"/>
            <a:ext cx="10024395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0" y="137872"/>
            <a:ext cx="6318014" cy="653633"/>
          </a:xfrm>
          <a:prstGeom prst="rect">
            <a:avLst/>
          </a:prstGeom>
          <a:noFill/>
        </p:spPr>
        <p:txBody>
          <a:bodyPr wrap="square" lIns="467884" tIns="359911" rIns="0" bIns="0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801361"/>
            <a:r>
              <a:rPr lang="en-US" altLang="ko-KR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Investment Highlights</a:t>
            </a:r>
            <a:endParaRPr lang="en-US" altLang="ko-KR" sz="11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Picture 6" descr="CI기본형">
            <a:extLst>
              <a:ext uri="{FF2B5EF4-FFF2-40B4-BE49-F238E27FC236}">
                <a16:creationId xmlns:a16="http://schemas.microsoft.com/office/drawing/2014/main" id="{F4318152-D1D7-599B-1278-DD568174EB8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t="14815" b="12407"/>
          <a:stretch>
            <a:fillRect/>
          </a:stretch>
        </p:blipFill>
        <p:spPr bwMode="auto">
          <a:xfrm>
            <a:off x="294095" y="7211426"/>
            <a:ext cx="757772" cy="1993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813760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8">
          <p15:clr>
            <a:srgbClr val="FBAE40"/>
          </p15:clr>
        </p15:guide>
        <p15:guide id="3" pos="649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. 투자개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/>
          <p:cNvCxnSpPr/>
          <p:nvPr userDrawn="1"/>
        </p:nvCxnSpPr>
        <p:spPr>
          <a:xfrm>
            <a:off x="269875" y="876524"/>
            <a:ext cx="10043271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6"/>
          <p:cNvSpPr>
            <a:spLocks noChangeArrowheads="1"/>
          </p:cNvSpPr>
          <p:nvPr userDrawn="1"/>
        </p:nvSpPr>
        <p:spPr bwMode="auto">
          <a:xfrm>
            <a:off x="8910685" y="182503"/>
            <a:ext cx="1402460" cy="27877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0" tIns="40073" rIns="0" bIns="40073" anchor="ctr"/>
          <a:lstStyle/>
          <a:p>
            <a:pPr algn="r" defTabSz="801455">
              <a:defRPr/>
            </a:pPr>
            <a:r>
              <a:rPr lang="en-US" altLang="ko-KR" sz="700" i="1" dirty="0">
                <a:solidFill>
                  <a:srgbClr val="FF0000"/>
                </a:solidFill>
                <a:latin typeface="Arial" pitchFamily="34" charset="0"/>
                <a:ea typeface="KoPubWorld돋움체 Bold" panose="00000800000000000000" pitchFamily="2" charset="-127"/>
                <a:cs typeface="Arial" pitchFamily="34" charset="0"/>
              </a:rPr>
              <a:t>Strictly Private &amp; Confidential</a:t>
            </a:r>
          </a:p>
        </p:txBody>
      </p:sp>
      <p:sp>
        <p:nvSpPr>
          <p:cNvPr id="13" name="직사각형 12"/>
          <p:cNvSpPr/>
          <p:nvPr userDrawn="1"/>
        </p:nvSpPr>
        <p:spPr>
          <a:xfrm>
            <a:off x="269875" y="1871663"/>
            <a:ext cx="10044000" cy="457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9875" y="6805378"/>
            <a:ext cx="10024395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0" y="137872"/>
            <a:ext cx="6318014" cy="653633"/>
          </a:xfrm>
          <a:prstGeom prst="rect">
            <a:avLst/>
          </a:prstGeom>
          <a:noFill/>
        </p:spPr>
        <p:txBody>
          <a:bodyPr wrap="square" lIns="467884" tIns="359911" rIns="0" bIns="0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801361"/>
            <a:r>
              <a:rPr lang="en-US" altLang="ko-KR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I. </a:t>
            </a:r>
            <a:r>
              <a:rPr lang="ko-KR" altLang="en-US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사업개요</a:t>
            </a:r>
            <a:endParaRPr lang="en-US" altLang="ko-KR" sz="11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Picture 6" descr="CI기본형">
            <a:extLst>
              <a:ext uri="{FF2B5EF4-FFF2-40B4-BE49-F238E27FC236}">
                <a16:creationId xmlns:a16="http://schemas.microsoft.com/office/drawing/2014/main" id="{37432D96-AC78-AE08-F52D-853EBD0B422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t="14815" b="12407"/>
          <a:stretch>
            <a:fillRect/>
          </a:stretch>
        </p:blipFill>
        <p:spPr bwMode="auto">
          <a:xfrm>
            <a:off x="294095" y="7211426"/>
            <a:ext cx="757772" cy="1993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5189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8">
          <p15:clr>
            <a:srgbClr val="FBAE40"/>
          </p15:clr>
        </p15:guide>
        <p15:guide id="3" pos="649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. 투자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/>
          <p:cNvCxnSpPr/>
          <p:nvPr userDrawn="1"/>
        </p:nvCxnSpPr>
        <p:spPr>
          <a:xfrm>
            <a:off x="269875" y="876524"/>
            <a:ext cx="10043271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6"/>
          <p:cNvSpPr>
            <a:spLocks noChangeArrowheads="1"/>
          </p:cNvSpPr>
          <p:nvPr userDrawn="1"/>
        </p:nvSpPr>
        <p:spPr bwMode="auto">
          <a:xfrm>
            <a:off x="8910685" y="182503"/>
            <a:ext cx="1402460" cy="27877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0" tIns="40073" rIns="0" bIns="40073" anchor="ctr"/>
          <a:lstStyle/>
          <a:p>
            <a:pPr algn="r" defTabSz="801455">
              <a:defRPr/>
            </a:pPr>
            <a:r>
              <a:rPr lang="en-US" altLang="ko-KR" sz="700" i="1" dirty="0">
                <a:solidFill>
                  <a:srgbClr val="FF0000"/>
                </a:solidFill>
                <a:latin typeface="Arial" pitchFamily="34" charset="0"/>
                <a:ea typeface="KoPubWorld돋움체 Bold" panose="00000800000000000000" pitchFamily="2" charset="-127"/>
                <a:cs typeface="Arial" pitchFamily="34" charset="0"/>
              </a:rPr>
              <a:t>Strictly Private &amp; Confidential</a:t>
            </a:r>
          </a:p>
        </p:txBody>
      </p:sp>
      <p:sp>
        <p:nvSpPr>
          <p:cNvPr id="13" name="직사각형 12"/>
          <p:cNvSpPr/>
          <p:nvPr userDrawn="1"/>
        </p:nvSpPr>
        <p:spPr>
          <a:xfrm>
            <a:off x="269875" y="1871663"/>
            <a:ext cx="10044000" cy="457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9875" y="6805378"/>
            <a:ext cx="10024395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0" y="137872"/>
            <a:ext cx="6318014" cy="653633"/>
          </a:xfrm>
          <a:prstGeom prst="rect">
            <a:avLst/>
          </a:prstGeom>
          <a:noFill/>
        </p:spPr>
        <p:txBody>
          <a:bodyPr wrap="square" lIns="467884" tIns="359911" rIns="0" bIns="0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801361"/>
            <a:r>
              <a:rPr lang="en-US" altLang="ko-KR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II. </a:t>
            </a:r>
            <a:r>
              <a:rPr lang="ko-KR" altLang="en-US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투자계획</a:t>
            </a:r>
            <a:endParaRPr lang="en-US" altLang="ko-KR" sz="11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Picture 6" descr="CI기본형">
            <a:extLst>
              <a:ext uri="{FF2B5EF4-FFF2-40B4-BE49-F238E27FC236}">
                <a16:creationId xmlns:a16="http://schemas.microsoft.com/office/drawing/2014/main" id="{8A6B8528-268D-FF81-075B-13B4540033A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t="14815" b="12407"/>
          <a:stretch>
            <a:fillRect/>
          </a:stretch>
        </p:blipFill>
        <p:spPr bwMode="auto">
          <a:xfrm>
            <a:off x="294095" y="7211426"/>
            <a:ext cx="757772" cy="1993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066024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8">
          <p15:clr>
            <a:srgbClr val="FBAE40"/>
          </p15:clr>
        </p15:guide>
        <p15:guide id="3" pos="649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. 운영 및 Exit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/>
          <p:cNvCxnSpPr/>
          <p:nvPr userDrawn="1"/>
        </p:nvCxnSpPr>
        <p:spPr>
          <a:xfrm>
            <a:off x="269875" y="876524"/>
            <a:ext cx="10043271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6"/>
          <p:cNvSpPr>
            <a:spLocks noChangeArrowheads="1"/>
          </p:cNvSpPr>
          <p:nvPr userDrawn="1"/>
        </p:nvSpPr>
        <p:spPr bwMode="auto">
          <a:xfrm>
            <a:off x="8910685" y="182503"/>
            <a:ext cx="1402460" cy="27877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0" tIns="40073" rIns="0" bIns="40073" anchor="ctr"/>
          <a:lstStyle/>
          <a:p>
            <a:pPr algn="r" defTabSz="801455">
              <a:defRPr/>
            </a:pPr>
            <a:r>
              <a:rPr lang="en-US" altLang="ko-KR" sz="700" i="1" dirty="0">
                <a:solidFill>
                  <a:srgbClr val="FF0000"/>
                </a:solidFill>
                <a:latin typeface="Arial" pitchFamily="34" charset="0"/>
                <a:ea typeface="KoPubWorld돋움체 Bold" panose="00000800000000000000" pitchFamily="2" charset="-127"/>
                <a:cs typeface="Arial" pitchFamily="34" charset="0"/>
              </a:rPr>
              <a:t>Strictly Private &amp; Confidential</a:t>
            </a:r>
          </a:p>
        </p:txBody>
      </p:sp>
      <p:sp>
        <p:nvSpPr>
          <p:cNvPr id="13" name="직사각형 12"/>
          <p:cNvSpPr/>
          <p:nvPr userDrawn="1"/>
        </p:nvSpPr>
        <p:spPr>
          <a:xfrm>
            <a:off x="269875" y="1871663"/>
            <a:ext cx="10044000" cy="457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9875" y="6805378"/>
            <a:ext cx="10024395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0" y="137872"/>
            <a:ext cx="6318014" cy="653633"/>
          </a:xfrm>
          <a:prstGeom prst="rect">
            <a:avLst/>
          </a:prstGeom>
          <a:noFill/>
        </p:spPr>
        <p:txBody>
          <a:bodyPr wrap="square" lIns="467884" tIns="359911" rIns="0" bIns="0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801361"/>
            <a:r>
              <a:rPr lang="en-US" altLang="ko-KR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III. </a:t>
            </a:r>
            <a:r>
              <a:rPr lang="ko-KR" altLang="en-US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운영계획</a:t>
            </a:r>
            <a:endParaRPr lang="en-US" altLang="ko-KR" sz="11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Picture 6" descr="CI기본형">
            <a:extLst>
              <a:ext uri="{FF2B5EF4-FFF2-40B4-BE49-F238E27FC236}">
                <a16:creationId xmlns:a16="http://schemas.microsoft.com/office/drawing/2014/main" id="{F53F51F5-2033-9B4E-E332-7A24DA56B9F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t="14815" b="12407"/>
          <a:stretch>
            <a:fillRect/>
          </a:stretch>
        </p:blipFill>
        <p:spPr bwMode="auto">
          <a:xfrm>
            <a:off x="294095" y="7211426"/>
            <a:ext cx="757772" cy="1993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685958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8">
          <p15:clr>
            <a:srgbClr val="FBAE40"/>
          </p15:clr>
        </p15:guide>
        <p15:guide id="3" pos="64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. 리스크 요인분석 및 관리방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/>
          <p:cNvCxnSpPr/>
          <p:nvPr userDrawn="1"/>
        </p:nvCxnSpPr>
        <p:spPr>
          <a:xfrm>
            <a:off x="269875" y="876524"/>
            <a:ext cx="10043271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6"/>
          <p:cNvSpPr>
            <a:spLocks noChangeArrowheads="1"/>
          </p:cNvSpPr>
          <p:nvPr userDrawn="1"/>
        </p:nvSpPr>
        <p:spPr bwMode="auto">
          <a:xfrm>
            <a:off x="8910685" y="182503"/>
            <a:ext cx="1402460" cy="27877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0" tIns="40073" rIns="0" bIns="40073" anchor="ctr"/>
          <a:lstStyle/>
          <a:p>
            <a:pPr algn="r" defTabSz="801455">
              <a:defRPr/>
            </a:pPr>
            <a:r>
              <a:rPr lang="en-US" altLang="ko-KR" sz="700" i="1" dirty="0">
                <a:solidFill>
                  <a:srgbClr val="FF0000"/>
                </a:solidFill>
                <a:latin typeface="Arial" pitchFamily="34" charset="0"/>
                <a:ea typeface="KoPubWorld돋움체 Bold" panose="00000800000000000000" pitchFamily="2" charset="-127"/>
                <a:cs typeface="Arial" pitchFamily="34" charset="0"/>
              </a:rPr>
              <a:t>Strictly Private &amp; Confidential</a:t>
            </a:r>
          </a:p>
        </p:txBody>
      </p:sp>
      <p:sp>
        <p:nvSpPr>
          <p:cNvPr id="13" name="직사각형 12"/>
          <p:cNvSpPr/>
          <p:nvPr userDrawn="1"/>
        </p:nvSpPr>
        <p:spPr>
          <a:xfrm>
            <a:off x="269875" y="1871663"/>
            <a:ext cx="10044000" cy="457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9875" y="6805378"/>
            <a:ext cx="10024395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0" y="137872"/>
            <a:ext cx="6318014" cy="653633"/>
          </a:xfrm>
          <a:prstGeom prst="rect">
            <a:avLst/>
          </a:prstGeom>
          <a:noFill/>
        </p:spPr>
        <p:txBody>
          <a:bodyPr wrap="square" lIns="467884" tIns="359911" rIns="0" bIns="0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801361"/>
            <a:r>
              <a:rPr lang="en-US" altLang="ko-KR" sz="1886" b="1" kern="12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Ⅳ. </a:t>
            </a:r>
            <a:r>
              <a:rPr lang="ko-KR" altLang="en-US" sz="1886" b="1" kern="12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리스크 요인분석 및 관리방안</a:t>
            </a:r>
            <a:endParaRPr lang="en-US" altLang="ko-KR" sz="1886" b="1" kern="12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pic>
        <p:nvPicPr>
          <p:cNvPr id="3" name="Picture 6" descr="CI기본형">
            <a:extLst>
              <a:ext uri="{FF2B5EF4-FFF2-40B4-BE49-F238E27FC236}">
                <a16:creationId xmlns:a16="http://schemas.microsoft.com/office/drawing/2014/main" id="{F6B38A0F-6595-3B67-99AA-2059109C8A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t="14815" b="12407"/>
          <a:stretch>
            <a:fillRect/>
          </a:stretch>
        </p:blipFill>
        <p:spPr bwMode="auto">
          <a:xfrm>
            <a:off x="294095" y="7211426"/>
            <a:ext cx="757772" cy="1993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514507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8">
          <p15:clr>
            <a:srgbClr val="FBAE40"/>
          </p15:clr>
        </p15:guide>
        <p15:guide id="3" pos="649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. 리스크 요인분석 및 관리방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/>
          <p:cNvCxnSpPr/>
          <p:nvPr userDrawn="1"/>
        </p:nvCxnSpPr>
        <p:spPr>
          <a:xfrm>
            <a:off x="269875" y="876524"/>
            <a:ext cx="10043271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6"/>
          <p:cNvSpPr>
            <a:spLocks noChangeArrowheads="1"/>
          </p:cNvSpPr>
          <p:nvPr userDrawn="1"/>
        </p:nvSpPr>
        <p:spPr bwMode="auto">
          <a:xfrm>
            <a:off x="8910685" y="182503"/>
            <a:ext cx="1402460" cy="27877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0" tIns="40073" rIns="0" bIns="40073" anchor="ctr"/>
          <a:lstStyle/>
          <a:p>
            <a:pPr algn="r" defTabSz="801455">
              <a:defRPr/>
            </a:pPr>
            <a:r>
              <a:rPr lang="en-US" altLang="ko-KR" sz="700" i="1" dirty="0">
                <a:solidFill>
                  <a:srgbClr val="FF0000"/>
                </a:solidFill>
                <a:latin typeface="Arial" pitchFamily="34" charset="0"/>
                <a:ea typeface="KoPubWorld돋움체 Bold" panose="00000800000000000000" pitchFamily="2" charset="-127"/>
                <a:cs typeface="Arial" pitchFamily="34" charset="0"/>
              </a:rPr>
              <a:t>Strictly Private &amp; Confidential</a:t>
            </a:r>
          </a:p>
        </p:txBody>
      </p:sp>
      <p:sp>
        <p:nvSpPr>
          <p:cNvPr id="13" name="직사각형 12"/>
          <p:cNvSpPr/>
          <p:nvPr userDrawn="1"/>
        </p:nvSpPr>
        <p:spPr>
          <a:xfrm>
            <a:off x="269875" y="1871663"/>
            <a:ext cx="10044000" cy="457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9875" y="6805378"/>
            <a:ext cx="10024395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0" y="137872"/>
            <a:ext cx="6318014" cy="653633"/>
          </a:xfrm>
          <a:prstGeom prst="rect">
            <a:avLst/>
          </a:prstGeom>
          <a:noFill/>
        </p:spPr>
        <p:txBody>
          <a:bodyPr wrap="square" lIns="467884" tIns="359911" rIns="0" bIns="0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801361"/>
            <a:r>
              <a:rPr lang="en-US" altLang="ko-KR" sz="1886" b="1" kern="12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Ⅳ</a:t>
            </a:r>
            <a:r>
              <a:rPr lang="en-US" altLang="ko-KR" sz="1886" b="1" kern="12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886" b="1" kern="12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향후조치 예정사항</a:t>
            </a:r>
            <a:endParaRPr lang="en-US" altLang="ko-KR" sz="1886" b="1" kern="12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pic>
        <p:nvPicPr>
          <p:cNvPr id="3" name="Picture 6" descr="CI기본형">
            <a:extLst>
              <a:ext uri="{FF2B5EF4-FFF2-40B4-BE49-F238E27FC236}">
                <a16:creationId xmlns:a16="http://schemas.microsoft.com/office/drawing/2014/main" id="{518CF041-E7A6-8CE4-32F4-38B13947478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t="14815" b="12407"/>
          <a:stretch>
            <a:fillRect/>
          </a:stretch>
        </p:blipFill>
        <p:spPr bwMode="auto">
          <a:xfrm>
            <a:off x="294095" y="7211426"/>
            <a:ext cx="757772" cy="1993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061770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8">
          <p15:clr>
            <a:srgbClr val="FBAE40"/>
          </p15:clr>
        </p15:guide>
        <p15:guide id="3" pos="649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흰배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/>
          <p:cNvCxnSpPr/>
          <p:nvPr userDrawn="1"/>
        </p:nvCxnSpPr>
        <p:spPr>
          <a:xfrm>
            <a:off x="269875" y="876524"/>
            <a:ext cx="10043271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6"/>
          <p:cNvSpPr>
            <a:spLocks noChangeArrowheads="1"/>
          </p:cNvSpPr>
          <p:nvPr userDrawn="1"/>
        </p:nvSpPr>
        <p:spPr bwMode="auto">
          <a:xfrm>
            <a:off x="8910685" y="182503"/>
            <a:ext cx="1402460" cy="27877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0" tIns="40073" rIns="0" bIns="40073" anchor="ctr"/>
          <a:lstStyle/>
          <a:p>
            <a:pPr algn="r" defTabSz="801455">
              <a:defRPr/>
            </a:pPr>
            <a:r>
              <a:rPr lang="en-US" altLang="ko-KR" sz="700" i="1" dirty="0">
                <a:solidFill>
                  <a:srgbClr val="FF0000"/>
                </a:solidFill>
                <a:latin typeface="Arial" pitchFamily="34" charset="0"/>
                <a:ea typeface="KoPubWorld돋움체 Bold" panose="00000800000000000000" pitchFamily="2" charset="-127"/>
                <a:cs typeface="Arial" pitchFamily="34" charset="0"/>
              </a:rPr>
              <a:t>Strictly Private &amp; Confidential</a:t>
            </a:r>
          </a:p>
        </p:txBody>
      </p:sp>
      <p:sp>
        <p:nvSpPr>
          <p:cNvPr id="13" name="직사각형 12"/>
          <p:cNvSpPr/>
          <p:nvPr userDrawn="1"/>
        </p:nvSpPr>
        <p:spPr>
          <a:xfrm>
            <a:off x="269875" y="1871663"/>
            <a:ext cx="10044000" cy="457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9875" y="6805378"/>
            <a:ext cx="10024395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0" y="137872"/>
            <a:ext cx="6318014" cy="653633"/>
          </a:xfrm>
          <a:prstGeom prst="rect">
            <a:avLst/>
          </a:prstGeom>
          <a:noFill/>
        </p:spPr>
        <p:txBody>
          <a:bodyPr wrap="square" lIns="467884" tIns="359911" rIns="0" bIns="0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801361"/>
            <a:r>
              <a:rPr lang="en-US" altLang="ko-KR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Appendix. </a:t>
            </a:r>
            <a:endParaRPr lang="en-US" altLang="ko-KR" sz="11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Picture 6" descr="CI기본형">
            <a:extLst>
              <a:ext uri="{FF2B5EF4-FFF2-40B4-BE49-F238E27FC236}">
                <a16:creationId xmlns:a16="http://schemas.microsoft.com/office/drawing/2014/main" id="{A66CB652-AC17-B956-4B4C-F16F1A40A3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t="14815" b="12407"/>
          <a:stretch>
            <a:fillRect/>
          </a:stretch>
        </p:blipFill>
        <p:spPr bwMode="auto">
          <a:xfrm>
            <a:off x="294095" y="7211426"/>
            <a:ext cx="757772" cy="1993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370660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8">
          <p15:clr>
            <a:srgbClr val="FBAE40"/>
          </p15:clr>
        </p15:guide>
        <p15:guide id="3" pos="649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흰배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/>
          <p:cNvCxnSpPr/>
          <p:nvPr userDrawn="1"/>
        </p:nvCxnSpPr>
        <p:spPr>
          <a:xfrm>
            <a:off x="269875" y="876524"/>
            <a:ext cx="10043271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6"/>
          <p:cNvSpPr>
            <a:spLocks noChangeArrowheads="1"/>
          </p:cNvSpPr>
          <p:nvPr userDrawn="1"/>
        </p:nvSpPr>
        <p:spPr bwMode="auto">
          <a:xfrm>
            <a:off x="8910685" y="182503"/>
            <a:ext cx="1402460" cy="27877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0" tIns="40073" rIns="0" bIns="40073" anchor="ctr"/>
          <a:lstStyle/>
          <a:p>
            <a:pPr algn="r" defTabSz="801455">
              <a:defRPr/>
            </a:pPr>
            <a:r>
              <a:rPr lang="en-US" altLang="ko-KR" sz="700" i="1" dirty="0">
                <a:solidFill>
                  <a:srgbClr val="FF0000"/>
                </a:solidFill>
                <a:latin typeface="Arial" pitchFamily="34" charset="0"/>
                <a:ea typeface="KoPubWorld돋움체 Bold" panose="00000800000000000000" pitchFamily="2" charset="-127"/>
                <a:cs typeface="Arial" pitchFamily="34" charset="0"/>
              </a:rPr>
              <a:t>Strictly Private &amp; Confidential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9875" y="6805378"/>
            <a:ext cx="10024395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0" y="137872"/>
            <a:ext cx="6318014" cy="653633"/>
          </a:xfrm>
          <a:prstGeom prst="rect">
            <a:avLst/>
          </a:prstGeom>
          <a:noFill/>
        </p:spPr>
        <p:txBody>
          <a:bodyPr wrap="square" lIns="467884" tIns="359911" rIns="0" bIns="0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801361"/>
            <a:r>
              <a:rPr lang="en-US" altLang="ko-KR" sz="1886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Appendix. </a:t>
            </a:r>
            <a:endParaRPr lang="en-US" altLang="ko-KR" sz="11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Picture 6" descr="CI기본형">
            <a:extLst>
              <a:ext uri="{FF2B5EF4-FFF2-40B4-BE49-F238E27FC236}">
                <a16:creationId xmlns:a16="http://schemas.microsoft.com/office/drawing/2014/main" id="{F018D775-8D4D-2DC9-D188-3F967A8C02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t="14815" b="12407"/>
          <a:stretch>
            <a:fillRect/>
          </a:stretch>
        </p:blipFill>
        <p:spPr bwMode="auto">
          <a:xfrm>
            <a:off x="294095" y="7211426"/>
            <a:ext cx="757772" cy="1993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038257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8">
          <p15:clr>
            <a:srgbClr val="FBAE40"/>
          </p15:clr>
        </p15:guide>
        <p15:guide id="3" pos="6496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tags" Target="../tags/tag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330C79B4-2F4A-FF14-8AC4-9B44C2C04EE9}"/>
              </a:ext>
            </a:extLst>
          </p:cNvPr>
          <p:cNvSpPr>
            <a:spLocks noChangeArrowheads="1"/>
          </p:cNvSpPr>
          <p:nvPr userDrawn="1">
            <p:custDataLst>
              <p:tags r:id="rId14"/>
            </p:custDataLst>
          </p:nvPr>
        </p:nvSpPr>
        <p:spPr bwMode="auto">
          <a:xfrm>
            <a:off x="5092940" y="7174697"/>
            <a:ext cx="5220205" cy="236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rIns="0"/>
          <a:lstStyle/>
          <a:p>
            <a:pPr marL="0" marR="0" lvl="0" indent="0" algn="r" defTabSz="914061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안양물류센터 매입 프로젝트</a:t>
            </a:r>
            <a:r>
              <a: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I</a:t>
            </a:r>
            <a:r>
              <a:rPr lang="en-US" altLang="ko-KR" sz="6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</a:t>
            </a:r>
            <a:r>
              <a:rPr lang="ko-KR" altLang="en-US" sz="6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예비투자심의위원회 설명자료 </a:t>
            </a:r>
            <a:r>
              <a:rPr lang="en-US" altLang="ko-KR" sz="6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Arial" pitchFamily="34" charset="0"/>
              </a:rPr>
              <a:t>| </a:t>
            </a:r>
            <a:r>
              <a:rPr lang="ko-KR" altLang="en-US" sz="600" b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리츠투자부문</a:t>
            </a:r>
            <a:r>
              <a:rPr lang="en-US" altLang="ko-KR" sz="6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/</a:t>
            </a:r>
            <a:r>
              <a:rPr lang="ko-KR" altLang="en-US" sz="600" b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상장리츠본부</a:t>
            </a:r>
            <a:r>
              <a:rPr lang="en-US" altLang="ko-KR" sz="6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/</a:t>
            </a:r>
            <a:r>
              <a:rPr lang="ko-KR" altLang="en-US" sz="6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상장리츠팀</a:t>
            </a:r>
            <a:r>
              <a:rPr lang="en-US" altLang="ko-KR" sz="6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Arial" pitchFamily="34" charset="0"/>
              </a:rPr>
              <a:t> </a:t>
            </a:r>
            <a:fld id="{AC62A5EC-D10B-4D96-80FB-7B5CF2531C58}" type="slidenum">
              <a:rPr lang="en-US" altLang="ko-KR" sz="600" b="0" smtClean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Arial" pitchFamily="34" charset="0"/>
              </a:rPr>
              <a:pPr marL="0" marR="0" lvl="0" indent="0" algn="r" defTabSz="914061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600" b="1" dirty="0">
              <a:solidFill>
                <a:srgbClr val="006D52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7217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30" r:id="rId2"/>
    <p:sldLayoutId id="2147483754" r:id="rId3"/>
    <p:sldLayoutId id="2147483731" r:id="rId4"/>
    <p:sldLayoutId id="2147483728" r:id="rId5"/>
    <p:sldLayoutId id="2147483751" r:id="rId6"/>
    <p:sldLayoutId id="2147483752" r:id="rId7"/>
    <p:sldLayoutId id="2147483755" r:id="rId8"/>
    <p:sldLayoutId id="2147483772" r:id="rId9"/>
    <p:sldLayoutId id="2147483773" r:id="rId10"/>
    <p:sldLayoutId id="2147483750" r:id="rId11"/>
    <p:sldLayoutId id="2147483771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007943" rtl="0" eaLnBrk="1" latinLnBrk="1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KoPubWorld돋움체 Bold" panose="00000800000000000000" pitchFamily="2" charset="-127"/>
          <a:cs typeface="+mj-cs"/>
        </a:defRPr>
      </a:lvl1pPr>
    </p:titleStyle>
    <p:bodyStyle>
      <a:lvl1pPr marL="251986" indent="-251986" algn="l" defTabSz="1007943" rtl="0" eaLnBrk="1" latinLnBrk="1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1pPr>
      <a:lvl2pPr marL="755957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2pPr>
      <a:lvl3pPr marL="1259929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3pPr>
      <a:lvl4pPr marL="1763900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4pPr>
      <a:lvl5pPr marL="2267872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5pPr>
      <a:lvl6pPr marL="2771844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70" userDrawn="1">
          <p15:clr>
            <a:srgbClr val="F26B43"/>
          </p15:clr>
        </p15:guide>
        <p15:guide id="2" pos="6565" userDrawn="1">
          <p15:clr>
            <a:srgbClr val="F26B43"/>
          </p15:clr>
        </p15:guide>
        <p15:guide id="3" pos="3368" userDrawn="1">
          <p15:clr>
            <a:srgbClr val="F26B43"/>
          </p15:clr>
        </p15:guide>
        <p15:guide id="4" orient="horz" pos="4513" userDrawn="1">
          <p15:clr>
            <a:srgbClr val="F26B43"/>
          </p15:clr>
        </p15:guide>
        <p15:guide id="5" orient="horz" pos="181" userDrawn="1">
          <p15:clr>
            <a:srgbClr val="F26B43"/>
          </p15:clr>
        </p15:guide>
        <p15:guide id="6" orient="horz" pos="1247" userDrawn="1">
          <p15:clr>
            <a:srgbClr val="F26B43"/>
          </p15:clr>
        </p15:guide>
        <p15:guide id="7" orient="horz" pos="4286" userDrawn="1">
          <p15:clr>
            <a:srgbClr val="F26B43"/>
          </p15:clr>
        </p15:guide>
        <p15:guide id="8" orient="horz" pos="117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0F30820D-A359-7966-E7A3-6D53921FFA89}"/>
              </a:ext>
            </a:extLst>
          </p:cNvPr>
          <p:cNvGrpSpPr/>
          <p:nvPr userDrawn="1"/>
        </p:nvGrpSpPr>
        <p:grpSpPr>
          <a:xfrm>
            <a:off x="9276077" y="6972575"/>
            <a:ext cx="1110305" cy="316737"/>
            <a:chOff x="10506075" y="5289550"/>
            <a:chExt cx="1028701" cy="287338"/>
          </a:xfrm>
          <a:solidFill>
            <a:schemeClr val="bg1">
              <a:lumMod val="75000"/>
            </a:schemeClr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3E564AFD-C30C-9DBA-5002-F6E812779A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585450" y="5395913"/>
              <a:ext cx="95250" cy="101600"/>
            </a:xfrm>
            <a:custGeom>
              <a:avLst/>
              <a:gdLst>
                <a:gd name="T0" fmla="*/ 13 w 25"/>
                <a:gd name="T1" fmla="*/ 0 h 26"/>
                <a:gd name="T2" fmla="*/ 0 w 25"/>
                <a:gd name="T3" fmla="*/ 13 h 26"/>
                <a:gd name="T4" fmla="*/ 13 w 25"/>
                <a:gd name="T5" fmla="*/ 26 h 26"/>
                <a:gd name="T6" fmla="*/ 25 w 25"/>
                <a:gd name="T7" fmla="*/ 13 h 26"/>
                <a:gd name="T8" fmla="*/ 13 w 25"/>
                <a:gd name="T9" fmla="*/ 0 h 26"/>
                <a:gd name="T10" fmla="*/ 13 w 25"/>
                <a:gd name="T11" fmla="*/ 20 h 26"/>
                <a:gd name="T12" fmla="*/ 6 w 25"/>
                <a:gd name="T13" fmla="*/ 13 h 26"/>
                <a:gd name="T14" fmla="*/ 13 w 25"/>
                <a:gd name="T15" fmla="*/ 7 h 26"/>
                <a:gd name="T16" fmla="*/ 19 w 25"/>
                <a:gd name="T17" fmla="*/ 13 h 26"/>
                <a:gd name="T18" fmla="*/ 13 w 25"/>
                <a:gd name="T19" fmla="*/ 2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" h="26">
                  <a:moveTo>
                    <a:pt x="13" y="0"/>
                  </a:moveTo>
                  <a:cubicBezTo>
                    <a:pt x="5" y="0"/>
                    <a:pt x="0" y="6"/>
                    <a:pt x="0" y="13"/>
                  </a:cubicBezTo>
                  <a:cubicBezTo>
                    <a:pt x="0" y="20"/>
                    <a:pt x="5" y="26"/>
                    <a:pt x="13" y="26"/>
                  </a:cubicBezTo>
                  <a:cubicBezTo>
                    <a:pt x="20" y="26"/>
                    <a:pt x="25" y="20"/>
                    <a:pt x="25" y="13"/>
                  </a:cubicBezTo>
                  <a:cubicBezTo>
                    <a:pt x="25" y="6"/>
                    <a:pt x="20" y="0"/>
                    <a:pt x="13" y="0"/>
                  </a:cubicBezTo>
                  <a:close/>
                  <a:moveTo>
                    <a:pt x="13" y="20"/>
                  </a:moveTo>
                  <a:cubicBezTo>
                    <a:pt x="9" y="20"/>
                    <a:pt x="6" y="17"/>
                    <a:pt x="6" y="13"/>
                  </a:cubicBezTo>
                  <a:cubicBezTo>
                    <a:pt x="6" y="10"/>
                    <a:pt x="9" y="7"/>
                    <a:pt x="13" y="7"/>
                  </a:cubicBezTo>
                  <a:cubicBezTo>
                    <a:pt x="16" y="7"/>
                    <a:pt x="19" y="10"/>
                    <a:pt x="19" y="13"/>
                  </a:cubicBezTo>
                  <a:cubicBezTo>
                    <a:pt x="19" y="17"/>
                    <a:pt x="16" y="20"/>
                    <a:pt x="1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51E90CC-8D7A-63E0-36C9-AF29EA1B88E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71225" y="5395913"/>
              <a:ext cx="95250" cy="101600"/>
            </a:xfrm>
            <a:custGeom>
              <a:avLst/>
              <a:gdLst>
                <a:gd name="T0" fmla="*/ 13 w 25"/>
                <a:gd name="T1" fmla="*/ 0 h 26"/>
                <a:gd name="T2" fmla="*/ 0 w 25"/>
                <a:gd name="T3" fmla="*/ 13 h 26"/>
                <a:gd name="T4" fmla="*/ 13 w 25"/>
                <a:gd name="T5" fmla="*/ 26 h 26"/>
                <a:gd name="T6" fmla="*/ 25 w 25"/>
                <a:gd name="T7" fmla="*/ 13 h 26"/>
                <a:gd name="T8" fmla="*/ 13 w 25"/>
                <a:gd name="T9" fmla="*/ 0 h 26"/>
                <a:gd name="T10" fmla="*/ 13 w 25"/>
                <a:gd name="T11" fmla="*/ 20 h 26"/>
                <a:gd name="T12" fmla="*/ 6 w 25"/>
                <a:gd name="T13" fmla="*/ 13 h 26"/>
                <a:gd name="T14" fmla="*/ 13 w 25"/>
                <a:gd name="T15" fmla="*/ 7 h 26"/>
                <a:gd name="T16" fmla="*/ 19 w 25"/>
                <a:gd name="T17" fmla="*/ 13 h 26"/>
                <a:gd name="T18" fmla="*/ 13 w 25"/>
                <a:gd name="T19" fmla="*/ 2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" h="26">
                  <a:moveTo>
                    <a:pt x="13" y="0"/>
                  </a:moveTo>
                  <a:cubicBezTo>
                    <a:pt x="6" y="0"/>
                    <a:pt x="0" y="6"/>
                    <a:pt x="0" y="13"/>
                  </a:cubicBezTo>
                  <a:cubicBezTo>
                    <a:pt x="0" y="20"/>
                    <a:pt x="6" y="26"/>
                    <a:pt x="13" y="26"/>
                  </a:cubicBezTo>
                  <a:cubicBezTo>
                    <a:pt x="20" y="26"/>
                    <a:pt x="25" y="20"/>
                    <a:pt x="25" y="13"/>
                  </a:cubicBezTo>
                  <a:cubicBezTo>
                    <a:pt x="25" y="6"/>
                    <a:pt x="20" y="0"/>
                    <a:pt x="13" y="0"/>
                  </a:cubicBezTo>
                  <a:close/>
                  <a:moveTo>
                    <a:pt x="13" y="20"/>
                  </a:moveTo>
                  <a:cubicBezTo>
                    <a:pt x="9" y="20"/>
                    <a:pt x="6" y="17"/>
                    <a:pt x="6" y="13"/>
                  </a:cubicBezTo>
                  <a:cubicBezTo>
                    <a:pt x="6" y="10"/>
                    <a:pt x="9" y="7"/>
                    <a:pt x="13" y="7"/>
                  </a:cubicBezTo>
                  <a:cubicBezTo>
                    <a:pt x="16" y="7"/>
                    <a:pt x="19" y="10"/>
                    <a:pt x="19" y="13"/>
                  </a:cubicBezTo>
                  <a:cubicBezTo>
                    <a:pt x="19" y="17"/>
                    <a:pt x="16" y="20"/>
                    <a:pt x="1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AD9911ED-3B18-00E4-3E1F-2979344E1AC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10863" y="5399088"/>
              <a:ext cx="65088" cy="63500"/>
            </a:xfrm>
            <a:custGeom>
              <a:avLst/>
              <a:gdLst>
                <a:gd name="T0" fmla="*/ 7 w 17"/>
                <a:gd name="T1" fmla="*/ 16 h 16"/>
                <a:gd name="T2" fmla="*/ 9 w 17"/>
                <a:gd name="T3" fmla="*/ 16 h 16"/>
                <a:gd name="T4" fmla="*/ 17 w 17"/>
                <a:gd name="T5" fmla="*/ 8 h 16"/>
                <a:gd name="T6" fmla="*/ 9 w 17"/>
                <a:gd name="T7" fmla="*/ 0 h 16"/>
                <a:gd name="T8" fmla="*/ 0 w 17"/>
                <a:gd name="T9" fmla="*/ 0 h 16"/>
                <a:gd name="T10" fmla="*/ 1 w 17"/>
                <a:gd name="T11" fmla="*/ 5 h 16"/>
                <a:gd name="T12" fmla="*/ 8 w 17"/>
                <a:gd name="T13" fmla="*/ 5 h 16"/>
                <a:gd name="T14" fmla="*/ 11 w 17"/>
                <a:gd name="T15" fmla="*/ 8 h 16"/>
                <a:gd name="T16" fmla="*/ 8 w 17"/>
                <a:gd name="T17" fmla="*/ 12 h 16"/>
                <a:gd name="T18" fmla="*/ 4 w 17"/>
                <a:gd name="T1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" h="16">
                  <a:moveTo>
                    <a:pt x="7" y="16"/>
                  </a:moveTo>
                  <a:cubicBezTo>
                    <a:pt x="9" y="16"/>
                    <a:pt x="9" y="16"/>
                    <a:pt x="9" y="16"/>
                  </a:cubicBezTo>
                  <a:cubicBezTo>
                    <a:pt x="14" y="16"/>
                    <a:pt x="17" y="13"/>
                    <a:pt x="17" y="8"/>
                  </a:cubicBezTo>
                  <a:cubicBezTo>
                    <a:pt x="17" y="4"/>
                    <a:pt x="14" y="0"/>
                    <a:pt x="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8" y="5"/>
                    <a:pt x="8" y="5"/>
                    <a:pt x="8" y="5"/>
                  </a:cubicBezTo>
                  <a:cubicBezTo>
                    <a:pt x="10" y="5"/>
                    <a:pt x="11" y="7"/>
                    <a:pt x="11" y="8"/>
                  </a:cubicBezTo>
                  <a:cubicBezTo>
                    <a:pt x="11" y="10"/>
                    <a:pt x="10" y="12"/>
                    <a:pt x="8" y="12"/>
                  </a:cubicBezTo>
                  <a:cubicBezTo>
                    <a:pt x="4" y="12"/>
                    <a:pt x="4" y="12"/>
                    <a:pt x="4" y="1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28D1B741-163F-BD1E-F371-EF1C162553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6075" y="5399088"/>
              <a:ext cx="23813" cy="98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157805D9-22D3-6A19-3CCE-7740ECA73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96575" y="5399088"/>
              <a:ext cx="22225" cy="98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E49BD92-816A-33A5-E5B1-CA0F31E5E79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77550" y="5399088"/>
              <a:ext cx="31750" cy="98425"/>
            </a:xfrm>
            <a:custGeom>
              <a:avLst/>
              <a:gdLst>
                <a:gd name="T0" fmla="*/ 15 w 20"/>
                <a:gd name="T1" fmla="*/ 62 h 62"/>
                <a:gd name="T2" fmla="*/ 0 w 20"/>
                <a:gd name="T3" fmla="*/ 62 h 62"/>
                <a:gd name="T4" fmla="*/ 5 w 20"/>
                <a:gd name="T5" fmla="*/ 0 h 62"/>
                <a:gd name="T6" fmla="*/ 20 w 20"/>
                <a:gd name="T7" fmla="*/ 0 h 62"/>
                <a:gd name="T8" fmla="*/ 15 w 20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" h="62">
                  <a:moveTo>
                    <a:pt x="15" y="62"/>
                  </a:moveTo>
                  <a:lnTo>
                    <a:pt x="0" y="62"/>
                  </a:lnTo>
                  <a:lnTo>
                    <a:pt x="5" y="0"/>
                  </a:lnTo>
                  <a:lnTo>
                    <a:pt x="20" y="0"/>
                  </a:lnTo>
                  <a:lnTo>
                    <a:pt x="15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1" name="Rectangle 11">
              <a:extLst>
                <a:ext uri="{FF2B5EF4-FFF2-40B4-BE49-F238E27FC236}">
                  <a16:creationId xmlns:a16="http://schemas.microsoft.com/office/drawing/2014/main" id="{C7A4CB68-9CD6-9FB1-3B7D-A4AEA808FE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06113" y="5457825"/>
              <a:ext cx="46038" cy="206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25623848-DB6D-6EAC-929B-EF75EBA8508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79125" y="5399088"/>
              <a:ext cx="61913" cy="98425"/>
            </a:xfrm>
            <a:custGeom>
              <a:avLst/>
              <a:gdLst>
                <a:gd name="T0" fmla="*/ 17 w 39"/>
                <a:gd name="T1" fmla="*/ 62 h 62"/>
                <a:gd name="T2" fmla="*/ 0 w 39"/>
                <a:gd name="T3" fmla="*/ 62 h 62"/>
                <a:gd name="T4" fmla="*/ 24 w 39"/>
                <a:gd name="T5" fmla="*/ 0 h 62"/>
                <a:gd name="T6" fmla="*/ 39 w 39"/>
                <a:gd name="T7" fmla="*/ 0 h 62"/>
                <a:gd name="T8" fmla="*/ 17 w 39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62">
                  <a:moveTo>
                    <a:pt x="17" y="62"/>
                  </a:moveTo>
                  <a:lnTo>
                    <a:pt x="0" y="62"/>
                  </a:lnTo>
                  <a:lnTo>
                    <a:pt x="24" y="0"/>
                  </a:lnTo>
                  <a:lnTo>
                    <a:pt x="39" y="0"/>
                  </a:lnTo>
                  <a:lnTo>
                    <a:pt x="17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7B4E377-9786-FEB2-84CD-BF77601A4C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17225" y="5399088"/>
              <a:ext cx="57150" cy="98425"/>
            </a:xfrm>
            <a:custGeom>
              <a:avLst/>
              <a:gdLst>
                <a:gd name="T0" fmla="*/ 22 w 36"/>
                <a:gd name="T1" fmla="*/ 62 h 62"/>
                <a:gd name="T2" fmla="*/ 36 w 36"/>
                <a:gd name="T3" fmla="*/ 62 h 62"/>
                <a:gd name="T4" fmla="*/ 15 w 36"/>
                <a:gd name="T5" fmla="*/ 0 h 62"/>
                <a:gd name="T6" fmla="*/ 0 w 36"/>
                <a:gd name="T7" fmla="*/ 0 h 62"/>
                <a:gd name="T8" fmla="*/ 22 w 36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62">
                  <a:moveTo>
                    <a:pt x="22" y="62"/>
                  </a:moveTo>
                  <a:lnTo>
                    <a:pt x="36" y="62"/>
                  </a:lnTo>
                  <a:lnTo>
                    <a:pt x="15" y="0"/>
                  </a:lnTo>
                  <a:lnTo>
                    <a:pt x="0" y="0"/>
                  </a:lnTo>
                  <a:lnTo>
                    <a:pt x="22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1E863C8B-3EA1-71B1-E55C-9C546CB7F3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85488" y="5399088"/>
              <a:ext cx="49213" cy="98425"/>
            </a:xfrm>
            <a:custGeom>
              <a:avLst/>
              <a:gdLst>
                <a:gd name="T0" fmla="*/ 24 w 31"/>
                <a:gd name="T1" fmla="*/ 62 h 62"/>
                <a:gd name="T2" fmla="*/ 29 w 31"/>
                <a:gd name="T3" fmla="*/ 62 h 62"/>
                <a:gd name="T4" fmla="*/ 31 w 31"/>
                <a:gd name="T5" fmla="*/ 40 h 62"/>
                <a:gd name="T6" fmla="*/ 15 w 31"/>
                <a:gd name="T7" fmla="*/ 0 h 62"/>
                <a:gd name="T8" fmla="*/ 0 w 31"/>
                <a:gd name="T9" fmla="*/ 0 h 62"/>
                <a:gd name="T10" fmla="*/ 24 w 31"/>
                <a:gd name="T11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1" h="62">
                  <a:moveTo>
                    <a:pt x="24" y="62"/>
                  </a:moveTo>
                  <a:lnTo>
                    <a:pt x="29" y="62"/>
                  </a:lnTo>
                  <a:lnTo>
                    <a:pt x="31" y="4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24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98CE2AC9-0A90-B93A-2322-B5027C97F0B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53750" y="5399088"/>
              <a:ext cx="30163" cy="98425"/>
            </a:xfrm>
            <a:custGeom>
              <a:avLst/>
              <a:gdLst>
                <a:gd name="T0" fmla="*/ 5 w 19"/>
                <a:gd name="T1" fmla="*/ 62 h 62"/>
                <a:gd name="T2" fmla="*/ 19 w 19"/>
                <a:gd name="T3" fmla="*/ 62 h 62"/>
                <a:gd name="T4" fmla="*/ 15 w 19"/>
                <a:gd name="T5" fmla="*/ 0 h 62"/>
                <a:gd name="T6" fmla="*/ 0 w 19"/>
                <a:gd name="T7" fmla="*/ 0 h 62"/>
                <a:gd name="T8" fmla="*/ 5 w 19"/>
                <a:gd name="T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62">
                  <a:moveTo>
                    <a:pt x="5" y="62"/>
                  </a:moveTo>
                  <a:lnTo>
                    <a:pt x="19" y="62"/>
                  </a:lnTo>
                  <a:lnTo>
                    <a:pt x="15" y="0"/>
                  </a:lnTo>
                  <a:lnTo>
                    <a:pt x="0" y="0"/>
                  </a:lnTo>
                  <a:lnTo>
                    <a:pt x="5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62C7CDC0-65B5-4EA3-1269-C5B79B4CE49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26763" y="5399088"/>
              <a:ext cx="50800" cy="98425"/>
            </a:xfrm>
            <a:custGeom>
              <a:avLst/>
              <a:gdLst>
                <a:gd name="T0" fmla="*/ 8 w 32"/>
                <a:gd name="T1" fmla="*/ 62 h 62"/>
                <a:gd name="T2" fmla="*/ 3 w 32"/>
                <a:gd name="T3" fmla="*/ 62 h 62"/>
                <a:gd name="T4" fmla="*/ 0 w 32"/>
                <a:gd name="T5" fmla="*/ 40 h 62"/>
                <a:gd name="T6" fmla="*/ 17 w 32"/>
                <a:gd name="T7" fmla="*/ 0 h 62"/>
                <a:gd name="T8" fmla="*/ 32 w 32"/>
                <a:gd name="T9" fmla="*/ 0 h 62"/>
                <a:gd name="T10" fmla="*/ 8 w 32"/>
                <a:gd name="T11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2" h="62">
                  <a:moveTo>
                    <a:pt x="8" y="62"/>
                  </a:moveTo>
                  <a:lnTo>
                    <a:pt x="3" y="62"/>
                  </a:lnTo>
                  <a:lnTo>
                    <a:pt x="0" y="40"/>
                  </a:lnTo>
                  <a:lnTo>
                    <a:pt x="17" y="0"/>
                  </a:lnTo>
                  <a:lnTo>
                    <a:pt x="32" y="0"/>
                  </a:lnTo>
                  <a:lnTo>
                    <a:pt x="8" y="6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EE68990B-E719-BF89-4E46-9E95607155E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521950" y="5399088"/>
              <a:ext cx="63500" cy="50800"/>
            </a:xfrm>
            <a:custGeom>
              <a:avLst/>
              <a:gdLst>
                <a:gd name="T0" fmla="*/ 17 w 40"/>
                <a:gd name="T1" fmla="*/ 32 h 32"/>
                <a:gd name="T2" fmla="*/ 0 w 40"/>
                <a:gd name="T3" fmla="*/ 32 h 32"/>
                <a:gd name="T4" fmla="*/ 24 w 40"/>
                <a:gd name="T5" fmla="*/ 0 h 32"/>
                <a:gd name="T6" fmla="*/ 40 w 40"/>
                <a:gd name="T7" fmla="*/ 0 h 32"/>
                <a:gd name="T8" fmla="*/ 17 w 40"/>
                <a:gd name="T9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32">
                  <a:moveTo>
                    <a:pt x="17" y="32"/>
                  </a:moveTo>
                  <a:lnTo>
                    <a:pt x="0" y="32"/>
                  </a:lnTo>
                  <a:lnTo>
                    <a:pt x="24" y="0"/>
                  </a:lnTo>
                  <a:lnTo>
                    <a:pt x="40" y="0"/>
                  </a:lnTo>
                  <a:lnTo>
                    <a:pt x="17" y="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17AFFF04-2310-2736-FCE0-00A78AF97F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525125" y="5443538"/>
              <a:ext cx="65088" cy="53975"/>
            </a:xfrm>
            <a:custGeom>
              <a:avLst/>
              <a:gdLst>
                <a:gd name="T0" fmla="*/ 17 w 41"/>
                <a:gd name="T1" fmla="*/ 0 h 34"/>
                <a:gd name="T2" fmla="*/ 0 w 41"/>
                <a:gd name="T3" fmla="*/ 0 h 34"/>
                <a:gd name="T4" fmla="*/ 24 w 41"/>
                <a:gd name="T5" fmla="*/ 34 h 34"/>
                <a:gd name="T6" fmla="*/ 41 w 41"/>
                <a:gd name="T7" fmla="*/ 34 h 34"/>
                <a:gd name="T8" fmla="*/ 17 w 41"/>
                <a:gd name="T9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34">
                  <a:moveTo>
                    <a:pt x="17" y="0"/>
                  </a:moveTo>
                  <a:lnTo>
                    <a:pt x="0" y="0"/>
                  </a:lnTo>
                  <a:lnTo>
                    <a:pt x="24" y="34"/>
                  </a:lnTo>
                  <a:lnTo>
                    <a:pt x="41" y="34"/>
                  </a:lnTo>
                  <a:lnTo>
                    <a:pt x="17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CCB03CC3-003A-1743-7260-263292960A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26738" y="5446713"/>
              <a:ext cx="49213" cy="50800"/>
            </a:xfrm>
            <a:custGeom>
              <a:avLst/>
              <a:gdLst>
                <a:gd name="T0" fmla="*/ 14 w 31"/>
                <a:gd name="T1" fmla="*/ 0 h 32"/>
                <a:gd name="T2" fmla="*/ 0 w 31"/>
                <a:gd name="T3" fmla="*/ 0 h 32"/>
                <a:gd name="T4" fmla="*/ 14 w 31"/>
                <a:gd name="T5" fmla="*/ 32 h 32"/>
                <a:gd name="T6" fmla="*/ 31 w 31"/>
                <a:gd name="T7" fmla="*/ 32 h 32"/>
                <a:gd name="T8" fmla="*/ 14 w 31"/>
                <a:gd name="T9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2">
                  <a:moveTo>
                    <a:pt x="14" y="0"/>
                  </a:moveTo>
                  <a:lnTo>
                    <a:pt x="0" y="0"/>
                  </a:lnTo>
                  <a:lnTo>
                    <a:pt x="14" y="32"/>
                  </a:lnTo>
                  <a:lnTo>
                    <a:pt x="31" y="32"/>
                  </a:lnTo>
                  <a:lnTo>
                    <a:pt x="14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D5A67BFA-6211-D110-8D34-5E771458DD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91850" y="5395913"/>
              <a:ext cx="79375" cy="101600"/>
            </a:xfrm>
            <a:custGeom>
              <a:avLst/>
              <a:gdLst>
                <a:gd name="T0" fmla="*/ 18 w 21"/>
                <a:gd name="T1" fmla="*/ 18 h 26"/>
                <a:gd name="T2" fmla="*/ 13 w 21"/>
                <a:gd name="T3" fmla="*/ 20 h 26"/>
                <a:gd name="T4" fmla="*/ 6 w 21"/>
                <a:gd name="T5" fmla="*/ 13 h 26"/>
                <a:gd name="T6" fmla="*/ 13 w 21"/>
                <a:gd name="T7" fmla="*/ 7 h 26"/>
                <a:gd name="T8" fmla="*/ 18 w 21"/>
                <a:gd name="T9" fmla="*/ 9 h 26"/>
                <a:gd name="T10" fmla="*/ 21 w 21"/>
                <a:gd name="T11" fmla="*/ 3 h 26"/>
                <a:gd name="T12" fmla="*/ 13 w 21"/>
                <a:gd name="T13" fmla="*/ 0 h 26"/>
                <a:gd name="T14" fmla="*/ 0 w 21"/>
                <a:gd name="T15" fmla="*/ 13 h 26"/>
                <a:gd name="T16" fmla="*/ 13 w 21"/>
                <a:gd name="T17" fmla="*/ 26 h 26"/>
                <a:gd name="T18" fmla="*/ 21 w 21"/>
                <a:gd name="T19" fmla="*/ 23 h 26"/>
                <a:gd name="T20" fmla="*/ 18 w 21"/>
                <a:gd name="T21" fmla="*/ 18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" h="26">
                  <a:moveTo>
                    <a:pt x="18" y="18"/>
                  </a:moveTo>
                  <a:cubicBezTo>
                    <a:pt x="17" y="19"/>
                    <a:pt x="15" y="20"/>
                    <a:pt x="13" y="20"/>
                  </a:cubicBezTo>
                  <a:cubicBezTo>
                    <a:pt x="9" y="20"/>
                    <a:pt x="6" y="17"/>
                    <a:pt x="6" y="13"/>
                  </a:cubicBezTo>
                  <a:cubicBezTo>
                    <a:pt x="6" y="10"/>
                    <a:pt x="9" y="7"/>
                    <a:pt x="13" y="7"/>
                  </a:cubicBezTo>
                  <a:cubicBezTo>
                    <a:pt x="15" y="7"/>
                    <a:pt x="17" y="7"/>
                    <a:pt x="18" y="9"/>
                  </a:cubicBezTo>
                  <a:cubicBezTo>
                    <a:pt x="18" y="7"/>
                    <a:pt x="19" y="5"/>
                    <a:pt x="21" y="3"/>
                  </a:cubicBezTo>
                  <a:cubicBezTo>
                    <a:pt x="19" y="1"/>
                    <a:pt x="16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20"/>
                    <a:pt x="6" y="26"/>
                    <a:pt x="13" y="26"/>
                  </a:cubicBezTo>
                  <a:cubicBezTo>
                    <a:pt x="16" y="26"/>
                    <a:pt x="19" y="25"/>
                    <a:pt x="21" y="23"/>
                  </a:cubicBezTo>
                  <a:cubicBezTo>
                    <a:pt x="19" y="22"/>
                    <a:pt x="18" y="20"/>
                    <a:pt x="18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CF298147-97CF-1936-ED12-83D42AD031B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882313" y="5518150"/>
              <a:ext cx="33338" cy="58738"/>
            </a:xfrm>
            <a:custGeom>
              <a:avLst/>
              <a:gdLst>
                <a:gd name="T0" fmla="*/ 7 w 9"/>
                <a:gd name="T1" fmla="*/ 15 h 15"/>
                <a:gd name="T2" fmla="*/ 4 w 9"/>
                <a:gd name="T3" fmla="*/ 9 h 15"/>
                <a:gd name="T4" fmla="*/ 2 w 9"/>
                <a:gd name="T5" fmla="*/ 9 h 15"/>
                <a:gd name="T6" fmla="*/ 2 w 9"/>
                <a:gd name="T7" fmla="*/ 15 h 15"/>
                <a:gd name="T8" fmla="*/ 0 w 9"/>
                <a:gd name="T9" fmla="*/ 15 h 15"/>
                <a:gd name="T10" fmla="*/ 0 w 9"/>
                <a:gd name="T11" fmla="*/ 0 h 15"/>
                <a:gd name="T12" fmla="*/ 5 w 9"/>
                <a:gd name="T13" fmla="*/ 0 h 15"/>
                <a:gd name="T14" fmla="*/ 9 w 9"/>
                <a:gd name="T15" fmla="*/ 4 h 15"/>
                <a:gd name="T16" fmla="*/ 6 w 9"/>
                <a:gd name="T17" fmla="*/ 8 h 15"/>
                <a:gd name="T18" fmla="*/ 9 w 9"/>
                <a:gd name="T19" fmla="*/ 15 h 15"/>
                <a:gd name="T20" fmla="*/ 7 w 9"/>
                <a:gd name="T21" fmla="*/ 15 h 15"/>
                <a:gd name="T22" fmla="*/ 5 w 9"/>
                <a:gd name="T23" fmla="*/ 2 h 15"/>
                <a:gd name="T24" fmla="*/ 2 w 9"/>
                <a:gd name="T25" fmla="*/ 2 h 15"/>
                <a:gd name="T26" fmla="*/ 2 w 9"/>
                <a:gd name="T27" fmla="*/ 7 h 15"/>
                <a:gd name="T28" fmla="*/ 5 w 9"/>
                <a:gd name="T29" fmla="*/ 7 h 15"/>
                <a:gd name="T30" fmla="*/ 7 w 9"/>
                <a:gd name="T31" fmla="*/ 4 h 15"/>
                <a:gd name="T32" fmla="*/ 5 w 9"/>
                <a:gd name="T3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" h="15">
                  <a:moveTo>
                    <a:pt x="7" y="15"/>
                  </a:moveTo>
                  <a:cubicBezTo>
                    <a:pt x="4" y="9"/>
                    <a:pt x="4" y="9"/>
                    <a:pt x="4" y="9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7" y="0"/>
                    <a:pt x="9" y="2"/>
                    <a:pt x="9" y="4"/>
                  </a:cubicBezTo>
                  <a:cubicBezTo>
                    <a:pt x="9" y="6"/>
                    <a:pt x="8" y="8"/>
                    <a:pt x="6" y="8"/>
                  </a:cubicBezTo>
                  <a:cubicBezTo>
                    <a:pt x="9" y="15"/>
                    <a:pt x="9" y="15"/>
                    <a:pt x="9" y="15"/>
                  </a:cubicBezTo>
                  <a:lnTo>
                    <a:pt x="7" y="15"/>
                  </a:lnTo>
                  <a:close/>
                  <a:moveTo>
                    <a:pt x="5" y="2"/>
                  </a:moveTo>
                  <a:cubicBezTo>
                    <a:pt x="2" y="2"/>
                    <a:pt x="2" y="2"/>
                    <a:pt x="2" y="2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6" y="7"/>
                    <a:pt x="7" y="6"/>
                    <a:pt x="7" y="4"/>
                  </a:cubicBezTo>
                  <a:cubicBezTo>
                    <a:pt x="7" y="3"/>
                    <a:pt x="6" y="2"/>
                    <a:pt x="5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EE68E8DA-22BC-A222-CE49-BB01A56D58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42638" y="5518150"/>
              <a:ext cx="34925" cy="58738"/>
            </a:xfrm>
            <a:custGeom>
              <a:avLst/>
              <a:gdLst>
                <a:gd name="T0" fmla="*/ 0 w 22"/>
                <a:gd name="T1" fmla="*/ 37 h 37"/>
                <a:gd name="T2" fmla="*/ 0 w 22"/>
                <a:gd name="T3" fmla="*/ 0 h 37"/>
                <a:gd name="T4" fmla="*/ 22 w 22"/>
                <a:gd name="T5" fmla="*/ 0 h 37"/>
                <a:gd name="T6" fmla="*/ 22 w 22"/>
                <a:gd name="T7" fmla="*/ 4 h 37"/>
                <a:gd name="T8" fmla="*/ 5 w 22"/>
                <a:gd name="T9" fmla="*/ 4 h 37"/>
                <a:gd name="T10" fmla="*/ 5 w 22"/>
                <a:gd name="T11" fmla="*/ 14 h 37"/>
                <a:gd name="T12" fmla="*/ 19 w 22"/>
                <a:gd name="T13" fmla="*/ 14 h 37"/>
                <a:gd name="T14" fmla="*/ 19 w 22"/>
                <a:gd name="T15" fmla="*/ 19 h 37"/>
                <a:gd name="T16" fmla="*/ 5 w 22"/>
                <a:gd name="T17" fmla="*/ 19 h 37"/>
                <a:gd name="T18" fmla="*/ 5 w 22"/>
                <a:gd name="T19" fmla="*/ 32 h 37"/>
                <a:gd name="T20" fmla="*/ 22 w 22"/>
                <a:gd name="T21" fmla="*/ 32 h 37"/>
                <a:gd name="T22" fmla="*/ 22 w 22"/>
                <a:gd name="T23" fmla="*/ 37 h 37"/>
                <a:gd name="T24" fmla="*/ 0 w 22"/>
                <a:gd name="T2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" h="37">
                  <a:moveTo>
                    <a:pt x="0" y="37"/>
                  </a:moveTo>
                  <a:lnTo>
                    <a:pt x="0" y="0"/>
                  </a:lnTo>
                  <a:lnTo>
                    <a:pt x="22" y="0"/>
                  </a:lnTo>
                  <a:lnTo>
                    <a:pt x="22" y="4"/>
                  </a:lnTo>
                  <a:lnTo>
                    <a:pt x="5" y="4"/>
                  </a:lnTo>
                  <a:lnTo>
                    <a:pt x="5" y="14"/>
                  </a:lnTo>
                  <a:lnTo>
                    <a:pt x="19" y="14"/>
                  </a:lnTo>
                  <a:lnTo>
                    <a:pt x="19" y="19"/>
                  </a:lnTo>
                  <a:lnTo>
                    <a:pt x="5" y="19"/>
                  </a:lnTo>
                  <a:lnTo>
                    <a:pt x="5" y="32"/>
                  </a:lnTo>
                  <a:lnTo>
                    <a:pt x="22" y="32"/>
                  </a:lnTo>
                  <a:lnTo>
                    <a:pt x="22" y="37"/>
                  </a:lnTo>
                  <a:lnTo>
                    <a:pt x="0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3" name="Rectangle 23">
              <a:extLst>
                <a:ext uri="{FF2B5EF4-FFF2-40B4-BE49-F238E27FC236}">
                  <a16:creationId xmlns:a16="http://schemas.microsoft.com/office/drawing/2014/main" id="{8CB9C02C-C91E-B9F8-E84D-1366EF0C4A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2963" y="5518150"/>
              <a:ext cx="7938" cy="587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B09F1CF6-EF49-4A31-6EAE-95A6421D83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37888" y="5518150"/>
              <a:ext cx="33338" cy="58738"/>
            </a:xfrm>
            <a:custGeom>
              <a:avLst/>
              <a:gdLst>
                <a:gd name="T0" fmla="*/ 14 w 21"/>
                <a:gd name="T1" fmla="*/ 4 h 37"/>
                <a:gd name="T2" fmla="*/ 14 w 21"/>
                <a:gd name="T3" fmla="*/ 37 h 37"/>
                <a:gd name="T4" fmla="*/ 9 w 21"/>
                <a:gd name="T5" fmla="*/ 37 h 37"/>
                <a:gd name="T6" fmla="*/ 9 w 21"/>
                <a:gd name="T7" fmla="*/ 4 h 37"/>
                <a:gd name="T8" fmla="*/ 0 w 21"/>
                <a:gd name="T9" fmla="*/ 4 h 37"/>
                <a:gd name="T10" fmla="*/ 0 w 21"/>
                <a:gd name="T11" fmla="*/ 0 h 37"/>
                <a:gd name="T12" fmla="*/ 21 w 21"/>
                <a:gd name="T13" fmla="*/ 0 h 37"/>
                <a:gd name="T14" fmla="*/ 21 w 21"/>
                <a:gd name="T15" fmla="*/ 4 h 37"/>
                <a:gd name="T16" fmla="*/ 14 w 21"/>
                <a:gd name="T17" fmla="*/ 4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37">
                  <a:moveTo>
                    <a:pt x="14" y="4"/>
                  </a:moveTo>
                  <a:lnTo>
                    <a:pt x="14" y="37"/>
                  </a:lnTo>
                  <a:lnTo>
                    <a:pt x="9" y="37"/>
                  </a:lnTo>
                  <a:lnTo>
                    <a:pt x="9" y="4"/>
                  </a:lnTo>
                  <a:lnTo>
                    <a:pt x="0" y="4"/>
                  </a:lnTo>
                  <a:lnTo>
                    <a:pt x="0" y="0"/>
                  </a:lnTo>
                  <a:lnTo>
                    <a:pt x="21" y="0"/>
                  </a:lnTo>
                  <a:lnTo>
                    <a:pt x="21" y="4"/>
                  </a:lnTo>
                  <a:lnTo>
                    <a:pt x="14" y="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5338A05C-71C0-4AEE-BE4D-24449A096183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95038" y="5518150"/>
              <a:ext cx="33338" cy="58738"/>
            </a:xfrm>
            <a:custGeom>
              <a:avLst/>
              <a:gdLst>
                <a:gd name="T0" fmla="*/ 5 w 9"/>
                <a:gd name="T1" fmla="*/ 15 h 15"/>
                <a:gd name="T2" fmla="*/ 0 w 9"/>
                <a:gd name="T3" fmla="*/ 13 h 15"/>
                <a:gd name="T4" fmla="*/ 1 w 9"/>
                <a:gd name="T5" fmla="*/ 11 h 15"/>
                <a:gd name="T6" fmla="*/ 5 w 9"/>
                <a:gd name="T7" fmla="*/ 13 h 15"/>
                <a:gd name="T8" fmla="*/ 7 w 9"/>
                <a:gd name="T9" fmla="*/ 11 h 15"/>
                <a:gd name="T10" fmla="*/ 7 w 9"/>
                <a:gd name="T11" fmla="*/ 9 h 15"/>
                <a:gd name="T12" fmla="*/ 5 w 9"/>
                <a:gd name="T13" fmla="*/ 8 h 15"/>
                <a:gd name="T14" fmla="*/ 4 w 9"/>
                <a:gd name="T15" fmla="*/ 8 h 15"/>
                <a:gd name="T16" fmla="*/ 1 w 9"/>
                <a:gd name="T17" fmla="*/ 7 h 15"/>
                <a:gd name="T18" fmla="*/ 0 w 9"/>
                <a:gd name="T19" fmla="*/ 4 h 15"/>
                <a:gd name="T20" fmla="*/ 5 w 9"/>
                <a:gd name="T21" fmla="*/ 0 h 15"/>
                <a:gd name="T22" fmla="*/ 9 w 9"/>
                <a:gd name="T23" fmla="*/ 2 h 15"/>
                <a:gd name="T24" fmla="*/ 8 w 9"/>
                <a:gd name="T25" fmla="*/ 3 h 15"/>
                <a:gd name="T26" fmla="*/ 5 w 9"/>
                <a:gd name="T27" fmla="*/ 2 h 15"/>
                <a:gd name="T28" fmla="*/ 2 w 9"/>
                <a:gd name="T29" fmla="*/ 4 h 15"/>
                <a:gd name="T30" fmla="*/ 3 w 9"/>
                <a:gd name="T31" fmla="*/ 5 h 15"/>
                <a:gd name="T32" fmla="*/ 4 w 9"/>
                <a:gd name="T33" fmla="*/ 6 h 15"/>
                <a:gd name="T34" fmla="*/ 6 w 9"/>
                <a:gd name="T35" fmla="*/ 6 h 15"/>
                <a:gd name="T36" fmla="*/ 8 w 9"/>
                <a:gd name="T37" fmla="*/ 8 h 15"/>
                <a:gd name="T38" fmla="*/ 9 w 9"/>
                <a:gd name="T39" fmla="*/ 11 h 15"/>
                <a:gd name="T40" fmla="*/ 5 w 9"/>
                <a:gd name="T4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9" h="15">
                  <a:moveTo>
                    <a:pt x="5" y="15"/>
                  </a:moveTo>
                  <a:cubicBezTo>
                    <a:pt x="3" y="15"/>
                    <a:pt x="1" y="14"/>
                    <a:pt x="0" y="13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3"/>
                    <a:pt x="3" y="13"/>
                    <a:pt x="5" y="13"/>
                  </a:cubicBezTo>
                  <a:cubicBezTo>
                    <a:pt x="6" y="13"/>
                    <a:pt x="7" y="12"/>
                    <a:pt x="7" y="11"/>
                  </a:cubicBezTo>
                  <a:cubicBezTo>
                    <a:pt x="7" y="10"/>
                    <a:pt x="7" y="9"/>
                    <a:pt x="7" y="9"/>
                  </a:cubicBezTo>
                  <a:cubicBezTo>
                    <a:pt x="7" y="9"/>
                    <a:pt x="6" y="9"/>
                    <a:pt x="5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3" y="8"/>
                    <a:pt x="2" y="8"/>
                    <a:pt x="1" y="7"/>
                  </a:cubicBezTo>
                  <a:cubicBezTo>
                    <a:pt x="1" y="6"/>
                    <a:pt x="0" y="5"/>
                    <a:pt x="0" y="4"/>
                  </a:cubicBezTo>
                  <a:cubicBezTo>
                    <a:pt x="0" y="2"/>
                    <a:pt x="2" y="0"/>
                    <a:pt x="5" y="0"/>
                  </a:cubicBezTo>
                  <a:cubicBezTo>
                    <a:pt x="7" y="0"/>
                    <a:pt x="8" y="0"/>
                    <a:pt x="9" y="2"/>
                  </a:cubicBezTo>
                  <a:cubicBezTo>
                    <a:pt x="8" y="3"/>
                    <a:pt x="8" y="3"/>
                    <a:pt x="8" y="3"/>
                  </a:cubicBezTo>
                  <a:cubicBezTo>
                    <a:pt x="7" y="2"/>
                    <a:pt x="6" y="2"/>
                    <a:pt x="5" y="2"/>
                  </a:cubicBezTo>
                  <a:cubicBezTo>
                    <a:pt x="3" y="2"/>
                    <a:pt x="2" y="3"/>
                    <a:pt x="2" y="4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6"/>
                    <a:pt x="4" y="6"/>
                    <a:pt x="4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7" y="7"/>
                    <a:pt x="8" y="7"/>
                    <a:pt x="8" y="8"/>
                  </a:cubicBezTo>
                  <a:cubicBezTo>
                    <a:pt x="9" y="8"/>
                    <a:pt x="9" y="9"/>
                    <a:pt x="9" y="11"/>
                  </a:cubicBezTo>
                  <a:cubicBezTo>
                    <a:pt x="9" y="13"/>
                    <a:pt x="7" y="15"/>
                    <a:pt x="5" y="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33539291-3DFD-940E-3EFB-4DCEA1EA438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174413" y="5518150"/>
              <a:ext cx="41275" cy="58738"/>
            </a:xfrm>
            <a:custGeom>
              <a:avLst/>
              <a:gdLst>
                <a:gd name="T0" fmla="*/ 9 w 11"/>
                <a:gd name="T1" fmla="*/ 15 h 15"/>
                <a:gd name="T2" fmla="*/ 8 w 11"/>
                <a:gd name="T3" fmla="*/ 13 h 15"/>
                <a:gd name="T4" fmla="*/ 4 w 11"/>
                <a:gd name="T5" fmla="*/ 15 h 15"/>
                <a:gd name="T6" fmla="*/ 0 w 11"/>
                <a:gd name="T7" fmla="*/ 10 h 15"/>
                <a:gd name="T8" fmla="*/ 2 w 11"/>
                <a:gd name="T9" fmla="*/ 6 h 15"/>
                <a:gd name="T10" fmla="*/ 1 w 11"/>
                <a:gd name="T11" fmla="*/ 3 h 15"/>
                <a:gd name="T12" fmla="*/ 4 w 11"/>
                <a:gd name="T13" fmla="*/ 0 h 15"/>
                <a:gd name="T14" fmla="*/ 7 w 11"/>
                <a:gd name="T15" fmla="*/ 3 h 15"/>
                <a:gd name="T16" fmla="*/ 6 w 11"/>
                <a:gd name="T17" fmla="*/ 6 h 15"/>
                <a:gd name="T18" fmla="*/ 5 w 11"/>
                <a:gd name="T19" fmla="*/ 7 h 15"/>
                <a:gd name="T20" fmla="*/ 8 w 11"/>
                <a:gd name="T21" fmla="*/ 10 h 15"/>
                <a:gd name="T22" fmla="*/ 8 w 11"/>
                <a:gd name="T23" fmla="*/ 7 h 15"/>
                <a:gd name="T24" fmla="*/ 10 w 11"/>
                <a:gd name="T25" fmla="*/ 7 h 15"/>
                <a:gd name="T26" fmla="*/ 9 w 11"/>
                <a:gd name="T27" fmla="*/ 12 h 15"/>
                <a:gd name="T28" fmla="*/ 11 w 11"/>
                <a:gd name="T29" fmla="*/ 15 h 15"/>
                <a:gd name="T30" fmla="*/ 9 w 11"/>
                <a:gd name="T31" fmla="*/ 15 h 15"/>
                <a:gd name="T32" fmla="*/ 3 w 11"/>
                <a:gd name="T33" fmla="*/ 8 h 15"/>
                <a:gd name="T34" fmla="*/ 2 w 11"/>
                <a:gd name="T35" fmla="*/ 10 h 15"/>
                <a:gd name="T36" fmla="*/ 4 w 11"/>
                <a:gd name="T37" fmla="*/ 13 h 15"/>
                <a:gd name="T38" fmla="*/ 6 w 11"/>
                <a:gd name="T39" fmla="*/ 12 h 15"/>
                <a:gd name="T40" fmla="*/ 3 w 11"/>
                <a:gd name="T41" fmla="*/ 8 h 15"/>
                <a:gd name="T42" fmla="*/ 4 w 11"/>
                <a:gd name="T43" fmla="*/ 2 h 15"/>
                <a:gd name="T44" fmla="*/ 3 w 11"/>
                <a:gd name="T45" fmla="*/ 3 h 15"/>
                <a:gd name="T46" fmla="*/ 4 w 11"/>
                <a:gd name="T47" fmla="*/ 5 h 15"/>
                <a:gd name="T48" fmla="*/ 5 w 11"/>
                <a:gd name="T49" fmla="*/ 5 h 15"/>
                <a:gd name="T50" fmla="*/ 5 w 11"/>
                <a:gd name="T51" fmla="*/ 3 h 15"/>
                <a:gd name="T52" fmla="*/ 4 w 11"/>
                <a:gd name="T5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1" h="15">
                  <a:moveTo>
                    <a:pt x="9" y="15"/>
                  </a:moveTo>
                  <a:cubicBezTo>
                    <a:pt x="8" y="13"/>
                    <a:pt x="8" y="13"/>
                    <a:pt x="8" y="13"/>
                  </a:cubicBezTo>
                  <a:cubicBezTo>
                    <a:pt x="7" y="14"/>
                    <a:pt x="6" y="15"/>
                    <a:pt x="4" y="15"/>
                  </a:cubicBezTo>
                  <a:cubicBezTo>
                    <a:pt x="1" y="15"/>
                    <a:pt x="0" y="13"/>
                    <a:pt x="0" y="10"/>
                  </a:cubicBezTo>
                  <a:cubicBezTo>
                    <a:pt x="0" y="8"/>
                    <a:pt x="1" y="7"/>
                    <a:pt x="2" y="6"/>
                  </a:cubicBezTo>
                  <a:cubicBezTo>
                    <a:pt x="2" y="6"/>
                    <a:pt x="1" y="5"/>
                    <a:pt x="1" y="3"/>
                  </a:cubicBezTo>
                  <a:cubicBezTo>
                    <a:pt x="1" y="1"/>
                    <a:pt x="2" y="0"/>
                    <a:pt x="4" y="0"/>
                  </a:cubicBezTo>
                  <a:cubicBezTo>
                    <a:pt x="6" y="0"/>
                    <a:pt x="7" y="1"/>
                    <a:pt x="7" y="3"/>
                  </a:cubicBezTo>
                  <a:cubicBezTo>
                    <a:pt x="7" y="4"/>
                    <a:pt x="7" y="5"/>
                    <a:pt x="6" y="6"/>
                  </a:cubicBezTo>
                  <a:cubicBezTo>
                    <a:pt x="6" y="6"/>
                    <a:pt x="5" y="6"/>
                    <a:pt x="5" y="7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8" y="9"/>
                    <a:pt x="8" y="9"/>
                    <a:pt x="8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9"/>
                    <a:pt x="10" y="11"/>
                    <a:pt x="9" y="12"/>
                  </a:cubicBezTo>
                  <a:cubicBezTo>
                    <a:pt x="11" y="15"/>
                    <a:pt x="11" y="15"/>
                    <a:pt x="11" y="15"/>
                  </a:cubicBezTo>
                  <a:lnTo>
                    <a:pt x="9" y="15"/>
                  </a:lnTo>
                  <a:close/>
                  <a:moveTo>
                    <a:pt x="3" y="8"/>
                  </a:moveTo>
                  <a:cubicBezTo>
                    <a:pt x="2" y="8"/>
                    <a:pt x="2" y="9"/>
                    <a:pt x="2" y="10"/>
                  </a:cubicBezTo>
                  <a:cubicBezTo>
                    <a:pt x="2" y="12"/>
                    <a:pt x="3" y="13"/>
                    <a:pt x="4" y="13"/>
                  </a:cubicBezTo>
                  <a:cubicBezTo>
                    <a:pt x="5" y="13"/>
                    <a:pt x="6" y="13"/>
                    <a:pt x="6" y="12"/>
                  </a:cubicBezTo>
                  <a:lnTo>
                    <a:pt x="3" y="8"/>
                  </a:lnTo>
                  <a:close/>
                  <a:moveTo>
                    <a:pt x="4" y="2"/>
                  </a:moveTo>
                  <a:cubicBezTo>
                    <a:pt x="3" y="2"/>
                    <a:pt x="3" y="2"/>
                    <a:pt x="3" y="3"/>
                  </a:cubicBezTo>
                  <a:cubicBezTo>
                    <a:pt x="3" y="4"/>
                    <a:pt x="3" y="4"/>
                    <a:pt x="4" y="5"/>
                  </a:cubicBezTo>
                  <a:cubicBezTo>
                    <a:pt x="4" y="5"/>
                    <a:pt x="5" y="5"/>
                    <a:pt x="5" y="5"/>
                  </a:cubicBezTo>
                  <a:cubicBezTo>
                    <a:pt x="5" y="4"/>
                    <a:pt x="5" y="4"/>
                    <a:pt x="5" y="3"/>
                  </a:cubicBezTo>
                  <a:cubicBezTo>
                    <a:pt x="5" y="2"/>
                    <a:pt x="5" y="2"/>
                    <a:pt x="4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7AD7A24A-5774-01ED-0B1F-3D814948897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56963" y="5518150"/>
              <a:ext cx="34925" cy="58738"/>
            </a:xfrm>
            <a:custGeom>
              <a:avLst/>
              <a:gdLst>
                <a:gd name="T0" fmla="*/ 12 w 22"/>
                <a:gd name="T1" fmla="*/ 4 h 37"/>
                <a:gd name="T2" fmla="*/ 12 w 22"/>
                <a:gd name="T3" fmla="*/ 37 h 37"/>
                <a:gd name="T4" fmla="*/ 7 w 22"/>
                <a:gd name="T5" fmla="*/ 37 h 37"/>
                <a:gd name="T6" fmla="*/ 7 w 22"/>
                <a:gd name="T7" fmla="*/ 4 h 37"/>
                <a:gd name="T8" fmla="*/ 0 w 22"/>
                <a:gd name="T9" fmla="*/ 4 h 37"/>
                <a:gd name="T10" fmla="*/ 0 w 22"/>
                <a:gd name="T11" fmla="*/ 0 h 37"/>
                <a:gd name="T12" fmla="*/ 22 w 22"/>
                <a:gd name="T13" fmla="*/ 0 h 37"/>
                <a:gd name="T14" fmla="*/ 22 w 22"/>
                <a:gd name="T15" fmla="*/ 4 h 37"/>
                <a:gd name="T16" fmla="*/ 12 w 22"/>
                <a:gd name="T17" fmla="*/ 4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37">
                  <a:moveTo>
                    <a:pt x="12" y="4"/>
                  </a:moveTo>
                  <a:lnTo>
                    <a:pt x="12" y="37"/>
                  </a:lnTo>
                  <a:lnTo>
                    <a:pt x="7" y="37"/>
                  </a:lnTo>
                  <a:lnTo>
                    <a:pt x="7" y="4"/>
                  </a:lnTo>
                  <a:lnTo>
                    <a:pt x="0" y="4"/>
                  </a:lnTo>
                  <a:lnTo>
                    <a:pt x="0" y="0"/>
                  </a:lnTo>
                  <a:lnTo>
                    <a:pt x="22" y="0"/>
                  </a:lnTo>
                  <a:lnTo>
                    <a:pt x="22" y="4"/>
                  </a:lnTo>
                  <a:lnTo>
                    <a:pt x="12" y="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4F6879C6-A900-9C7C-B73E-2C5961A777B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18875" y="5518150"/>
              <a:ext cx="33338" cy="58738"/>
            </a:xfrm>
            <a:custGeom>
              <a:avLst/>
              <a:gdLst>
                <a:gd name="T0" fmla="*/ 7 w 9"/>
                <a:gd name="T1" fmla="*/ 15 h 15"/>
                <a:gd name="T2" fmla="*/ 4 w 9"/>
                <a:gd name="T3" fmla="*/ 9 h 15"/>
                <a:gd name="T4" fmla="*/ 2 w 9"/>
                <a:gd name="T5" fmla="*/ 9 h 15"/>
                <a:gd name="T6" fmla="*/ 2 w 9"/>
                <a:gd name="T7" fmla="*/ 15 h 15"/>
                <a:gd name="T8" fmla="*/ 0 w 9"/>
                <a:gd name="T9" fmla="*/ 15 h 15"/>
                <a:gd name="T10" fmla="*/ 0 w 9"/>
                <a:gd name="T11" fmla="*/ 0 h 15"/>
                <a:gd name="T12" fmla="*/ 5 w 9"/>
                <a:gd name="T13" fmla="*/ 0 h 15"/>
                <a:gd name="T14" fmla="*/ 9 w 9"/>
                <a:gd name="T15" fmla="*/ 4 h 15"/>
                <a:gd name="T16" fmla="*/ 6 w 9"/>
                <a:gd name="T17" fmla="*/ 8 h 15"/>
                <a:gd name="T18" fmla="*/ 9 w 9"/>
                <a:gd name="T19" fmla="*/ 15 h 15"/>
                <a:gd name="T20" fmla="*/ 7 w 9"/>
                <a:gd name="T21" fmla="*/ 15 h 15"/>
                <a:gd name="T22" fmla="*/ 5 w 9"/>
                <a:gd name="T23" fmla="*/ 2 h 15"/>
                <a:gd name="T24" fmla="*/ 2 w 9"/>
                <a:gd name="T25" fmla="*/ 2 h 15"/>
                <a:gd name="T26" fmla="*/ 2 w 9"/>
                <a:gd name="T27" fmla="*/ 7 h 15"/>
                <a:gd name="T28" fmla="*/ 5 w 9"/>
                <a:gd name="T29" fmla="*/ 7 h 15"/>
                <a:gd name="T30" fmla="*/ 7 w 9"/>
                <a:gd name="T31" fmla="*/ 4 h 15"/>
                <a:gd name="T32" fmla="*/ 5 w 9"/>
                <a:gd name="T3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" h="15">
                  <a:moveTo>
                    <a:pt x="7" y="15"/>
                  </a:moveTo>
                  <a:cubicBezTo>
                    <a:pt x="4" y="9"/>
                    <a:pt x="4" y="9"/>
                    <a:pt x="4" y="9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7" y="0"/>
                    <a:pt x="9" y="2"/>
                    <a:pt x="9" y="4"/>
                  </a:cubicBezTo>
                  <a:cubicBezTo>
                    <a:pt x="9" y="6"/>
                    <a:pt x="8" y="8"/>
                    <a:pt x="6" y="8"/>
                  </a:cubicBezTo>
                  <a:cubicBezTo>
                    <a:pt x="9" y="15"/>
                    <a:pt x="9" y="15"/>
                    <a:pt x="9" y="15"/>
                  </a:cubicBezTo>
                  <a:lnTo>
                    <a:pt x="7" y="15"/>
                  </a:lnTo>
                  <a:close/>
                  <a:moveTo>
                    <a:pt x="5" y="2"/>
                  </a:moveTo>
                  <a:cubicBezTo>
                    <a:pt x="2" y="2"/>
                    <a:pt x="2" y="2"/>
                    <a:pt x="2" y="2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6" y="7"/>
                    <a:pt x="7" y="6"/>
                    <a:pt x="7" y="4"/>
                  </a:cubicBezTo>
                  <a:cubicBezTo>
                    <a:pt x="7" y="3"/>
                    <a:pt x="6" y="2"/>
                    <a:pt x="5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29E86578-D7C1-FD51-6643-4C655C2593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379200" y="5518150"/>
              <a:ext cx="38100" cy="58738"/>
            </a:xfrm>
            <a:custGeom>
              <a:avLst/>
              <a:gdLst>
                <a:gd name="T0" fmla="*/ 5 w 10"/>
                <a:gd name="T1" fmla="*/ 15 h 15"/>
                <a:gd name="T2" fmla="*/ 0 w 10"/>
                <a:gd name="T3" fmla="*/ 10 h 15"/>
                <a:gd name="T4" fmla="*/ 0 w 10"/>
                <a:gd name="T5" fmla="*/ 0 h 15"/>
                <a:gd name="T6" fmla="*/ 2 w 10"/>
                <a:gd name="T7" fmla="*/ 0 h 15"/>
                <a:gd name="T8" fmla="*/ 2 w 10"/>
                <a:gd name="T9" fmla="*/ 10 h 15"/>
                <a:gd name="T10" fmla="*/ 5 w 10"/>
                <a:gd name="T11" fmla="*/ 13 h 15"/>
                <a:gd name="T12" fmla="*/ 8 w 10"/>
                <a:gd name="T13" fmla="*/ 10 h 15"/>
                <a:gd name="T14" fmla="*/ 8 w 10"/>
                <a:gd name="T15" fmla="*/ 0 h 15"/>
                <a:gd name="T16" fmla="*/ 10 w 10"/>
                <a:gd name="T17" fmla="*/ 0 h 15"/>
                <a:gd name="T18" fmla="*/ 10 w 10"/>
                <a:gd name="T19" fmla="*/ 10 h 15"/>
                <a:gd name="T20" fmla="*/ 5 w 10"/>
                <a:gd name="T2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" h="15">
                  <a:moveTo>
                    <a:pt x="5" y="15"/>
                  </a:moveTo>
                  <a:cubicBezTo>
                    <a:pt x="2" y="15"/>
                    <a:pt x="0" y="13"/>
                    <a:pt x="0" y="1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2"/>
                    <a:pt x="3" y="13"/>
                    <a:pt x="5" y="13"/>
                  </a:cubicBezTo>
                  <a:cubicBezTo>
                    <a:pt x="7" y="13"/>
                    <a:pt x="8" y="12"/>
                    <a:pt x="8" y="1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3"/>
                    <a:pt x="8" y="15"/>
                    <a:pt x="5" y="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6C0D2284-EB70-80AF-B795-2BAAE43705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39525" y="5518150"/>
              <a:ext cx="38100" cy="58738"/>
            </a:xfrm>
            <a:custGeom>
              <a:avLst/>
              <a:gdLst>
                <a:gd name="T0" fmla="*/ 5 w 10"/>
                <a:gd name="T1" fmla="*/ 15 h 15"/>
                <a:gd name="T2" fmla="*/ 0 w 10"/>
                <a:gd name="T3" fmla="*/ 13 h 15"/>
                <a:gd name="T4" fmla="*/ 2 w 10"/>
                <a:gd name="T5" fmla="*/ 11 h 15"/>
                <a:gd name="T6" fmla="*/ 5 w 10"/>
                <a:gd name="T7" fmla="*/ 13 h 15"/>
                <a:gd name="T8" fmla="*/ 8 w 10"/>
                <a:gd name="T9" fmla="*/ 11 h 15"/>
                <a:gd name="T10" fmla="*/ 7 w 10"/>
                <a:gd name="T11" fmla="*/ 9 h 15"/>
                <a:gd name="T12" fmla="*/ 6 w 10"/>
                <a:gd name="T13" fmla="*/ 8 h 15"/>
                <a:gd name="T14" fmla="*/ 4 w 10"/>
                <a:gd name="T15" fmla="*/ 8 h 15"/>
                <a:gd name="T16" fmla="*/ 2 w 10"/>
                <a:gd name="T17" fmla="*/ 7 h 15"/>
                <a:gd name="T18" fmla="*/ 1 w 10"/>
                <a:gd name="T19" fmla="*/ 4 h 15"/>
                <a:gd name="T20" fmla="*/ 5 w 10"/>
                <a:gd name="T21" fmla="*/ 0 h 15"/>
                <a:gd name="T22" fmla="*/ 9 w 10"/>
                <a:gd name="T23" fmla="*/ 2 h 15"/>
                <a:gd name="T24" fmla="*/ 8 w 10"/>
                <a:gd name="T25" fmla="*/ 3 h 15"/>
                <a:gd name="T26" fmla="*/ 5 w 10"/>
                <a:gd name="T27" fmla="*/ 2 h 15"/>
                <a:gd name="T28" fmla="*/ 3 w 10"/>
                <a:gd name="T29" fmla="*/ 4 h 15"/>
                <a:gd name="T30" fmla="*/ 3 w 10"/>
                <a:gd name="T31" fmla="*/ 5 h 15"/>
                <a:gd name="T32" fmla="*/ 5 w 10"/>
                <a:gd name="T33" fmla="*/ 6 h 15"/>
                <a:gd name="T34" fmla="*/ 6 w 10"/>
                <a:gd name="T35" fmla="*/ 6 h 15"/>
                <a:gd name="T36" fmla="*/ 9 w 10"/>
                <a:gd name="T37" fmla="*/ 8 h 15"/>
                <a:gd name="T38" fmla="*/ 10 w 10"/>
                <a:gd name="T39" fmla="*/ 11 h 15"/>
                <a:gd name="T40" fmla="*/ 5 w 10"/>
                <a:gd name="T4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" h="15">
                  <a:moveTo>
                    <a:pt x="5" y="15"/>
                  </a:moveTo>
                  <a:cubicBezTo>
                    <a:pt x="3" y="15"/>
                    <a:pt x="2" y="14"/>
                    <a:pt x="0" y="13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3"/>
                    <a:pt x="4" y="13"/>
                    <a:pt x="5" y="13"/>
                  </a:cubicBezTo>
                  <a:cubicBezTo>
                    <a:pt x="7" y="13"/>
                    <a:pt x="8" y="12"/>
                    <a:pt x="8" y="11"/>
                  </a:cubicBezTo>
                  <a:cubicBezTo>
                    <a:pt x="8" y="10"/>
                    <a:pt x="8" y="9"/>
                    <a:pt x="7" y="9"/>
                  </a:cubicBezTo>
                  <a:cubicBezTo>
                    <a:pt x="7" y="9"/>
                    <a:pt x="7" y="9"/>
                    <a:pt x="6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3" y="8"/>
                    <a:pt x="2" y="8"/>
                    <a:pt x="2" y="7"/>
                  </a:cubicBezTo>
                  <a:cubicBezTo>
                    <a:pt x="1" y="6"/>
                    <a:pt x="1" y="5"/>
                    <a:pt x="1" y="4"/>
                  </a:cubicBezTo>
                  <a:cubicBezTo>
                    <a:pt x="1" y="2"/>
                    <a:pt x="2" y="0"/>
                    <a:pt x="5" y="0"/>
                  </a:cubicBezTo>
                  <a:cubicBezTo>
                    <a:pt x="7" y="0"/>
                    <a:pt x="8" y="0"/>
                    <a:pt x="9" y="2"/>
                  </a:cubicBezTo>
                  <a:cubicBezTo>
                    <a:pt x="8" y="3"/>
                    <a:pt x="8" y="3"/>
                    <a:pt x="8" y="3"/>
                  </a:cubicBezTo>
                  <a:cubicBezTo>
                    <a:pt x="7" y="2"/>
                    <a:pt x="6" y="2"/>
                    <a:pt x="5" y="2"/>
                  </a:cubicBezTo>
                  <a:cubicBezTo>
                    <a:pt x="4" y="2"/>
                    <a:pt x="3" y="3"/>
                    <a:pt x="3" y="4"/>
                  </a:cubicBezTo>
                  <a:cubicBezTo>
                    <a:pt x="3" y="5"/>
                    <a:pt x="3" y="5"/>
                    <a:pt x="3" y="5"/>
                  </a:cubicBezTo>
                  <a:cubicBezTo>
                    <a:pt x="4" y="6"/>
                    <a:pt x="4" y="6"/>
                    <a:pt x="5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8" y="7"/>
                    <a:pt x="8" y="7"/>
                    <a:pt x="9" y="8"/>
                  </a:cubicBezTo>
                  <a:cubicBezTo>
                    <a:pt x="9" y="8"/>
                    <a:pt x="10" y="9"/>
                    <a:pt x="10" y="11"/>
                  </a:cubicBezTo>
                  <a:cubicBezTo>
                    <a:pt x="10" y="13"/>
                    <a:pt x="8" y="15"/>
                    <a:pt x="5" y="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7AACA248-6704-C346-B420-D06E7EE76D6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99850" y="5518150"/>
              <a:ext cx="34925" cy="58738"/>
            </a:xfrm>
            <a:custGeom>
              <a:avLst/>
              <a:gdLst>
                <a:gd name="T0" fmla="*/ 15 w 22"/>
                <a:gd name="T1" fmla="*/ 4 h 37"/>
                <a:gd name="T2" fmla="*/ 15 w 22"/>
                <a:gd name="T3" fmla="*/ 37 h 37"/>
                <a:gd name="T4" fmla="*/ 10 w 22"/>
                <a:gd name="T5" fmla="*/ 37 h 37"/>
                <a:gd name="T6" fmla="*/ 10 w 22"/>
                <a:gd name="T7" fmla="*/ 4 h 37"/>
                <a:gd name="T8" fmla="*/ 0 w 22"/>
                <a:gd name="T9" fmla="*/ 4 h 37"/>
                <a:gd name="T10" fmla="*/ 0 w 22"/>
                <a:gd name="T11" fmla="*/ 0 h 37"/>
                <a:gd name="T12" fmla="*/ 22 w 22"/>
                <a:gd name="T13" fmla="*/ 0 h 37"/>
                <a:gd name="T14" fmla="*/ 22 w 22"/>
                <a:gd name="T15" fmla="*/ 4 h 37"/>
                <a:gd name="T16" fmla="*/ 15 w 22"/>
                <a:gd name="T17" fmla="*/ 4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37">
                  <a:moveTo>
                    <a:pt x="15" y="4"/>
                  </a:moveTo>
                  <a:lnTo>
                    <a:pt x="15" y="37"/>
                  </a:lnTo>
                  <a:lnTo>
                    <a:pt x="10" y="37"/>
                  </a:lnTo>
                  <a:lnTo>
                    <a:pt x="10" y="4"/>
                  </a:lnTo>
                  <a:lnTo>
                    <a:pt x="0" y="4"/>
                  </a:lnTo>
                  <a:lnTo>
                    <a:pt x="0" y="0"/>
                  </a:lnTo>
                  <a:lnTo>
                    <a:pt x="22" y="0"/>
                  </a:lnTo>
                  <a:lnTo>
                    <a:pt x="22" y="4"/>
                  </a:lnTo>
                  <a:lnTo>
                    <a:pt x="15" y="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091A4110-B0E7-87CA-1B61-CE1ECAECD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12513" y="5289550"/>
              <a:ext cx="322263" cy="173038"/>
            </a:xfrm>
            <a:custGeom>
              <a:avLst/>
              <a:gdLst>
                <a:gd name="T0" fmla="*/ 203 w 203"/>
                <a:gd name="T1" fmla="*/ 109 h 109"/>
                <a:gd name="T2" fmla="*/ 203 w 203"/>
                <a:gd name="T3" fmla="*/ 109 h 109"/>
                <a:gd name="T4" fmla="*/ 67 w 203"/>
                <a:gd name="T5" fmla="*/ 0 h 109"/>
                <a:gd name="T6" fmla="*/ 0 w 203"/>
                <a:gd name="T7" fmla="*/ 106 h 109"/>
                <a:gd name="T8" fmla="*/ 0 w 203"/>
                <a:gd name="T9" fmla="*/ 109 h 109"/>
                <a:gd name="T10" fmla="*/ 67 w 203"/>
                <a:gd name="T11" fmla="*/ 35 h 109"/>
                <a:gd name="T12" fmla="*/ 203 w 203"/>
                <a:gd name="T13" fmla="*/ 109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109">
                  <a:moveTo>
                    <a:pt x="203" y="109"/>
                  </a:moveTo>
                  <a:lnTo>
                    <a:pt x="203" y="109"/>
                  </a:lnTo>
                  <a:lnTo>
                    <a:pt x="67" y="0"/>
                  </a:lnTo>
                  <a:lnTo>
                    <a:pt x="0" y="106"/>
                  </a:lnTo>
                  <a:lnTo>
                    <a:pt x="0" y="109"/>
                  </a:lnTo>
                  <a:lnTo>
                    <a:pt x="67" y="35"/>
                  </a:lnTo>
                  <a:lnTo>
                    <a:pt x="203" y="1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5122087A-17AC-9E88-CF76-6B85233701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12513" y="5364163"/>
              <a:ext cx="322263" cy="109538"/>
            </a:xfrm>
            <a:custGeom>
              <a:avLst/>
              <a:gdLst>
                <a:gd name="T0" fmla="*/ 0 w 203"/>
                <a:gd name="T1" fmla="*/ 67 h 69"/>
                <a:gd name="T2" fmla="*/ 0 w 203"/>
                <a:gd name="T3" fmla="*/ 69 h 69"/>
                <a:gd name="T4" fmla="*/ 67 w 203"/>
                <a:gd name="T5" fmla="*/ 25 h 69"/>
                <a:gd name="T6" fmla="*/ 203 w 203"/>
                <a:gd name="T7" fmla="*/ 69 h 69"/>
                <a:gd name="T8" fmla="*/ 203 w 203"/>
                <a:gd name="T9" fmla="*/ 67 h 69"/>
                <a:gd name="T10" fmla="*/ 67 w 203"/>
                <a:gd name="T11" fmla="*/ 0 h 69"/>
                <a:gd name="T12" fmla="*/ 0 w 203"/>
                <a:gd name="T13" fmla="*/ 6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69">
                  <a:moveTo>
                    <a:pt x="0" y="67"/>
                  </a:moveTo>
                  <a:lnTo>
                    <a:pt x="0" y="69"/>
                  </a:lnTo>
                  <a:lnTo>
                    <a:pt x="67" y="25"/>
                  </a:lnTo>
                  <a:lnTo>
                    <a:pt x="203" y="69"/>
                  </a:lnTo>
                  <a:lnTo>
                    <a:pt x="203" y="67"/>
                  </a:lnTo>
                  <a:lnTo>
                    <a:pt x="67" y="0"/>
                  </a:lnTo>
                  <a:lnTo>
                    <a:pt x="0" y="6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4" name="Freeform 34">
              <a:extLst>
                <a:ext uri="{FF2B5EF4-FFF2-40B4-BE49-F238E27FC236}">
                  <a16:creationId xmlns:a16="http://schemas.microsoft.com/office/drawing/2014/main" id="{92B888F4-2318-1261-10C8-0E5556A397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12513" y="5414963"/>
              <a:ext cx="322263" cy="66675"/>
            </a:xfrm>
            <a:custGeom>
              <a:avLst/>
              <a:gdLst>
                <a:gd name="T0" fmla="*/ 0 w 203"/>
                <a:gd name="T1" fmla="*/ 42 h 42"/>
                <a:gd name="T2" fmla="*/ 0 w 203"/>
                <a:gd name="T3" fmla="*/ 42 h 42"/>
                <a:gd name="T4" fmla="*/ 67 w 203"/>
                <a:gd name="T5" fmla="*/ 25 h 42"/>
                <a:gd name="T6" fmla="*/ 203 w 203"/>
                <a:gd name="T7" fmla="*/ 42 h 42"/>
                <a:gd name="T8" fmla="*/ 203 w 203"/>
                <a:gd name="T9" fmla="*/ 42 h 42"/>
                <a:gd name="T10" fmla="*/ 67 w 203"/>
                <a:gd name="T11" fmla="*/ 0 h 42"/>
                <a:gd name="T12" fmla="*/ 0 w 203"/>
                <a:gd name="T13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42">
                  <a:moveTo>
                    <a:pt x="0" y="42"/>
                  </a:moveTo>
                  <a:lnTo>
                    <a:pt x="0" y="42"/>
                  </a:lnTo>
                  <a:lnTo>
                    <a:pt x="67" y="25"/>
                  </a:lnTo>
                  <a:lnTo>
                    <a:pt x="203" y="42"/>
                  </a:lnTo>
                  <a:lnTo>
                    <a:pt x="203" y="42"/>
                  </a:lnTo>
                  <a:lnTo>
                    <a:pt x="67" y="0"/>
                  </a:lnTo>
                  <a:lnTo>
                    <a:pt x="0" y="4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DDEB4D31-2AD9-ADE7-19AA-73784831EFB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12513" y="5470525"/>
              <a:ext cx="322263" cy="23813"/>
            </a:xfrm>
            <a:custGeom>
              <a:avLst/>
              <a:gdLst>
                <a:gd name="T0" fmla="*/ 0 w 203"/>
                <a:gd name="T1" fmla="*/ 12 h 15"/>
                <a:gd name="T2" fmla="*/ 0 w 203"/>
                <a:gd name="T3" fmla="*/ 15 h 15"/>
                <a:gd name="T4" fmla="*/ 203 w 203"/>
                <a:gd name="T5" fmla="*/ 15 h 15"/>
                <a:gd name="T6" fmla="*/ 203 w 203"/>
                <a:gd name="T7" fmla="*/ 12 h 15"/>
                <a:gd name="T8" fmla="*/ 67 w 203"/>
                <a:gd name="T9" fmla="*/ 0 h 15"/>
                <a:gd name="T10" fmla="*/ 0 w 203"/>
                <a:gd name="T11" fmla="*/ 1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3" h="15">
                  <a:moveTo>
                    <a:pt x="0" y="12"/>
                  </a:moveTo>
                  <a:lnTo>
                    <a:pt x="0" y="15"/>
                  </a:lnTo>
                  <a:lnTo>
                    <a:pt x="203" y="15"/>
                  </a:lnTo>
                  <a:lnTo>
                    <a:pt x="203" y="12"/>
                  </a:lnTo>
                  <a:lnTo>
                    <a:pt x="67" y="0"/>
                  </a:lnTo>
                  <a:lnTo>
                    <a:pt x="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895">
                <a:ea typeface="KoPubWorld돋움체 Bold" panose="00000800000000000000" pitchFamily="2" charset="-127"/>
              </a:endParaRPr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1B393208-F0B9-89DF-4F8D-388AAF628197}"/>
              </a:ext>
            </a:extLst>
          </p:cNvPr>
          <p:cNvCxnSpPr/>
          <p:nvPr userDrawn="1"/>
        </p:nvCxnSpPr>
        <p:spPr>
          <a:xfrm>
            <a:off x="462200" y="7173747"/>
            <a:ext cx="850333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>
            <a:extLst>
              <a:ext uri="{FF2B5EF4-FFF2-40B4-BE49-F238E27FC236}">
                <a16:creationId xmlns:a16="http://schemas.microsoft.com/office/drawing/2014/main" id="{52BA00D0-0115-35ED-37F4-19021EEC70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8544" b="4354"/>
          <a:stretch/>
        </p:blipFill>
        <p:spPr>
          <a:xfrm>
            <a:off x="7788" y="4094632"/>
            <a:ext cx="4372862" cy="3465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996874"/>
      </p:ext>
    </p:extLst>
  </p:cSld>
  <p:clrMap bg1="lt1" tx1="dk1" bg2="lt2" tx2="dk2" accent1="accent1" accent2="accent2" accent3="accent3" accent4="accent4" accent5="accent5" accent6="accent6" hlink="hlink" folHlink="folHlink"/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sldLayoutIdLst/>
  <p:txStyles>
    <p:titleStyle>
      <a:lvl1pPr algn="l" defTabSz="1007943" rtl="0" eaLnBrk="1" latinLnBrk="1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KoPubWorld돋움체 Bold" panose="00000800000000000000" pitchFamily="2" charset="-127"/>
          <a:cs typeface="+mj-cs"/>
        </a:defRPr>
      </a:lvl1pPr>
    </p:titleStyle>
    <p:bodyStyle>
      <a:lvl1pPr marL="251986" indent="-251986" algn="l" defTabSz="1007943" rtl="0" eaLnBrk="1" latinLnBrk="1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1pPr>
      <a:lvl2pPr marL="755957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2pPr>
      <a:lvl3pPr marL="1259929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3pPr>
      <a:lvl4pPr marL="1763900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4pPr>
      <a:lvl5pPr marL="2267872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5pPr>
      <a:lvl6pPr marL="2771844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70">
          <p15:clr>
            <a:srgbClr val="F26B43"/>
          </p15:clr>
        </p15:guide>
        <p15:guide id="2" pos="6565">
          <p15:clr>
            <a:srgbClr val="F26B43"/>
          </p15:clr>
        </p15:guide>
        <p15:guide id="3" pos="3368">
          <p15:clr>
            <a:srgbClr val="F26B43"/>
          </p15:clr>
        </p15:guide>
        <p15:guide id="4" orient="horz" pos="4513">
          <p15:clr>
            <a:srgbClr val="F26B43"/>
          </p15:clr>
        </p15:guide>
        <p15:guide id="5" orient="horz" pos="181">
          <p15:clr>
            <a:srgbClr val="F26B43"/>
          </p15:clr>
        </p15:guide>
        <p15:guide id="6" orient="horz" pos="1247">
          <p15:clr>
            <a:srgbClr val="F26B43"/>
          </p15:clr>
        </p15:guide>
        <p15:guide id="7" orient="horz" pos="4286">
          <p15:clr>
            <a:srgbClr val="F26B43"/>
          </p15:clr>
        </p15:guide>
        <p15:guide id="8" orient="horz" pos="117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4247269"/>
      </p:ext>
    </p:extLst>
  </p:cSld>
  <p:clrMap bg1="lt1" tx1="dk1" bg2="lt2" tx2="dk2" accent1="accent1" accent2="accent2" accent3="accent3" accent4="accent4" accent5="accent5" accent6="accent6" hlink="hlink" folHlink="folHlink"/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sldLayoutIdLst/>
  <p:txStyles>
    <p:titleStyle>
      <a:lvl1pPr algn="l" defTabSz="1007943" rtl="0" eaLnBrk="1" latinLnBrk="1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KoPubWorld돋움체 Bold" panose="00000800000000000000" pitchFamily="2" charset="-127"/>
          <a:cs typeface="+mj-cs"/>
        </a:defRPr>
      </a:lvl1pPr>
    </p:titleStyle>
    <p:bodyStyle>
      <a:lvl1pPr marL="251986" indent="-251986" algn="l" defTabSz="1007943" rtl="0" eaLnBrk="1" latinLnBrk="1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1pPr>
      <a:lvl2pPr marL="755957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2pPr>
      <a:lvl3pPr marL="1259929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3pPr>
      <a:lvl4pPr marL="1763900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4pPr>
      <a:lvl5pPr marL="2267872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KoPubWorld돋움체 Bold" panose="00000800000000000000" pitchFamily="2" charset="-127"/>
          <a:cs typeface="+mn-cs"/>
        </a:defRPr>
      </a:lvl5pPr>
      <a:lvl6pPr marL="2771844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70">
          <p15:clr>
            <a:srgbClr val="F26B43"/>
          </p15:clr>
        </p15:guide>
        <p15:guide id="2" pos="6565">
          <p15:clr>
            <a:srgbClr val="F26B43"/>
          </p15:clr>
        </p15:guide>
        <p15:guide id="3" pos="3368">
          <p15:clr>
            <a:srgbClr val="F26B43"/>
          </p15:clr>
        </p15:guide>
        <p15:guide id="4" orient="horz" pos="4513">
          <p15:clr>
            <a:srgbClr val="F26B43"/>
          </p15:clr>
        </p15:guide>
        <p15:guide id="5" orient="horz" pos="181">
          <p15:clr>
            <a:srgbClr val="F26B43"/>
          </p15:clr>
        </p15:guide>
        <p15:guide id="6" orient="horz" pos="1247">
          <p15:clr>
            <a:srgbClr val="F26B43"/>
          </p15:clr>
        </p15:guide>
        <p15:guide id="7" orient="horz" pos="4286">
          <p15:clr>
            <a:srgbClr val="F26B43"/>
          </p15:clr>
        </p15:guide>
        <p15:guide id="8" orient="horz" pos="1179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19456"/>
            <a:ext cx="5961888" cy="530352"/>
          </a:xfrm>
          <a:prstGeom prst="rect">
            <a:avLst/>
          </a:prstGeom>
          <a:noFill/>
        </p:spPr>
        <p:txBody>
          <a:bodyPr wrap="square" lIns="1655064" rIns="0" tIns="0" bIns="0">
            <a:spAutoFit/>
          </a:bodyPr>
          <a:lstStyle/>
          <a:p>
            <a:r>
              <a:rPr sz="1100" b="1">
                <a:solidFill>
                  <a:srgbClr val="002060"/>
                </a:solidFill>
                <a:latin typeface="KoPubWorld돋움체 Light"/>
              </a:rPr>
              <a:t>&gt; 3종 종류주식 발행가액 산정 (상증세법 순자산가치)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" y="1042415"/>
            <a:ext cx="9994392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F1F1F"/>
                </a:solidFill>
                <a:latin typeface="KoPubWorld돋움체 Light"/>
              </a:rPr>
              <a:t>상증세법 시가 기준 3종 주당가치 약 23,000원, 발행가 25,000원은 시가 대비 +8.4%</a:t>
            </a:r>
          </a:p>
          <a:p>
            <a:r>
              <a:rPr sz="1200" b="0">
                <a:solidFill>
                  <a:srgbClr val="404040"/>
                </a:solidFill>
                <a:latin typeface="KoPubWorld돋움체 Light"/>
              </a:rPr>
              <a:t>• 부동산 80% 이상·사업개시 3년 미만 법인 → 순자산가치 100% 평가(시행령 §54④), 최대주주 할증 배제(§53⑦)</a:t>
            </a:r>
          </a:p>
          <a:p>
            <a:r>
              <a:rPr sz="1200" b="0">
                <a:solidFill>
                  <a:srgbClr val="404040"/>
                </a:solidFill>
                <a:latin typeface="KoPubWorld돋움체 Light"/>
              </a:rPr>
              <a:t>• 부동산은 취득원가가 아닌 상증세법 시가(감정가액 평균)로 평가, 취득부대비용은 자산 제외(시행령 §55)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984248"/>
            <a:ext cx="9784080" cy="246888"/>
          </a:xfrm>
          <a:prstGeom prst="rect">
            <a:avLst/>
          </a:prstGeom>
          <a:solidFill>
            <a:srgbClr val="345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bIns="0"/>
          <a:lstStyle/>
          <a:p>
            <a:pPr algn="ctr"/>
            <a:r>
              <a:rPr sz="1000" b="0">
                <a:solidFill>
                  <a:srgbClr val="FFFFFF"/>
                </a:solidFill>
                <a:latin typeface="KoPubWorld돋움체 Bold"/>
              </a:rPr>
              <a:t>1. 순자산가액 및 1주당 순자산가치 산정 (3종 납입 직전 기준, 단위: 억원)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21207" y="2359152"/>
          <a:ext cx="9784080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1188720"/>
                <a:gridCol w="5669280"/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구분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항목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금액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근거·비고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자산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부동산 시가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3,345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미래새한 감정('26.09, 담보목적). 기준시가 10억 초과 → 2개 기관 평균 필요(추가 1건)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자산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임대보증금 예치금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72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임차인 보증금 정기예금 예치분(부채와 상쇄)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자산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취득부대비용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취득세·수수료·금융비용 189억은 상증세법상 자산 제외(선급비용·이연자산 성격)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부채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담보·중순위 대출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(1,980)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선순위 1,600 + 중순위 380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부채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임대보증금 반환채무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(72)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임차인 보증금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순자산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순자산가액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1,365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자산 3,417 − 부채 2,052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주식수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3종 납입 직전 발행주식총수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5,920,000주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보통주 2,960,000주(5,000원) + 1·2종 2,960,000주(25,000원)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결과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1주당 순자산가치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23,057원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1,365억 ÷ 5,920,000주 (3종 25,000원 납입 후 재계산 시 23,180원)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727448"/>
            <a:ext cx="9784080" cy="246888"/>
          </a:xfrm>
          <a:prstGeom prst="rect">
            <a:avLst/>
          </a:prstGeom>
          <a:solidFill>
            <a:srgbClr val="345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bIns="0"/>
          <a:lstStyle/>
          <a:p>
            <a:pPr algn="ctr"/>
            <a:r>
              <a:rPr sz="1000" b="0">
                <a:solidFill>
                  <a:srgbClr val="FFFFFF"/>
                </a:solidFill>
                <a:latin typeface="KoPubWorld돋움체 Bold"/>
              </a:rPr>
              <a:t>2. 발행가액 대안 비교 (3종 100억원 기준)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1207" y="5102352"/>
          <a:ext cx="97840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1005840"/>
                <a:gridCol w="731520"/>
                <a:gridCol w="1005840"/>
                <a:gridCol w="822960"/>
                <a:gridCol w="3566160"/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안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발행가액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3종 주식수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지분율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무의결권 비율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시가 대비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평가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A. 25,000원 유지 (권고)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400,000주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6.3%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20.3%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+8.4%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상증세법 30% 기준 이내(3억·정당한 사유 별도), 정관 변경 불요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B. 시가 일치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23,000원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434,783주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6.9%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20.6%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0%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이익분여 0, 부투법 주요주주(10%) 미해당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참고. 취득원가 기준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12,162원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822,232주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12.2%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25.2%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−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무의결권 25% 한도 초과·주요주주 해당 → 채택 불가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83464" y="6355080"/>
            <a:ext cx="10012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404040"/>
                </a:solidFill>
                <a:latin typeface="KoPubWorld돋움체 Light"/>
              </a:rPr>
              <a:t>* 성립 조건: ① 감정평가 2개 기관 평균(기준시가 10억 초과) ② 감정 가격시점·작성일이 매매계약일(10/2)보다 3종 납입일(10/31)에 가까울 것(시행령 §49②)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" y="6501384"/>
            <a:ext cx="10012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404040"/>
                </a:solidFill>
                <a:latin typeface="KoPubWorld돋움체 Light"/>
              </a:rPr>
              <a:t>   미충족 시 매매가액 2,700억이 시가가 되어 1주당 약 12,000원대로 하락. 공정거래법 심사지침 안전지대(7%·30억)에는 해당하지 않아 정상가격 산정 근거·지원의도 부재 자료로 대응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" y="6647688"/>
            <a:ext cx="10012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404040"/>
                </a:solidFill>
                <a:latin typeface="KoPubWorld돋움체 Light"/>
              </a:rPr>
              <a:t>※ 출처: 기준 재무모델 v02(A&amp;R 주식발행계획·Sources&amp;Uses), 미래새한 감정평가서, 매도인 보증금 내역('26.07.31). 내부 검토안으로 세무법인·BKL 확인 필요, 협의 과정에서 변동될 수 있음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19456"/>
            <a:ext cx="5961888" cy="530352"/>
          </a:xfrm>
          <a:prstGeom prst="rect">
            <a:avLst/>
          </a:prstGeom>
          <a:noFill/>
        </p:spPr>
        <p:txBody>
          <a:bodyPr wrap="square" lIns="1655064" rIns="0" tIns="0" bIns="0">
            <a:spAutoFit/>
          </a:bodyPr>
          <a:lstStyle/>
          <a:p>
            <a:r>
              <a:rPr sz="1100" b="1">
                <a:solidFill>
                  <a:srgbClr val="002060"/>
                </a:solidFill>
                <a:latin typeface="KoPubWorld돋움체 Light"/>
              </a:rPr>
              <a:t>&gt; 3종 종류주식 23,000원 발행 시 지분구성 (안)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" y="1042415"/>
            <a:ext cx="9994392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F1F1F"/>
                </a:solidFill>
                <a:latin typeface="KoPubWorld돋움체 Light"/>
              </a:rPr>
              <a:t>3종 434,783주 발행 시 무의결권 20.7%(한도 25%)·KLI 의결권 58.7%, 총 6,354,783주</a:t>
            </a:r>
          </a:p>
          <a:p>
            <a:r>
              <a:rPr sz="1200" b="0">
                <a:solidFill>
                  <a:srgbClr val="404040"/>
                </a:solidFill>
                <a:latin typeface="KoPubWorld돋움체 Light"/>
              </a:rPr>
              <a:t>• 3종 발행가액 23,000원 = 상증세법 시가(감정가 기준 1주당 순자산가치 23,057원) 반올림, 출자금 100억·감자대가 동일</a:t>
            </a:r>
          </a:p>
          <a:p>
            <a:r>
              <a:rPr sz="1200" b="0">
                <a:solidFill>
                  <a:srgbClr val="404040"/>
                </a:solidFill>
                <a:latin typeface="KoPubWorld돋움체 Light"/>
              </a:rPr>
              <a:t>• 자본금 6,355백만 원(액면 1,000원)·주식발행초과금 92,445백만 원, 자기자본 988억 원 불변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984248"/>
            <a:ext cx="9784080" cy="246888"/>
          </a:xfrm>
          <a:prstGeom prst="rect">
            <a:avLst/>
          </a:prstGeom>
          <a:solidFill>
            <a:srgbClr val="345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bIns="0"/>
          <a:lstStyle/>
          <a:p>
            <a:pPr algn="ctr"/>
            <a:r>
              <a:rPr sz="1000" b="0">
                <a:solidFill>
                  <a:srgbClr val="FFFFFF"/>
                </a:solidFill>
                <a:latin typeface="KoPubWorld돋움체 Bold"/>
              </a:rPr>
              <a:t>1. 종류별 지분 구성 (단위: 백만 원, 주)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21207" y="2359152"/>
          <a:ext cx="99669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40080"/>
                <a:gridCol w="914400"/>
                <a:gridCol w="914400"/>
                <a:gridCol w="822960"/>
                <a:gridCol w="1188720"/>
                <a:gridCol w="1097280"/>
                <a:gridCol w="822960"/>
                <a:gridCol w="1097280"/>
                <a:gridCol w="822960"/>
              </a:tblGrid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구분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의결권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투자금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발행가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자본금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주식발행초과금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주식수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지분율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의결권주식수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의결권비율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제1-1종 종류주식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유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24,000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960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23,040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960,000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15.1%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960,000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19.0%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제2-1종 종류주식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유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28,000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1,120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26,880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1,120,000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17.6%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1,120,000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22.2%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제2-2종 종류주식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무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22,000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880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21,120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880,000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13.8%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−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0.0%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제3종 종류주식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무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23,000원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435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9,565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434,783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6.8%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−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0.0%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보통주식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유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14,800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5,000원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2,960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11,840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2,960,000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46.6%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2,960,000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58.7%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721608"/>
            <a:ext cx="9784080" cy="246888"/>
          </a:xfrm>
          <a:prstGeom prst="rect">
            <a:avLst/>
          </a:prstGeom>
          <a:solidFill>
            <a:srgbClr val="345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bIns="0"/>
          <a:lstStyle/>
          <a:p>
            <a:pPr algn="ctr"/>
            <a:r>
              <a:rPr sz="1000" b="0">
                <a:solidFill>
                  <a:srgbClr val="FFFFFF"/>
                </a:solidFill>
                <a:latin typeface="KoPubWorld돋움체 Bold"/>
              </a:rPr>
              <a:t>2. 주주별 세부 구성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1207" y="4050792"/>
          <a:ext cx="996696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371600"/>
                <a:gridCol w="822960"/>
                <a:gridCol w="914400"/>
                <a:gridCol w="1005840"/>
                <a:gridCol w="731520"/>
                <a:gridCol w="1097280"/>
                <a:gridCol w="914400"/>
                <a:gridCol w="2286000"/>
              </a:tblGrid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구분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주주명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투자금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발행가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주식수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지분율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의결권주식수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의결권비율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Bold"/>
                        </a:rPr>
                        <a:t>비고</a:t>
                      </a:r>
                    </a:p>
                  </a:txBody>
                  <a:tcPr marL="54864" marR="54864" marT="0" marB="0">
                    <a:solidFill>
                      <a:srgbClr val="DAE3F3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제1-1종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이지스자산운용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400,000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6.3%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400,000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7.9%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LOC 9/23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제1-1종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키움캐피탈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6,000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240,000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3.8%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240,000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4.8%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LOC 9/18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제1-1종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에큐온캐피탈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5,000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200,000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3.1%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200,000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4.0%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투심 완료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제1-1종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MG캐피탈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3,000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120,000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1.9%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120,000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2.4%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LOC 9/22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제2-1종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KLI리츠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16,000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640,000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10.1%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640,000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12.7%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보통주 합산 71.4%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제2-1종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삼성증권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12,000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480,000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7.6%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480,000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9.5%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LOC 7/31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제2-2종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이지스자산운용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400,000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6.3%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−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−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LOC 9/21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제2-2종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기계설비조합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12,000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25,000원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480,000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7.6%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−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−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무의결권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제3종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매도인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10,000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23,000원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434,783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6.8%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−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−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2년 후 유상감자</a:t>
                      </a:r>
                    </a:p>
                  </a:txBody>
                  <a:tcPr marL="54864" marR="54864" marT="0" marB="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보통주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KLI리츠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14,800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5,000원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2,960,000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46.6%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2,960,000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58.7%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F1F1F"/>
                          </a:solidFill>
                          <a:latin typeface="KoPubWorld돋움체 Light"/>
                        </a:rPr>
                        <a:t>1·2종 매입확약</a:t>
                      </a:r>
                    </a:p>
                  </a:txBody>
                  <a:tcPr marL="54864" marR="54864" marT="0" marB="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83464" y="6492240"/>
            <a:ext cx="10012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404040"/>
                </a:solidFill>
                <a:latin typeface="KoPubWorld돋움체 Light"/>
              </a:rPr>
              <a:t>* 합계: 투자금 98,800백만 원, 주식수 6,354,783주(의결권 5,040,000주). 지분율 = 주식수 ÷ 발행주식총수, 의결권비율 = 의결권주식수 ÷ 5,040,000주. 3종 주식수 = 100억 ÷ 23,000원(절상)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" y="6638544"/>
            <a:ext cx="10012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404040"/>
                </a:solidFill>
                <a:latin typeface="KoPubWorld돋움체 Light"/>
              </a:rPr>
              <a:t>※ 출처: 3종 종류주 지분구성 검토표(2026-09-29), 투자자별 LOC(INDEX #20~23). 2-1/2-2종 280/220억은 확정 배정 기준(기준 모델 각 250억). 내부 검토안, 협의 과정에서 변동 가능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CAkjE_7M3E.x0Wsx5gBksw"/>
</p:tagLst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775AEA6-EC78-4E7B-9971-CE736CECF225}">
  <we:reference id="f5f369e5-aa35-49d7-ad7b-638152ddb008" version="1.0.0.1" store="EXCatalog" storeType="EXCatalog"/>
  <we:alternateReferences>
    <we:reference id="WA200010001" version="1.0.0.1" store="ko-KR" storeType="OMEX"/>
  </we:alternateReferences>
  <we:properties>
    <we:property name="claude.fileId" value="&quot;b8433e69-c0a4-4b3a-8097-18957660da8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76680</TotalTime>
  <Words>9748</Words>
  <Application>Microsoft Office PowerPoint</Application>
  <PresentationFormat>사용자 지정</PresentationFormat>
  <Paragraphs>3018</Paragraphs>
  <Slides>44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3</vt:i4>
      </vt:variant>
      <vt:variant>
        <vt:lpstr>슬라이드 제목</vt:lpstr>
      </vt:variant>
      <vt:variant>
        <vt:i4>44</vt:i4>
      </vt:variant>
    </vt:vector>
  </HeadingPairs>
  <TitlesOfParts>
    <vt:vector size="57" baseType="lpstr">
      <vt:lpstr>KoPubWorld돋움체 Bold</vt:lpstr>
      <vt:lpstr>KoPubWorld돋움체 Light</vt:lpstr>
      <vt:lpstr>KoPubWorld돋움체 Medium</vt:lpstr>
      <vt:lpstr>KoPubWorld바탕체 Bold</vt:lpstr>
      <vt:lpstr>KoPubWorld바탕체 Medium</vt:lpstr>
      <vt:lpstr>Pretendard</vt:lpstr>
      <vt:lpstr>하나 CM</vt:lpstr>
      <vt:lpstr>Arial</vt:lpstr>
      <vt:lpstr>Calibri</vt:lpstr>
      <vt:lpstr>Wingdings</vt:lpstr>
      <vt:lpstr>Office 테마</vt:lpstr>
      <vt:lpstr>1_Office 테마</vt:lpstr>
      <vt:lpstr>2_Office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jsp</dc:creator>
  <cp:lastModifiedBy>임영규 부장(상장리츠팀)</cp:lastModifiedBy>
  <cp:revision>5187</cp:revision>
  <cp:lastPrinted>2026-08-23T23:34:57Z</cp:lastPrinted>
  <dcterms:created xsi:type="dcterms:W3CDTF">2019-10-07T05:08:42Z</dcterms:created>
  <dcterms:modified xsi:type="dcterms:W3CDTF">2026-08-24T06:55:15Z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ranchUid">
    <vt:lpwstr>TlqSUOvUz2jqmGfWs-WogWvifac202402010000000</vt:lpwstr>
  </property>
  <property fmtid="{D5CDD505-2E9C-101B-9397-08002B2CF9AE}" pid="3" name="docPath">
    <vt:lpwstr>QzpcVXNlcnNceW9uZ2h5ZW9uYWhuXERvd25sb2Fkc1xbS0xJXSDslYjslpHrrLzrpZjshLzthLAg7JiI67mE7Yis7Ius7J6Q66OMXzI2MDgyNF92MyjstZzsooUpLnBwdHg=</vt:lpwstr>
  </property>
  <property fmtid="{D5CDD505-2E9C-101B-9397-08002B2CF9AE}" pid="4" name="docUid">
    <vt:lpwstr>TlqSUOvUz2jqmGfWs-WogWvifac</vt:lpwstr>
  </property>
  <property fmtid="{D5CDD505-2E9C-101B-9397-08002B2CF9AE}" pid="5" name="parentBranchUid">
    <vt:lpwstr/>
  </property>
</Properties>
</file>